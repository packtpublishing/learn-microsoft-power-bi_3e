
<file path=[Content_Types].xml><?xml version="1.0" encoding="utf-8"?>
<Types xmlns="http://schemas.openxmlformats.org/package/2006/content-types">
  <Default Extension="bin" ContentType="image/unknown"/>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25.jpg" ContentType="image/jpg"/>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7"/>
  </p:notesMasterIdLst>
  <p:sldIdLst>
    <p:sldId id="308" r:id="rId2"/>
    <p:sldId id="258" r:id="rId3"/>
    <p:sldId id="305" r:id="rId4"/>
    <p:sldId id="259" r:id="rId5"/>
    <p:sldId id="306" r:id="rId6"/>
    <p:sldId id="316" r:id="rId7"/>
    <p:sldId id="309" r:id="rId8"/>
    <p:sldId id="317" r:id="rId9"/>
    <p:sldId id="318" r:id="rId10"/>
    <p:sldId id="319" r:id="rId11"/>
    <p:sldId id="320" r:id="rId12"/>
    <p:sldId id="322" r:id="rId13"/>
    <p:sldId id="310" r:id="rId14"/>
    <p:sldId id="323" r:id="rId15"/>
    <p:sldId id="324" r:id="rId16"/>
    <p:sldId id="326" r:id="rId17"/>
    <p:sldId id="327" r:id="rId18"/>
    <p:sldId id="325" r:id="rId19"/>
    <p:sldId id="328" r:id="rId20"/>
    <p:sldId id="379" r:id="rId21"/>
    <p:sldId id="329" r:id="rId22"/>
    <p:sldId id="330" r:id="rId23"/>
    <p:sldId id="331" r:id="rId24"/>
    <p:sldId id="321" r:id="rId25"/>
    <p:sldId id="335" r:id="rId26"/>
    <p:sldId id="311" r:id="rId27"/>
    <p:sldId id="312" r:id="rId28"/>
    <p:sldId id="332" r:id="rId29"/>
    <p:sldId id="339" r:id="rId30"/>
    <p:sldId id="340" r:id="rId31"/>
    <p:sldId id="341" r:id="rId32"/>
    <p:sldId id="364" r:id="rId33"/>
    <p:sldId id="365" r:id="rId34"/>
    <p:sldId id="367" r:id="rId35"/>
    <p:sldId id="368" r:id="rId36"/>
    <p:sldId id="369" r:id="rId37"/>
    <p:sldId id="370" r:id="rId38"/>
    <p:sldId id="371" r:id="rId39"/>
    <p:sldId id="373" r:id="rId40"/>
    <p:sldId id="372" r:id="rId41"/>
    <p:sldId id="374" r:id="rId42"/>
    <p:sldId id="337" r:id="rId43"/>
    <p:sldId id="336" r:id="rId44"/>
    <p:sldId id="338" r:id="rId45"/>
    <p:sldId id="342" r:id="rId46"/>
    <p:sldId id="375" r:id="rId47"/>
    <p:sldId id="376" r:id="rId48"/>
    <p:sldId id="377" r:id="rId49"/>
    <p:sldId id="343" r:id="rId50"/>
    <p:sldId id="313" r:id="rId51"/>
    <p:sldId id="333" r:id="rId52"/>
    <p:sldId id="344" r:id="rId53"/>
    <p:sldId id="345" r:id="rId54"/>
    <p:sldId id="380" r:id="rId55"/>
    <p:sldId id="381" r:id="rId56"/>
    <p:sldId id="353" r:id="rId57"/>
    <p:sldId id="378" r:id="rId58"/>
    <p:sldId id="352" r:id="rId59"/>
    <p:sldId id="351" r:id="rId60"/>
    <p:sldId id="350" r:id="rId61"/>
    <p:sldId id="349" r:id="rId62"/>
    <p:sldId id="363" r:id="rId63"/>
    <p:sldId id="348" r:id="rId64"/>
    <p:sldId id="347" r:id="rId65"/>
    <p:sldId id="346" r:id="rId66"/>
    <p:sldId id="314" r:id="rId67"/>
    <p:sldId id="334" r:id="rId68"/>
    <p:sldId id="362" r:id="rId69"/>
    <p:sldId id="361" r:id="rId70"/>
    <p:sldId id="360" r:id="rId71"/>
    <p:sldId id="359" r:id="rId72"/>
    <p:sldId id="358" r:id="rId73"/>
    <p:sldId id="357" r:id="rId74"/>
    <p:sldId id="356" r:id="rId75"/>
    <p:sldId id="355" r:id="rId76"/>
    <p:sldId id="354" r:id="rId77"/>
    <p:sldId id="315" r:id="rId78"/>
    <p:sldId id="260" r:id="rId79"/>
    <p:sldId id="261" r:id="rId80"/>
    <p:sldId id="262" r:id="rId81"/>
    <p:sldId id="263" r:id="rId82"/>
    <p:sldId id="264" r:id="rId83"/>
    <p:sldId id="265" r:id="rId84"/>
    <p:sldId id="266" r:id="rId85"/>
    <p:sldId id="267" r:id="rId86"/>
    <p:sldId id="268" r:id="rId87"/>
    <p:sldId id="269" r:id="rId88"/>
    <p:sldId id="307" r:id="rId89"/>
    <p:sldId id="270" r:id="rId90"/>
    <p:sldId id="271" r:id="rId91"/>
    <p:sldId id="272" r:id="rId92"/>
    <p:sldId id="273" r:id="rId93"/>
    <p:sldId id="274" r:id="rId94"/>
    <p:sldId id="275" r:id="rId95"/>
    <p:sldId id="276" r:id="rId96"/>
    <p:sldId id="300" r:id="rId97"/>
    <p:sldId id="278" r:id="rId98"/>
    <p:sldId id="280" r:id="rId99"/>
    <p:sldId id="301" r:id="rId100"/>
    <p:sldId id="282" r:id="rId101"/>
    <p:sldId id="283" r:id="rId102"/>
    <p:sldId id="302" r:id="rId103"/>
    <p:sldId id="284" r:id="rId104"/>
    <p:sldId id="304" r:id="rId105"/>
    <p:sldId id="285" r:id="rId106"/>
  </p:sldIdLst>
  <p:sldSz cx="18288000" cy="10287000"/>
  <p:notesSz cx="6858000" cy="9144000"/>
  <p:embeddedFontLst>
    <p:embeddedFont>
      <p:font typeface="Lexend Deca" panose="020B0604020202020204" charset="0"/>
      <p:regular r:id="rId108"/>
    </p:embeddedFont>
    <p:embeddedFont>
      <p:font typeface="Outfit" panose="020B0604020202020204" charset="0"/>
      <p:regular r:id="rId109"/>
    </p:embeddedFont>
    <p:embeddedFont>
      <p:font typeface="Outfit Bold" panose="020B0604020202020204" charset="0"/>
      <p:regular r:id="rId110"/>
    </p:embeddedFont>
    <p:embeddedFont>
      <p:font typeface="Outfit Semi-Bold" panose="020B0604020202020204" charset="0"/>
      <p:regular r:id="rId1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D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C16D0E-73C6-4388-8E2E-FFCB91DC789E}" v="52" dt="2026-04-16T21:43:23.6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98" d="100"/>
          <a:sy n="98" d="100"/>
        </p:scale>
        <p:origin x="84" y="3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microsoft.com/office/2015/10/relationships/revisionInfo" Target="revisionInfo.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font" Target="fonts/font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2.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3.fntdata"/><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g Deckler" userId="38fedbb726841d9a" providerId="LiveId" clId="{0CCB27B3-0D03-4E8E-8D08-702661BB0D1D}"/>
    <pc:docChg chg="undo custSel addSld delSld modSld sldOrd">
      <pc:chgData name="Greg Deckler" userId="38fedbb726841d9a" providerId="LiveId" clId="{0CCB27B3-0D03-4E8E-8D08-702661BB0D1D}" dt="2026-04-16T21:55:58.744" v="6192"/>
      <pc:docMkLst>
        <pc:docMk/>
      </pc:docMkLst>
      <pc:sldChg chg="addSp delSp modSp mod">
        <pc:chgData name="Greg Deckler" userId="38fedbb726841d9a" providerId="LiveId" clId="{0CCB27B3-0D03-4E8E-8D08-702661BB0D1D}" dt="2026-04-15T19:31:53.487" v="5231" actId="1036"/>
        <pc:sldMkLst>
          <pc:docMk/>
          <pc:sldMk cId="2285397703" sldId="305"/>
        </pc:sldMkLst>
        <pc:spChg chg="add mod">
          <ac:chgData name="Greg Deckler" userId="38fedbb726841d9a" providerId="LiveId" clId="{0CCB27B3-0D03-4E8E-8D08-702661BB0D1D}" dt="2026-04-14T14:19:38.991" v="1640" actId="1076"/>
          <ac:spMkLst>
            <pc:docMk/>
            <pc:sldMk cId="2285397703" sldId="305"/>
            <ac:spMk id="10" creationId="{8A9EC0EE-EAD3-A223-0B45-40646F8EBC7F}"/>
          </ac:spMkLst>
        </pc:spChg>
        <pc:spChg chg="add mod">
          <ac:chgData name="Greg Deckler" userId="38fedbb726841d9a" providerId="LiveId" clId="{0CCB27B3-0D03-4E8E-8D08-702661BB0D1D}" dt="2026-04-14T14:19:38.991" v="1640" actId="1076"/>
          <ac:spMkLst>
            <pc:docMk/>
            <pc:sldMk cId="2285397703" sldId="305"/>
            <ac:spMk id="15" creationId="{5BD13993-F342-A411-A295-6A7DBFD05D77}"/>
          </ac:spMkLst>
        </pc:spChg>
        <pc:spChg chg="mod">
          <ac:chgData name="Greg Deckler" userId="38fedbb726841d9a" providerId="LiveId" clId="{0CCB27B3-0D03-4E8E-8D08-702661BB0D1D}" dt="2026-04-15T19:31:53.487" v="5231" actId="1036"/>
          <ac:spMkLst>
            <pc:docMk/>
            <pc:sldMk cId="2285397703" sldId="305"/>
            <ac:spMk id="18" creationId="{C115DDE0-6B3D-18AA-AB37-E7D8A14C9C46}"/>
          </ac:spMkLst>
        </pc:spChg>
        <pc:spChg chg="mod">
          <ac:chgData name="Greg Deckler" userId="38fedbb726841d9a" providerId="LiveId" clId="{0CCB27B3-0D03-4E8E-8D08-702661BB0D1D}" dt="2026-04-15T19:31:47.223" v="5218" actId="14100"/>
          <ac:spMkLst>
            <pc:docMk/>
            <pc:sldMk cId="2285397703" sldId="305"/>
            <ac:spMk id="19" creationId="{37273BFE-D528-2975-77E7-7CAFE278CA06}"/>
          </ac:spMkLst>
        </pc:spChg>
        <pc:spChg chg="add mod">
          <ac:chgData name="Greg Deckler" userId="38fedbb726841d9a" providerId="LiveId" clId="{0CCB27B3-0D03-4E8E-8D08-702661BB0D1D}" dt="2026-04-14T14:19:36.117" v="1639"/>
          <ac:spMkLst>
            <pc:docMk/>
            <pc:sldMk cId="2285397703" sldId="305"/>
            <ac:spMk id="23" creationId="{08A1FDFE-9ECA-22F9-EC97-F07C8A7982D6}"/>
          </ac:spMkLst>
        </pc:spChg>
        <pc:spChg chg="add mod">
          <ac:chgData name="Greg Deckler" userId="38fedbb726841d9a" providerId="LiveId" clId="{0CCB27B3-0D03-4E8E-8D08-702661BB0D1D}" dt="2026-04-14T14:19:36.117" v="1639"/>
          <ac:spMkLst>
            <pc:docMk/>
            <pc:sldMk cId="2285397703" sldId="305"/>
            <ac:spMk id="25" creationId="{A381B9E1-9036-65F2-9545-BC5B075F26A2}"/>
          </ac:spMkLst>
        </pc:spChg>
        <pc:grpChg chg="add mod">
          <ac:chgData name="Greg Deckler" userId="38fedbb726841d9a" providerId="LiveId" clId="{0CCB27B3-0D03-4E8E-8D08-702661BB0D1D}" dt="2026-04-14T14:19:38.991" v="1640" actId="1076"/>
          <ac:grpSpMkLst>
            <pc:docMk/>
            <pc:sldMk cId="2285397703" sldId="305"/>
            <ac:grpSpMk id="9" creationId="{B5B9B130-F8D1-289C-66E6-A64112B01F50}"/>
          </ac:grpSpMkLst>
        </pc:grpChg>
        <pc:picChg chg="mod">
          <ac:chgData name="Greg Deckler" userId="38fedbb726841d9a" providerId="LiveId" clId="{0CCB27B3-0D03-4E8E-8D08-702661BB0D1D}" dt="2026-04-15T17:46:53.783" v="5108" actId="1036"/>
          <ac:picMkLst>
            <pc:docMk/>
            <pc:sldMk cId="2285397703" sldId="305"/>
            <ac:picMk id="4" creationId="{FD687B38-F766-68AF-4662-5DEC53198FDB}"/>
          </ac:picMkLst>
        </pc:picChg>
        <pc:picChg chg="mod">
          <ac:chgData name="Greg Deckler" userId="38fedbb726841d9a" providerId="LiveId" clId="{0CCB27B3-0D03-4E8E-8D08-702661BB0D1D}" dt="2026-04-15T17:46:53.783" v="5108" actId="1036"/>
          <ac:picMkLst>
            <pc:docMk/>
            <pc:sldMk cId="2285397703" sldId="305"/>
            <ac:picMk id="5" creationId="{169A4E46-DC44-3629-8190-EE47448A325B}"/>
          </ac:picMkLst>
        </pc:picChg>
        <pc:picChg chg="mod">
          <ac:chgData name="Greg Deckler" userId="38fedbb726841d9a" providerId="LiveId" clId="{0CCB27B3-0D03-4E8E-8D08-702661BB0D1D}" dt="2026-04-15T17:46:53.783" v="5108" actId="1036"/>
          <ac:picMkLst>
            <pc:docMk/>
            <pc:sldMk cId="2285397703" sldId="305"/>
            <ac:picMk id="11" creationId="{C0CDEF40-52AA-03FD-D64C-4E6ADAFAA8A3}"/>
          </ac:picMkLst>
        </pc:picChg>
        <pc:picChg chg="mod">
          <ac:chgData name="Greg Deckler" userId="38fedbb726841d9a" providerId="LiveId" clId="{0CCB27B3-0D03-4E8E-8D08-702661BB0D1D}" dt="2026-04-15T17:46:53.783" v="5108" actId="1036"/>
          <ac:picMkLst>
            <pc:docMk/>
            <pc:sldMk cId="2285397703" sldId="305"/>
            <ac:picMk id="12" creationId="{CF8FAE71-9907-580B-D9CF-9C803551BC06}"/>
          </ac:picMkLst>
        </pc:picChg>
        <pc:picChg chg="mod">
          <ac:chgData name="Greg Deckler" userId="38fedbb726841d9a" providerId="LiveId" clId="{0CCB27B3-0D03-4E8E-8D08-702661BB0D1D}" dt="2026-04-15T17:46:53.783" v="5108" actId="1036"/>
          <ac:picMkLst>
            <pc:docMk/>
            <pc:sldMk cId="2285397703" sldId="305"/>
            <ac:picMk id="13" creationId="{741475A5-BE6D-27DC-DF4F-921EAD388CF0}"/>
          </ac:picMkLst>
        </pc:picChg>
        <pc:picChg chg="add mod">
          <ac:chgData name="Greg Deckler" userId="38fedbb726841d9a" providerId="LiveId" clId="{0CCB27B3-0D03-4E8E-8D08-702661BB0D1D}" dt="2026-04-14T14:19:38.991" v="1640" actId="1076"/>
          <ac:picMkLst>
            <pc:docMk/>
            <pc:sldMk cId="2285397703" sldId="305"/>
            <ac:picMk id="16" creationId="{F91C877E-DEB2-0718-30A3-CD8DEC2E9A80}"/>
          </ac:picMkLst>
        </pc:picChg>
        <pc:picChg chg="mod">
          <ac:chgData name="Greg Deckler" userId="38fedbb726841d9a" providerId="LiveId" clId="{0CCB27B3-0D03-4E8E-8D08-702661BB0D1D}" dt="2026-04-15T17:46:53.783" v="5108" actId="1036"/>
          <ac:picMkLst>
            <pc:docMk/>
            <pc:sldMk cId="2285397703" sldId="305"/>
            <ac:picMk id="20" creationId="{0DB436D7-538D-1092-08BF-219FD86DE775}"/>
          </ac:picMkLst>
        </pc:picChg>
        <pc:picChg chg="mod">
          <ac:chgData name="Greg Deckler" userId="38fedbb726841d9a" providerId="LiveId" clId="{0CCB27B3-0D03-4E8E-8D08-702661BB0D1D}" dt="2026-04-15T17:46:53.783" v="5108" actId="1036"/>
          <ac:picMkLst>
            <pc:docMk/>
            <pc:sldMk cId="2285397703" sldId="305"/>
            <ac:picMk id="21" creationId="{C8645967-B70F-2ADB-73DA-A868076AF1E7}"/>
          </ac:picMkLst>
        </pc:picChg>
        <pc:picChg chg="mod">
          <ac:chgData name="Greg Deckler" userId="38fedbb726841d9a" providerId="LiveId" clId="{0CCB27B3-0D03-4E8E-8D08-702661BB0D1D}" dt="2026-04-15T17:46:53.783" v="5108" actId="1036"/>
          <ac:picMkLst>
            <pc:docMk/>
            <pc:sldMk cId="2285397703" sldId="305"/>
            <ac:picMk id="22" creationId="{897D1136-5410-756F-CDB2-B15AE87AA49C}"/>
          </ac:picMkLst>
        </pc:picChg>
        <pc:picChg chg="mod">
          <ac:chgData name="Greg Deckler" userId="38fedbb726841d9a" providerId="LiveId" clId="{0CCB27B3-0D03-4E8E-8D08-702661BB0D1D}" dt="2026-04-15T17:46:53.783" v="5108" actId="1036"/>
          <ac:picMkLst>
            <pc:docMk/>
            <pc:sldMk cId="2285397703" sldId="305"/>
            <ac:picMk id="24" creationId="{6D0A55BD-9761-09C4-A3F2-0A0C7C24A53F}"/>
          </ac:picMkLst>
        </pc:picChg>
      </pc:sldChg>
      <pc:sldChg chg="addSp delSp modSp mod">
        <pc:chgData name="Greg Deckler" userId="38fedbb726841d9a" providerId="LiveId" clId="{0CCB27B3-0D03-4E8E-8D08-702661BB0D1D}" dt="2026-04-14T14:19:09.838" v="1637" actId="14100"/>
        <pc:sldMkLst>
          <pc:docMk/>
          <pc:sldMk cId="597681819" sldId="308"/>
        </pc:sldMkLst>
        <pc:spChg chg="mod">
          <ac:chgData name="Greg Deckler" userId="38fedbb726841d9a" providerId="LiveId" clId="{0CCB27B3-0D03-4E8E-8D08-702661BB0D1D}" dt="2026-04-14T14:19:09.838" v="1637" actId="14100"/>
          <ac:spMkLst>
            <pc:docMk/>
            <pc:sldMk cId="597681819" sldId="308"/>
            <ac:spMk id="12" creationId="{4BDCA74F-C253-3AC6-D1E9-B620098CF0C7}"/>
          </ac:spMkLst>
        </pc:spChg>
        <pc:spChg chg="add mod">
          <ac:chgData name="Greg Deckler" userId="38fedbb726841d9a" providerId="LiveId" clId="{0CCB27B3-0D03-4E8E-8D08-702661BB0D1D}" dt="2026-04-14T14:14:44.105" v="1634"/>
          <ac:spMkLst>
            <pc:docMk/>
            <pc:sldMk cId="597681819" sldId="308"/>
            <ac:spMk id="21" creationId="{3F23C20A-9466-2408-104C-3B6B7016F2EA}"/>
          </ac:spMkLst>
        </pc:spChg>
        <pc:spChg chg="add mod">
          <ac:chgData name="Greg Deckler" userId="38fedbb726841d9a" providerId="LiveId" clId="{0CCB27B3-0D03-4E8E-8D08-702661BB0D1D}" dt="2026-04-14T14:14:44.105" v="1634"/>
          <ac:spMkLst>
            <pc:docMk/>
            <pc:sldMk cId="597681819" sldId="308"/>
            <ac:spMk id="22" creationId="{55570E2D-C862-28C2-8155-7CE35AD6397B}"/>
          </ac:spMkLst>
        </pc:spChg>
        <pc:spChg chg="add mod">
          <ac:chgData name="Greg Deckler" userId="38fedbb726841d9a" providerId="LiveId" clId="{0CCB27B3-0D03-4E8E-8D08-702661BB0D1D}" dt="2026-04-14T14:14:44.105" v="1634"/>
          <ac:spMkLst>
            <pc:docMk/>
            <pc:sldMk cId="597681819" sldId="308"/>
            <ac:spMk id="23" creationId="{59E2BF91-27A9-150F-6C73-340CF2CA5CAF}"/>
          </ac:spMkLst>
        </pc:spChg>
        <pc:spChg chg="add mod">
          <ac:chgData name="Greg Deckler" userId="38fedbb726841d9a" providerId="LiveId" clId="{0CCB27B3-0D03-4E8E-8D08-702661BB0D1D}" dt="2026-04-14T14:14:44.105" v="1634"/>
          <ac:spMkLst>
            <pc:docMk/>
            <pc:sldMk cId="597681819" sldId="308"/>
            <ac:spMk id="25" creationId="{768D4C75-5BC5-4EBF-CDC3-3930F72EF9E1}"/>
          </ac:spMkLst>
        </pc:spChg>
        <pc:spChg chg="add mod">
          <ac:chgData name="Greg Deckler" userId="38fedbb726841d9a" providerId="LiveId" clId="{0CCB27B3-0D03-4E8E-8D08-702661BB0D1D}" dt="2026-04-14T14:14:44.105" v="1634"/>
          <ac:spMkLst>
            <pc:docMk/>
            <pc:sldMk cId="597681819" sldId="308"/>
            <ac:spMk id="26" creationId="{0A58E014-A7CE-AA7E-EA6F-085645C70DCD}"/>
          </ac:spMkLst>
        </pc:spChg>
        <pc:grpChg chg="add mod">
          <ac:chgData name="Greg Deckler" userId="38fedbb726841d9a" providerId="LiveId" clId="{0CCB27B3-0D03-4E8E-8D08-702661BB0D1D}" dt="2026-04-14T14:14:47.517" v="1635" actId="1076"/>
          <ac:grpSpMkLst>
            <pc:docMk/>
            <pc:sldMk cId="597681819" sldId="308"/>
            <ac:grpSpMk id="18" creationId="{BF015285-84C2-7E44-546E-5667EEB3289F}"/>
          </ac:grpSpMkLst>
        </pc:grpChg>
        <pc:grpChg chg="add mod">
          <ac:chgData name="Greg Deckler" userId="38fedbb726841d9a" providerId="LiveId" clId="{0CCB27B3-0D03-4E8E-8D08-702661BB0D1D}" dt="2026-04-14T14:14:44.105" v="1634"/>
          <ac:grpSpMkLst>
            <pc:docMk/>
            <pc:sldMk cId="597681819" sldId="308"/>
            <ac:grpSpMk id="20" creationId="{65F0C4D2-4ADC-FE03-5D1D-C8F2CBF37931}"/>
          </ac:grpSpMkLst>
        </pc:grpChg>
        <pc:picChg chg="add mod">
          <ac:chgData name="Greg Deckler" userId="38fedbb726841d9a" providerId="LiveId" clId="{0CCB27B3-0D03-4E8E-8D08-702661BB0D1D}" dt="2026-04-14T14:14:44.105" v="1634"/>
          <ac:picMkLst>
            <pc:docMk/>
            <pc:sldMk cId="597681819" sldId="308"/>
            <ac:picMk id="24" creationId="{017644A4-F961-69C3-BC00-D8C7E15B5804}"/>
          </ac:picMkLst>
        </pc:picChg>
      </pc:sldChg>
      <pc:sldChg chg="addSp modSp mod">
        <pc:chgData name="Greg Deckler" userId="38fedbb726841d9a" providerId="LiveId" clId="{0CCB27B3-0D03-4E8E-8D08-702661BB0D1D}" dt="2026-04-14T14:22:30.460" v="1829" actId="20577"/>
        <pc:sldMkLst>
          <pc:docMk/>
          <pc:sldMk cId="641569052" sldId="316"/>
        </pc:sldMkLst>
        <pc:spChg chg="add mod">
          <ac:chgData name="Greg Deckler" userId="38fedbb726841d9a" providerId="LiveId" clId="{0CCB27B3-0D03-4E8E-8D08-702661BB0D1D}" dt="2026-04-14T14:22:30.460" v="1829" actId="20577"/>
          <ac:spMkLst>
            <pc:docMk/>
            <pc:sldMk cId="641569052" sldId="316"/>
            <ac:spMk id="11" creationId="{77B9E151-7F22-A9BF-4521-920797B41008}"/>
          </ac:spMkLst>
        </pc:spChg>
      </pc:sldChg>
      <pc:sldChg chg="modSp mod">
        <pc:chgData name="Greg Deckler" userId="38fedbb726841d9a" providerId="LiveId" clId="{0CCB27B3-0D03-4E8E-8D08-702661BB0D1D}" dt="2026-04-16T13:22:15.282" v="5429" actId="1036"/>
        <pc:sldMkLst>
          <pc:docMk/>
          <pc:sldMk cId="1257639492" sldId="318"/>
        </pc:sldMkLst>
        <pc:spChg chg="mod">
          <ac:chgData name="Greg Deckler" userId="38fedbb726841d9a" providerId="LiveId" clId="{0CCB27B3-0D03-4E8E-8D08-702661BB0D1D}" dt="2026-04-16T13:22:15.282" v="5429" actId="1036"/>
          <ac:spMkLst>
            <pc:docMk/>
            <pc:sldMk cId="1257639492" sldId="318"/>
            <ac:spMk id="44" creationId="{7CA3A2F5-F864-C5DE-A1CE-B7F48EFC6950}"/>
          </ac:spMkLst>
        </pc:spChg>
      </pc:sldChg>
      <pc:sldChg chg="modSp mod">
        <pc:chgData name="Greg Deckler" userId="38fedbb726841d9a" providerId="LiveId" clId="{0CCB27B3-0D03-4E8E-8D08-702661BB0D1D}" dt="2026-04-14T14:20:47.592" v="1661" actId="14100"/>
        <pc:sldMkLst>
          <pc:docMk/>
          <pc:sldMk cId="1024157365" sldId="320"/>
        </pc:sldMkLst>
        <pc:spChg chg="mod">
          <ac:chgData name="Greg Deckler" userId="38fedbb726841d9a" providerId="LiveId" clId="{0CCB27B3-0D03-4E8E-8D08-702661BB0D1D}" dt="2026-04-14T14:20:47.592" v="1661" actId="14100"/>
          <ac:spMkLst>
            <pc:docMk/>
            <pc:sldMk cId="1024157365" sldId="320"/>
            <ac:spMk id="19" creationId="{3C5467C1-9F90-C45F-9DD5-61D9C29C3A71}"/>
          </ac:spMkLst>
        </pc:spChg>
      </pc:sldChg>
      <pc:sldChg chg="delSp mod">
        <pc:chgData name="Greg Deckler" userId="38fedbb726841d9a" providerId="LiveId" clId="{0CCB27B3-0D03-4E8E-8D08-702661BB0D1D}" dt="2026-04-09T00:05:21.046" v="63" actId="478"/>
        <pc:sldMkLst>
          <pc:docMk/>
          <pc:sldMk cId="297417756" sldId="323"/>
        </pc:sldMkLst>
      </pc:sldChg>
      <pc:sldChg chg="modSp mod">
        <pc:chgData name="Greg Deckler" userId="38fedbb726841d9a" providerId="LiveId" clId="{0CCB27B3-0D03-4E8E-8D08-702661BB0D1D}" dt="2026-04-09T00:09:01.490" v="138" actId="14100"/>
        <pc:sldMkLst>
          <pc:docMk/>
          <pc:sldMk cId="1246894859" sldId="324"/>
        </pc:sldMkLst>
        <pc:spChg chg="mod">
          <ac:chgData name="Greg Deckler" userId="38fedbb726841d9a" providerId="LiveId" clId="{0CCB27B3-0D03-4E8E-8D08-702661BB0D1D}" dt="2026-04-09T00:06:22.792" v="70" actId="14100"/>
          <ac:spMkLst>
            <pc:docMk/>
            <pc:sldMk cId="1246894859" sldId="324"/>
            <ac:spMk id="9" creationId="{7AB20597-83CE-88EC-5BA0-8720B2BDA2A1}"/>
          </ac:spMkLst>
        </pc:spChg>
        <pc:spChg chg="mod">
          <ac:chgData name="Greg Deckler" userId="38fedbb726841d9a" providerId="LiveId" clId="{0CCB27B3-0D03-4E8E-8D08-702661BB0D1D}" dt="2026-04-09T00:06:38.100" v="81" actId="20577"/>
          <ac:spMkLst>
            <pc:docMk/>
            <pc:sldMk cId="1246894859" sldId="324"/>
            <ac:spMk id="12" creationId="{7D8DEBA3-9A61-829A-F4F4-E8D323DAA604}"/>
          </ac:spMkLst>
        </pc:spChg>
        <pc:spChg chg="mod">
          <ac:chgData name="Greg Deckler" userId="38fedbb726841d9a" providerId="LiveId" clId="{0CCB27B3-0D03-4E8E-8D08-702661BB0D1D}" dt="2026-04-09T00:06:44.971" v="86" actId="1036"/>
          <ac:spMkLst>
            <pc:docMk/>
            <pc:sldMk cId="1246894859" sldId="324"/>
            <ac:spMk id="14" creationId="{458FE702-2A71-3149-50F2-E75160FE7A26}"/>
          </ac:spMkLst>
        </pc:spChg>
        <pc:spChg chg="mod">
          <ac:chgData name="Greg Deckler" userId="38fedbb726841d9a" providerId="LiveId" clId="{0CCB27B3-0D03-4E8E-8D08-702661BB0D1D}" dt="2026-04-09T00:06:44.971" v="86" actId="1036"/>
          <ac:spMkLst>
            <pc:docMk/>
            <pc:sldMk cId="1246894859" sldId="324"/>
            <ac:spMk id="15" creationId="{46B44009-FE4D-8439-8100-9E500D4290EC}"/>
          </ac:spMkLst>
        </pc:spChg>
        <pc:spChg chg="mod">
          <ac:chgData name="Greg Deckler" userId="38fedbb726841d9a" providerId="LiveId" clId="{0CCB27B3-0D03-4E8E-8D08-702661BB0D1D}" dt="2026-04-09T00:07:41.651" v="98" actId="14100"/>
          <ac:spMkLst>
            <pc:docMk/>
            <pc:sldMk cId="1246894859" sldId="324"/>
            <ac:spMk id="16" creationId="{2B047BCA-1A9A-36F9-ACE1-1B746CD62A9D}"/>
          </ac:spMkLst>
        </pc:spChg>
        <pc:spChg chg="mod">
          <ac:chgData name="Greg Deckler" userId="38fedbb726841d9a" providerId="LiveId" clId="{0CCB27B3-0D03-4E8E-8D08-702661BB0D1D}" dt="2026-04-09T00:07:19.121" v="92" actId="403"/>
          <ac:spMkLst>
            <pc:docMk/>
            <pc:sldMk cId="1246894859" sldId="324"/>
            <ac:spMk id="17" creationId="{CCFCF9E9-9419-9607-CAF6-2761818870E2}"/>
          </ac:spMkLst>
        </pc:spChg>
        <pc:spChg chg="mod">
          <ac:chgData name="Greg Deckler" userId="38fedbb726841d9a" providerId="LiveId" clId="{0CCB27B3-0D03-4E8E-8D08-702661BB0D1D}" dt="2026-04-09T00:07:45.279" v="99" actId="403"/>
          <ac:spMkLst>
            <pc:docMk/>
            <pc:sldMk cId="1246894859" sldId="324"/>
            <ac:spMk id="18" creationId="{60D11258-4198-8B70-2A45-069E484C3576}"/>
          </ac:spMkLst>
        </pc:spChg>
        <pc:spChg chg="mod">
          <ac:chgData name="Greg Deckler" userId="38fedbb726841d9a" providerId="LiveId" clId="{0CCB27B3-0D03-4E8E-8D08-702661BB0D1D}" dt="2026-04-09T00:07:38.649" v="97" actId="14100"/>
          <ac:spMkLst>
            <pc:docMk/>
            <pc:sldMk cId="1246894859" sldId="324"/>
            <ac:spMk id="19" creationId="{10662470-A757-2B33-133E-1C09080D4882}"/>
          </ac:spMkLst>
        </pc:spChg>
        <pc:spChg chg="mod">
          <ac:chgData name="Greg Deckler" userId="38fedbb726841d9a" providerId="LiveId" clId="{0CCB27B3-0D03-4E8E-8D08-702661BB0D1D}" dt="2026-04-09T00:07:15.055" v="91" actId="403"/>
          <ac:spMkLst>
            <pc:docMk/>
            <pc:sldMk cId="1246894859" sldId="324"/>
            <ac:spMk id="20" creationId="{720B12FB-B2E4-7DD3-54F8-35450A9DE0EB}"/>
          </ac:spMkLst>
        </pc:spChg>
        <pc:spChg chg="mod">
          <ac:chgData name="Greg Deckler" userId="38fedbb726841d9a" providerId="LiveId" clId="{0CCB27B3-0D03-4E8E-8D08-702661BB0D1D}" dt="2026-04-09T00:07:55.244" v="101" actId="403"/>
          <ac:spMkLst>
            <pc:docMk/>
            <pc:sldMk cId="1246894859" sldId="324"/>
            <ac:spMk id="21" creationId="{E1E2EDE0-40CE-F9DD-FB8F-71A0E1807ADB}"/>
          </ac:spMkLst>
        </pc:spChg>
        <pc:spChg chg="mod">
          <ac:chgData name="Greg Deckler" userId="38fedbb726841d9a" providerId="LiveId" clId="{0CCB27B3-0D03-4E8E-8D08-702661BB0D1D}" dt="2026-04-09T00:07:30.691" v="94" actId="14100"/>
          <ac:spMkLst>
            <pc:docMk/>
            <pc:sldMk cId="1246894859" sldId="324"/>
            <ac:spMk id="22" creationId="{44FB4CA4-474E-3F05-607C-F7905F7FCAD8}"/>
          </ac:spMkLst>
        </pc:spChg>
        <pc:spChg chg="mod">
          <ac:chgData name="Greg Deckler" userId="38fedbb726841d9a" providerId="LiveId" clId="{0CCB27B3-0D03-4E8E-8D08-702661BB0D1D}" dt="2026-04-09T00:07:06.379" v="90" actId="403"/>
          <ac:spMkLst>
            <pc:docMk/>
            <pc:sldMk cId="1246894859" sldId="324"/>
            <ac:spMk id="23" creationId="{91C6A7BF-A3A8-D415-5C41-929FBC2549AF}"/>
          </ac:spMkLst>
        </pc:spChg>
        <pc:spChg chg="mod">
          <ac:chgData name="Greg Deckler" userId="38fedbb726841d9a" providerId="LiveId" clId="{0CCB27B3-0D03-4E8E-8D08-702661BB0D1D}" dt="2026-04-09T00:07:50.303" v="100" actId="14100"/>
          <ac:spMkLst>
            <pc:docMk/>
            <pc:sldMk cId="1246894859" sldId="324"/>
            <ac:spMk id="24" creationId="{5AA751DE-035B-1F2B-8E81-943B9AB942AC}"/>
          </ac:spMkLst>
        </pc:spChg>
        <pc:spChg chg="mod">
          <ac:chgData name="Greg Deckler" userId="38fedbb726841d9a" providerId="LiveId" clId="{0CCB27B3-0D03-4E8E-8D08-702661BB0D1D}" dt="2026-04-09T00:07:33.169" v="95" actId="14100"/>
          <ac:spMkLst>
            <pc:docMk/>
            <pc:sldMk cId="1246894859" sldId="324"/>
            <ac:spMk id="25" creationId="{6B9DCA43-8F8B-C146-55F9-9E27A41710CB}"/>
          </ac:spMkLst>
        </pc:spChg>
        <pc:spChg chg="mod">
          <ac:chgData name="Greg Deckler" userId="38fedbb726841d9a" providerId="LiveId" clId="{0CCB27B3-0D03-4E8E-8D08-702661BB0D1D}" dt="2026-04-09T00:07:00.815" v="89" actId="404"/>
          <ac:spMkLst>
            <pc:docMk/>
            <pc:sldMk cId="1246894859" sldId="324"/>
            <ac:spMk id="26" creationId="{BF707ED2-DBA0-E75F-ECFA-4D63E8FC52D7}"/>
          </ac:spMkLst>
        </pc:spChg>
        <pc:spChg chg="mod">
          <ac:chgData name="Greg Deckler" userId="38fedbb726841d9a" providerId="LiveId" clId="{0CCB27B3-0D03-4E8E-8D08-702661BB0D1D}" dt="2026-04-09T00:07:58.344" v="102" actId="403"/>
          <ac:spMkLst>
            <pc:docMk/>
            <pc:sldMk cId="1246894859" sldId="324"/>
            <ac:spMk id="27" creationId="{77EA3C58-5A6C-B56D-F622-90E973FDD94A}"/>
          </ac:spMkLst>
        </pc:spChg>
        <pc:spChg chg="mod">
          <ac:chgData name="Greg Deckler" userId="38fedbb726841d9a" providerId="LiveId" clId="{0CCB27B3-0D03-4E8E-8D08-702661BB0D1D}" dt="2026-04-09T00:09:01.490" v="138" actId="14100"/>
          <ac:spMkLst>
            <pc:docMk/>
            <pc:sldMk cId="1246894859" sldId="324"/>
            <ac:spMk id="28" creationId="{4C4D3109-B6F3-3213-B35E-DBC7C2B146AF}"/>
          </ac:spMkLst>
        </pc:spChg>
        <pc:spChg chg="mod">
          <ac:chgData name="Greg Deckler" userId="38fedbb726841d9a" providerId="LiveId" clId="{0CCB27B3-0D03-4E8E-8D08-702661BB0D1D}" dt="2026-04-09T00:08:20.153" v="113" actId="403"/>
          <ac:spMkLst>
            <pc:docMk/>
            <pc:sldMk cId="1246894859" sldId="324"/>
            <ac:spMk id="29" creationId="{5ADE03A1-E6D3-DB67-F1CF-16046D9E6795}"/>
          </ac:spMkLst>
        </pc:spChg>
        <pc:spChg chg="mod">
          <ac:chgData name="Greg Deckler" userId="38fedbb726841d9a" providerId="LiveId" clId="{0CCB27B3-0D03-4E8E-8D08-702661BB0D1D}" dt="2026-04-09T00:08:35.224" v="121" actId="404"/>
          <ac:spMkLst>
            <pc:docMk/>
            <pc:sldMk cId="1246894859" sldId="324"/>
            <ac:spMk id="30" creationId="{E7B23850-C2D0-B208-E6B7-BF18462359D1}"/>
          </ac:spMkLst>
        </pc:spChg>
        <pc:spChg chg="mod">
          <ac:chgData name="Greg Deckler" userId="38fedbb726841d9a" providerId="LiveId" clId="{0CCB27B3-0D03-4E8E-8D08-702661BB0D1D}" dt="2026-04-09T00:08:58.128" v="137" actId="1038"/>
          <ac:spMkLst>
            <pc:docMk/>
            <pc:sldMk cId="1246894859" sldId="324"/>
            <ac:spMk id="31" creationId="{D105DA21-2DCC-873A-EC6C-DD083C728DC9}"/>
          </ac:spMkLst>
        </pc:spChg>
        <pc:spChg chg="mod">
          <ac:chgData name="Greg Deckler" userId="38fedbb726841d9a" providerId="LiveId" clId="{0CCB27B3-0D03-4E8E-8D08-702661BB0D1D}" dt="2026-04-09T00:08:58.128" v="137" actId="1038"/>
          <ac:spMkLst>
            <pc:docMk/>
            <pc:sldMk cId="1246894859" sldId="324"/>
            <ac:spMk id="32" creationId="{D1748652-1A39-D8D7-4C6E-06DBAE3D2304}"/>
          </ac:spMkLst>
        </pc:spChg>
        <pc:spChg chg="mod">
          <ac:chgData name="Greg Deckler" userId="38fedbb726841d9a" providerId="LiveId" clId="{0CCB27B3-0D03-4E8E-8D08-702661BB0D1D}" dt="2026-04-09T00:08:58.128" v="137" actId="1038"/>
          <ac:spMkLst>
            <pc:docMk/>
            <pc:sldMk cId="1246894859" sldId="324"/>
            <ac:spMk id="33" creationId="{08937E0E-029D-1E78-9B82-3741B079D5AD}"/>
          </ac:spMkLst>
        </pc:spChg>
      </pc:sldChg>
      <pc:sldChg chg="modSp mod">
        <pc:chgData name="Greg Deckler" userId="38fedbb726841d9a" providerId="LiveId" clId="{0CCB27B3-0D03-4E8E-8D08-702661BB0D1D}" dt="2026-04-16T13:56:32.369" v="5530" actId="1036"/>
        <pc:sldMkLst>
          <pc:docMk/>
          <pc:sldMk cId="811562252" sldId="325"/>
        </pc:sldMkLst>
        <pc:spChg chg="mod">
          <ac:chgData name="Greg Deckler" userId="38fedbb726841d9a" providerId="LiveId" clId="{0CCB27B3-0D03-4E8E-8D08-702661BB0D1D}" dt="2026-04-09T00:13:40.438" v="261" actId="14100"/>
          <ac:spMkLst>
            <pc:docMk/>
            <pc:sldMk cId="811562252" sldId="325"/>
            <ac:spMk id="9" creationId="{0D4EA1AA-4810-57EB-93DA-2462C009368D}"/>
          </ac:spMkLst>
        </pc:spChg>
        <pc:spChg chg="mod">
          <ac:chgData name="Greg Deckler" userId="38fedbb726841d9a" providerId="LiveId" clId="{0CCB27B3-0D03-4E8E-8D08-702661BB0D1D}" dt="2026-04-09T00:13:52.192" v="269" actId="1036"/>
          <ac:spMkLst>
            <pc:docMk/>
            <pc:sldMk cId="811562252" sldId="325"/>
            <ac:spMk id="12" creationId="{3E087974-2C94-C1D3-DFF6-6806052C1F3E}"/>
          </ac:spMkLst>
        </pc:spChg>
        <pc:spChg chg="mod">
          <ac:chgData name="Greg Deckler" userId="38fedbb726841d9a" providerId="LiveId" clId="{0CCB27B3-0D03-4E8E-8D08-702661BB0D1D}" dt="2026-04-09T00:14:01.489" v="274" actId="1036"/>
          <ac:spMkLst>
            <pc:docMk/>
            <pc:sldMk cId="811562252" sldId="325"/>
            <ac:spMk id="13" creationId="{9676DAB8-DB73-C1EB-90BE-91F715320985}"/>
          </ac:spMkLst>
        </pc:spChg>
        <pc:spChg chg="mod">
          <ac:chgData name="Greg Deckler" userId="38fedbb726841d9a" providerId="LiveId" clId="{0CCB27B3-0D03-4E8E-8D08-702661BB0D1D}" dt="2026-04-09T00:14:09.372" v="277" actId="403"/>
          <ac:spMkLst>
            <pc:docMk/>
            <pc:sldMk cId="811562252" sldId="325"/>
            <ac:spMk id="14" creationId="{D5C4683F-DAB5-9C56-1C93-58DCEEF8226D}"/>
          </ac:spMkLst>
        </pc:spChg>
        <pc:spChg chg="mod">
          <ac:chgData name="Greg Deckler" userId="38fedbb726841d9a" providerId="LiveId" clId="{0CCB27B3-0D03-4E8E-8D08-702661BB0D1D}" dt="2026-04-14T19:56:17.460" v="2041" actId="20577"/>
          <ac:spMkLst>
            <pc:docMk/>
            <pc:sldMk cId="811562252" sldId="325"/>
            <ac:spMk id="15" creationId="{28A5F23E-45AE-964B-1335-45944564DA33}"/>
          </ac:spMkLst>
        </pc:spChg>
        <pc:spChg chg="mod">
          <ac:chgData name="Greg Deckler" userId="38fedbb726841d9a" providerId="LiveId" clId="{0CCB27B3-0D03-4E8E-8D08-702661BB0D1D}" dt="2026-04-09T00:15:14.830" v="301" actId="1038"/>
          <ac:spMkLst>
            <pc:docMk/>
            <pc:sldMk cId="811562252" sldId="325"/>
            <ac:spMk id="16" creationId="{C4F7FA1B-518D-A84A-4979-1F93B3ECE111}"/>
          </ac:spMkLst>
        </pc:spChg>
        <pc:spChg chg="mod">
          <ac:chgData name="Greg Deckler" userId="38fedbb726841d9a" providerId="LiveId" clId="{0CCB27B3-0D03-4E8E-8D08-702661BB0D1D}" dt="2026-04-09T00:15:14.830" v="301" actId="1038"/>
          <ac:spMkLst>
            <pc:docMk/>
            <pc:sldMk cId="811562252" sldId="325"/>
            <ac:spMk id="17" creationId="{72C783B7-716D-6B0C-7EC1-0140213707AD}"/>
          </ac:spMkLst>
        </pc:spChg>
        <pc:spChg chg="mod">
          <ac:chgData name="Greg Deckler" userId="38fedbb726841d9a" providerId="LiveId" clId="{0CCB27B3-0D03-4E8E-8D08-702661BB0D1D}" dt="2026-04-14T19:44:51.292" v="2024" actId="2710"/>
          <ac:spMkLst>
            <pc:docMk/>
            <pc:sldMk cId="811562252" sldId="325"/>
            <ac:spMk id="18" creationId="{1B5D57F0-4641-738D-1D19-4A46A77B375B}"/>
          </ac:spMkLst>
        </pc:spChg>
        <pc:spChg chg="mod">
          <ac:chgData name="Greg Deckler" userId="38fedbb726841d9a" providerId="LiveId" clId="{0CCB27B3-0D03-4E8E-8D08-702661BB0D1D}" dt="2026-04-16T13:56:32.369" v="5530" actId="1036"/>
          <ac:spMkLst>
            <pc:docMk/>
            <pc:sldMk cId="811562252" sldId="325"/>
            <ac:spMk id="19" creationId="{176DBE9A-FE50-AB1B-29E0-B93FE5A31DAA}"/>
          </ac:spMkLst>
        </pc:spChg>
        <pc:spChg chg="mod">
          <ac:chgData name="Greg Deckler" userId="38fedbb726841d9a" providerId="LiveId" clId="{0CCB27B3-0D03-4E8E-8D08-702661BB0D1D}" dt="2026-04-16T13:56:32.369" v="5530" actId="1036"/>
          <ac:spMkLst>
            <pc:docMk/>
            <pc:sldMk cId="811562252" sldId="325"/>
            <ac:spMk id="20" creationId="{4CA1FAE0-0AD1-34F5-AF32-68555AD29B26}"/>
          </ac:spMkLst>
        </pc:spChg>
      </pc:sldChg>
      <pc:sldChg chg="modSp mod">
        <pc:chgData name="Greg Deckler" userId="38fedbb726841d9a" providerId="LiveId" clId="{0CCB27B3-0D03-4E8E-8D08-702661BB0D1D}" dt="2026-04-09T00:11:08.610" v="203" actId="403"/>
        <pc:sldMkLst>
          <pc:docMk/>
          <pc:sldMk cId="3232034238" sldId="326"/>
        </pc:sldMkLst>
        <pc:spChg chg="mod">
          <ac:chgData name="Greg Deckler" userId="38fedbb726841d9a" providerId="LiveId" clId="{0CCB27B3-0D03-4E8E-8D08-702661BB0D1D}" dt="2026-04-09T00:09:23.493" v="141" actId="14100"/>
          <ac:spMkLst>
            <pc:docMk/>
            <pc:sldMk cId="3232034238" sldId="326"/>
            <ac:spMk id="9" creationId="{692F7504-8A80-D7A0-005F-94DE0AB035D2}"/>
          </ac:spMkLst>
        </pc:spChg>
        <pc:spChg chg="mod">
          <ac:chgData name="Greg Deckler" userId="38fedbb726841d9a" providerId="LiveId" clId="{0CCB27B3-0D03-4E8E-8D08-702661BB0D1D}" dt="2026-04-09T00:09:35.665" v="150" actId="20577"/>
          <ac:spMkLst>
            <pc:docMk/>
            <pc:sldMk cId="3232034238" sldId="326"/>
            <ac:spMk id="12" creationId="{D556194D-246D-0F8C-6B06-873FE38C1F34}"/>
          </ac:spMkLst>
        </pc:spChg>
        <pc:spChg chg="mod">
          <ac:chgData name="Greg Deckler" userId="38fedbb726841d9a" providerId="LiveId" clId="{0CCB27B3-0D03-4E8E-8D08-702661BB0D1D}" dt="2026-04-09T00:09:45.146" v="168" actId="1036"/>
          <ac:spMkLst>
            <pc:docMk/>
            <pc:sldMk cId="3232034238" sldId="326"/>
            <ac:spMk id="13" creationId="{20405D5C-EEC4-67AE-1BDD-D574AF056DDB}"/>
          </ac:spMkLst>
        </pc:spChg>
        <pc:spChg chg="mod">
          <ac:chgData name="Greg Deckler" userId="38fedbb726841d9a" providerId="LiveId" clId="{0CCB27B3-0D03-4E8E-8D08-702661BB0D1D}" dt="2026-04-09T00:09:57.753" v="171" actId="403"/>
          <ac:spMkLst>
            <pc:docMk/>
            <pc:sldMk cId="3232034238" sldId="326"/>
            <ac:spMk id="14" creationId="{28AB5B96-CF3D-575B-7417-4DC9D194BC95}"/>
          </ac:spMkLst>
        </pc:spChg>
        <pc:spChg chg="mod">
          <ac:chgData name="Greg Deckler" userId="38fedbb726841d9a" providerId="LiveId" clId="{0CCB27B3-0D03-4E8E-8D08-702661BB0D1D}" dt="2026-04-09T00:10:19.347" v="188" actId="403"/>
          <ac:spMkLst>
            <pc:docMk/>
            <pc:sldMk cId="3232034238" sldId="326"/>
            <ac:spMk id="15" creationId="{80ED79BE-BCFA-2D4C-2922-CDC4C1B68A97}"/>
          </ac:spMkLst>
        </pc:spChg>
        <pc:spChg chg="mod">
          <ac:chgData name="Greg Deckler" userId="38fedbb726841d9a" providerId="LiveId" clId="{0CCB27B3-0D03-4E8E-8D08-702661BB0D1D}" dt="2026-04-09T00:09:45.146" v="168" actId="1036"/>
          <ac:spMkLst>
            <pc:docMk/>
            <pc:sldMk cId="3232034238" sldId="326"/>
            <ac:spMk id="16" creationId="{1858121D-B80E-41DB-6206-B5325EFB3882}"/>
          </ac:spMkLst>
        </pc:spChg>
        <pc:spChg chg="mod">
          <ac:chgData name="Greg Deckler" userId="38fedbb726841d9a" providerId="LiveId" clId="{0CCB27B3-0D03-4E8E-8D08-702661BB0D1D}" dt="2026-04-09T00:10:01.714" v="174" actId="403"/>
          <ac:spMkLst>
            <pc:docMk/>
            <pc:sldMk cId="3232034238" sldId="326"/>
            <ac:spMk id="17" creationId="{15AE76CE-9AA7-4DE0-FE29-04CCEB7CEA4E}"/>
          </ac:spMkLst>
        </pc:spChg>
        <pc:spChg chg="mod">
          <ac:chgData name="Greg Deckler" userId="38fedbb726841d9a" providerId="LiveId" clId="{0CCB27B3-0D03-4E8E-8D08-702661BB0D1D}" dt="2026-04-09T00:10:23.121" v="191" actId="403"/>
          <ac:spMkLst>
            <pc:docMk/>
            <pc:sldMk cId="3232034238" sldId="326"/>
            <ac:spMk id="18" creationId="{7EEF050C-5CEB-2949-F85D-2192193518E4}"/>
          </ac:spMkLst>
        </pc:spChg>
        <pc:spChg chg="mod">
          <ac:chgData name="Greg Deckler" userId="38fedbb726841d9a" providerId="LiveId" clId="{0CCB27B3-0D03-4E8E-8D08-702661BB0D1D}" dt="2026-04-09T00:09:45.146" v="168" actId="1036"/>
          <ac:spMkLst>
            <pc:docMk/>
            <pc:sldMk cId="3232034238" sldId="326"/>
            <ac:spMk id="19" creationId="{DAF583E3-5C9B-A71D-0E33-B1E0C6AC48F7}"/>
          </ac:spMkLst>
        </pc:spChg>
        <pc:spChg chg="mod">
          <ac:chgData name="Greg Deckler" userId="38fedbb726841d9a" providerId="LiveId" clId="{0CCB27B3-0D03-4E8E-8D08-702661BB0D1D}" dt="2026-04-09T00:10:16.287" v="185" actId="403"/>
          <ac:spMkLst>
            <pc:docMk/>
            <pc:sldMk cId="3232034238" sldId="326"/>
            <ac:spMk id="20" creationId="{D0FF89EA-EA7F-87DE-41FA-F48131D75C3E}"/>
          </ac:spMkLst>
        </pc:spChg>
        <pc:spChg chg="mod">
          <ac:chgData name="Greg Deckler" userId="38fedbb726841d9a" providerId="LiveId" clId="{0CCB27B3-0D03-4E8E-8D08-702661BB0D1D}" dt="2026-04-09T00:10:29.341" v="194" actId="403"/>
          <ac:spMkLst>
            <pc:docMk/>
            <pc:sldMk cId="3232034238" sldId="326"/>
            <ac:spMk id="21" creationId="{8DD02911-8250-45B5-17CD-85420535AAA0}"/>
          </ac:spMkLst>
        </pc:spChg>
        <pc:spChg chg="mod">
          <ac:chgData name="Greg Deckler" userId="38fedbb726841d9a" providerId="LiveId" clId="{0CCB27B3-0D03-4E8E-8D08-702661BB0D1D}" dt="2026-04-09T00:11:00.152" v="197" actId="403"/>
          <ac:spMkLst>
            <pc:docMk/>
            <pc:sldMk cId="3232034238" sldId="326"/>
            <ac:spMk id="22" creationId="{DF96F6A8-A0B1-B27E-197A-68E3DA1F95CA}"/>
          </ac:spMkLst>
        </pc:spChg>
        <pc:spChg chg="mod">
          <ac:chgData name="Greg Deckler" userId="38fedbb726841d9a" providerId="LiveId" clId="{0CCB27B3-0D03-4E8E-8D08-702661BB0D1D}" dt="2026-04-09T00:11:05.062" v="200" actId="403"/>
          <ac:spMkLst>
            <pc:docMk/>
            <pc:sldMk cId="3232034238" sldId="326"/>
            <ac:spMk id="23" creationId="{5154E688-5D85-3A39-10BF-4234843EF8D5}"/>
          </ac:spMkLst>
        </pc:spChg>
        <pc:spChg chg="mod">
          <ac:chgData name="Greg Deckler" userId="38fedbb726841d9a" providerId="LiveId" clId="{0CCB27B3-0D03-4E8E-8D08-702661BB0D1D}" dt="2026-04-09T00:11:08.610" v="203" actId="403"/>
          <ac:spMkLst>
            <pc:docMk/>
            <pc:sldMk cId="3232034238" sldId="326"/>
            <ac:spMk id="24" creationId="{C76AD038-FF1E-583E-880D-DC22883EDA9A}"/>
          </ac:spMkLst>
        </pc:spChg>
      </pc:sldChg>
      <pc:sldChg chg="modSp mod">
        <pc:chgData name="Greg Deckler" userId="38fedbb726841d9a" providerId="LiveId" clId="{0CCB27B3-0D03-4E8E-8D08-702661BB0D1D}" dt="2026-04-09T00:13:13.862" v="256" actId="6549"/>
        <pc:sldMkLst>
          <pc:docMk/>
          <pc:sldMk cId="2485308690" sldId="327"/>
        </pc:sldMkLst>
        <pc:spChg chg="mod">
          <ac:chgData name="Greg Deckler" userId="38fedbb726841d9a" providerId="LiveId" clId="{0CCB27B3-0D03-4E8E-8D08-702661BB0D1D}" dt="2026-04-09T00:11:34.782" v="212" actId="403"/>
          <ac:spMkLst>
            <pc:docMk/>
            <pc:sldMk cId="2485308690" sldId="327"/>
            <ac:spMk id="9" creationId="{E5BE25E5-F637-B37E-F36F-24C71E56117B}"/>
          </ac:spMkLst>
        </pc:spChg>
        <pc:spChg chg="mod">
          <ac:chgData name="Greg Deckler" userId="38fedbb726841d9a" providerId="LiveId" clId="{0CCB27B3-0D03-4E8E-8D08-702661BB0D1D}" dt="2026-04-09T00:11:47.571" v="222" actId="1035"/>
          <ac:spMkLst>
            <pc:docMk/>
            <pc:sldMk cId="2485308690" sldId="327"/>
            <ac:spMk id="12" creationId="{8DD61F86-B47A-584F-8361-0C6244E7E1E4}"/>
          </ac:spMkLst>
        </pc:spChg>
        <pc:spChg chg="mod">
          <ac:chgData name="Greg Deckler" userId="38fedbb726841d9a" providerId="LiveId" clId="{0CCB27B3-0D03-4E8E-8D08-702661BB0D1D}" dt="2026-04-09T00:12:40.889" v="241" actId="14100"/>
          <ac:spMkLst>
            <pc:docMk/>
            <pc:sldMk cId="2485308690" sldId="327"/>
            <ac:spMk id="18" creationId="{A5339016-74F1-4881-F526-CC65EC348AA7}"/>
          </ac:spMkLst>
        </pc:spChg>
        <pc:spChg chg="mod">
          <ac:chgData name="Greg Deckler" userId="38fedbb726841d9a" providerId="LiveId" clId="{0CCB27B3-0D03-4E8E-8D08-702661BB0D1D}" dt="2026-04-09T00:12:08.149" v="225" actId="403"/>
          <ac:spMkLst>
            <pc:docMk/>
            <pc:sldMk cId="2485308690" sldId="327"/>
            <ac:spMk id="19" creationId="{B1C8B228-1D53-612F-CB3D-62ABD1874E24}"/>
          </ac:spMkLst>
        </pc:spChg>
        <pc:spChg chg="mod">
          <ac:chgData name="Greg Deckler" userId="38fedbb726841d9a" providerId="LiveId" clId="{0CCB27B3-0D03-4E8E-8D08-702661BB0D1D}" dt="2026-04-09T00:12:36.973" v="240" actId="403"/>
          <ac:spMkLst>
            <pc:docMk/>
            <pc:sldMk cId="2485308690" sldId="327"/>
            <ac:spMk id="20" creationId="{3B050008-36FF-B3D1-FAB8-1FD90E85F50B}"/>
          </ac:spMkLst>
        </pc:spChg>
        <pc:spChg chg="mod">
          <ac:chgData name="Greg Deckler" userId="38fedbb726841d9a" providerId="LiveId" clId="{0CCB27B3-0D03-4E8E-8D08-702661BB0D1D}" dt="2026-04-09T00:12:44.205" v="242" actId="14100"/>
          <ac:spMkLst>
            <pc:docMk/>
            <pc:sldMk cId="2485308690" sldId="327"/>
            <ac:spMk id="21" creationId="{BE34A804-2BA8-0B2F-2030-0DD2D9F7C87E}"/>
          </ac:spMkLst>
        </pc:spChg>
        <pc:spChg chg="mod">
          <ac:chgData name="Greg Deckler" userId="38fedbb726841d9a" providerId="LiveId" clId="{0CCB27B3-0D03-4E8E-8D08-702661BB0D1D}" dt="2026-04-09T00:12:11.550" v="228" actId="403"/>
          <ac:spMkLst>
            <pc:docMk/>
            <pc:sldMk cId="2485308690" sldId="327"/>
            <ac:spMk id="22" creationId="{16AB1B94-AAD6-1426-8092-A23E5EB7F739}"/>
          </ac:spMkLst>
        </pc:spChg>
        <pc:spChg chg="mod">
          <ac:chgData name="Greg Deckler" userId="38fedbb726841d9a" providerId="LiveId" clId="{0CCB27B3-0D03-4E8E-8D08-702661BB0D1D}" dt="2026-04-09T00:12:51.849" v="248" actId="404"/>
          <ac:spMkLst>
            <pc:docMk/>
            <pc:sldMk cId="2485308690" sldId="327"/>
            <ac:spMk id="23" creationId="{BF8223BD-67E7-0BDD-3CAD-9F819318976E}"/>
          </ac:spMkLst>
        </pc:spChg>
        <pc:spChg chg="mod">
          <ac:chgData name="Greg Deckler" userId="38fedbb726841d9a" providerId="LiveId" clId="{0CCB27B3-0D03-4E8E-8D08-702661BB0D1D}" dt="2026-04-09T00:12:46.197" v="243" actId="14100"/>
          <ac:spMkLst>
            <pc:docMk/>
            <pc:sldMk cId="2485308690" sldId="327"/>
            <ac:spMk id="24" creationId="{D39452E6-56A0-2891-4E32-9DFC08424DDB}"/>
          </ac:spMkLst>
        </pc:spChg>
        <pc:spChg chg="mod">
          <ac:chgData name="Greg Deckler" userId="38fedbb726841d9a" providerId="LiveId" clId="{0CCB27B3-0D03-4E8E-8D08-702661BB0D1D}" dt="2026-04-09T00:12:14.772" v="231" actId="403"/>
          <ac:spMkLst>
            <pc:docMk/>
            <pc:sldMk cId="2485308690" sldId="327"/>
            <ac:spMk id="25" creationId="{480DC80A-DF2A-2F45-3AC0-574C21801C6C}"/>
          </ac:spMkLst>
        </pc:spChg>
        <pc:spChg chg="mod">
          <ac:chgData name="Greg Deckler" userId="38fedbb726841d9a" providerId="LiveId" clId="{0CCB27B3-0D03-4E8E-8D08-702661BB0D1D}" dt="2026-04-09T00:12:18.678" v="234" actId="403"/>
          <ac:spMkLst>
            <pc:docMk/>
            <pc:sldMk cId="2485308690" sldId="327"/>
            <ac:spMk id="26" creationId="{0AC6F961-B29D-447B-DE16-D155128B9DF4}"/>
          </ac:spMkLst>
        </pc:spChg>
        <pc:spChg chg="mod">
          <ac:chgData name="Greg Deckler" userId="38fedbb726841d9a" providerId="LiveId" clId="{0CCB27B3-0D03-4E8E-8D08-702661BB0D1D}" dt="2026-04-09T00:13:08.966" v="255" actId="14100"/>
          <ac:spMkLst>
            <pc:docMk/>
            <pc:sldMk cId="2485308690" sldId="327"/>
            <ac:spMk id="27" creationId="{48B5C07F-24CF-8D9C-A840-3B9FCEB358C7}"/>
          </ac:spMkLst>
        </pc:spChg>
        <pc:spChg chg="mod">
          <ac:chgData name="Greg Deckler" userId="38fedbb726841d9a" providerId="LiveId" clId="{0CCB27B3-0D03-4E8E-8D08-702661BB0D1D}" dt="2026-04-09T00:13:01.539" v="251" actId="403"/>
          <ac:spMkLst>
            <pc:docMk/>
            <pc:sldMk cId="2485308690" sldId="327"/>
            <ac:spMk id="28" creationId="{7FBA35D8-406F-7A3E-4453-2321E578051C}"/>
          </ac:spMkLst>
        </pc:spChg>
        <pc:spChg chg="mod">
          <ac:chgData name="Greg Deckler" userId="38fedbb726841d9a" providerId="LiveId" clId="{0CCB27B3-0D03-4E8E-8D08-702661BB0D1D}" dt="2026-04-09T00:13:05.137" v="254" actId="403"/>
          <ac:spMkLst>
            <pc:docMk/>
            <pc:sldMk cId="2485308690" sldId="327"/>
            <ac:spMk id="29" creationId="{AC08B2A4-72CF-B711-A780-AD9AD3EC6C5A}"/>
          </ac:spMkLst>
        </pc:spChg>
        <pc:spChg chg="mod">
          <ac:chgData name="Greg Deckler" userId="38fedbb726841d9a" providerId="LiveId" clId="{0CCB27B3-0D03-4E8E-8D08-702661BB0D1D}" dt="2026-04-09T00:13:13.862" v="256" actId="6549"/>
          <ac:spMkLst>
            <pc:docMk/>
            <pc:sldMk cId="2485308690" sldId="327"/>
            <ac:spMk id="30" creationId="{33957C7A-8937-0601-EA12-2412B134A1E0}"/>
          </ac:spMkLst>
        </pc:spChg>
      </pc:sldChg>
      <pc:sldChg chg="addSp delSp modSp mod">
        <pc:chgData name="Greg Deckler" userId="38fedbb726841d9a" providerId="LiveId" clId="{0CCB27B3-0D03-4E8E-8D08-702661BB0D1D}" dt="2026-04-16T13:45:37.908" v="5527" actId="403"/>
        <pc:sldMkLst>
          <pc:docMk/>
          <pc:sldMk cId="3574116169" sldId="328"/>
        </pc:sldMkLst>
        <pc:spChg chg="del mod">
          <ac:chgData name="Greg Deckler" userId="38fedbb726841d9a" providerId="LiveId" clId="{0CCB27B3-0D03-4E8E-8D08-702661BB0D1D}" dt="2026-04-16T13:42:05.656" v="5433" actId="478"/>
          <ac:spMkLst>
            <pc:docMk/>
            <pc:sldMk cId="3574116169" sldId="328"/>
            <ac:spMk id="9" creationId="{968B0A3A-841E-A87D-EFAD-8CC0B88041A4}"/>
          </ac:spMkLst>
        </pc:spChg>
        <pc:spChg chg="del mod">
          <ac:chgData name="Greg Deckler" userId="38fedbb726841d9a" providerId="LiveId" clId="{0CCB27B3-0D03-4E8E-8D08-702661BB0D1D}" dt="2026-04-16T13:42:09.881" v="5434" actId="478"/>
          <ac:spMkLst>
            <pc:docMk/>
            <pc:sldMk cId="3574116169" sldId="328"/>
            <ac:spMk id="12" creationId="{18D816AD-6485-8AF3-A5E6-25BA63C8BD59}"/>
          </ac:spMkLst>
        </pc:spChg>
        <pc:spChg chg="del mod">
          <ac:chgData name="Greg Deckler" userId="38fedbb726841d9a" providerId="LiveId" clId="{0CCB27B3-0D03-4E8E-8D08-702661BB0D1D}" dt="2026-04-16T13:42:05.656" v="5433" actId="478"/>
          <ac:spMkLst>
            <pc:docMk/>
            <pc:sldMk cId="3574116169" sldId="328"/>
            <ac:spMk id="13" creationId="{31102C74-628A-B1EE-B32F-AAFC6A37851B}"/>
          </ac:spMkLst>
        </pc:spChg>
        <pc:spChg chg="del mod">
          <ac:chgData name="Greg Deckler" userId="38fedbb726841d9a" providerId="LiveId" clId="{0CCB27B3-0D03-4E8E-8D08-702661BB0D1D}" dt="2026-04-16T13:42:05.656" v="5433" actId="478"/>
          <ac:spMkLst>
            <pc:docMk/>
            <pc:sldMk cId="3574116169" sldId="328"/>
            <ac:spMk id="14" creationId="{04919BD9-51EF-D8B4-9B39-55EC081491AE}"/>
          </ac:spMkLst>
        </pc:spChg>
        <pc:spChg chg="del mod">
          <ac:chgData name="Greg Deckler" userId="38fedbb726841d9a" providerId="LiveId" clId="{0CCB27B3-0D03-4E8E-8D08-702661BB0D1D}" dt="2026-04-16T13:42:05.656" v="5433" actId="478"/>
          <ac:spMkLst>
            <pc:docMk/>
            <pc:sldMk cId="3574116169" sldId="328"/>
            <ac:spMk id="15" creationId="{92B54A52-DBCB-D8DB-87D2-C48D15126C23}"/>
          </ac:spMkLst>
        </pc:spChg>
        <pc:spChg chg="mod">
          <ac:chgData name="Greg Deckler" userId="38fedbb726841d9a" providerId="LiveId" clId="{0CCB27B3-0D03-4E8E-8D08-702661BB0D1D}" dt="2026-04-16T13:45:03.891" v="5508" actId="1035"/>
          <ac:spMkLst>
            <pc:docMk/>
            <pc:sldMk cId="3574116169" sldId="328"/>
            <ac:spMk id="16" creationId="{E475DE32-17B2-E682-8609-669CD098A3A3}"/>
          </ac:spMkLst>
        </pc:spChg>
        <pc:spChg chg="del mod">
          <ac:chgData name="Greg Deckler" userId="38fedbb726841d9a" providerId="LiveId" clId="{0CCB27B3-0D03-4E8E-8D08-702661BB0D1D}" dt="2026-04-16T13:42:05.656" v="5433" actId="478"/>
          <ac:spMkLst>
            <pc:docMk/>
            <pc:sldMk cId="3574116169" sldId="328"/>
            <ac:spMk id="17" creationId="{040917F7-8D34-64D9-B978-E231026D780F}"/>
          </ac:spMkLst>
        </pc:spChg>
        <pc:spChg chg="del mod">
          <ac:chgData name="Greg Deckler" userId="38fedbb726841d9a" providerId="LiveId" clId="{0CCB27B3-0D03-4E8E-8D08-702661BB0D1D}" dt="2026-04-16T13:42:05.656" v="5433" actId="478"/>
          <ac:spMkLst>
            <pc:docMk/>
            <pc:sldMk cId="3574116169" sldId="328"/>
            <ac:spMk id="18" creationId="{C97670FB-160D-4693-442E-DC0FA389FDB2}"/>
          </ac:spMkLst>
        </pc:spChg>
        <pc:spChg chg="mod">
          <ac:chgData name="Greg Deckler" userId="38fedbb726841d9a" providerId="LiveId" clId="{0CCB27B3-0D03-4E8E-8D08-702661BB0D1D}" dt="2026-04-16T13:43:22.444" v="5454" actId="14100"/>
          <ac:spMkLst>
            <pc:docMk/>
            <pc:sldMk cId="3574116169" sldId="328"/>
            <ac:spMk id="19" creationId="{C809BE17-BF53-CEEA-C0D9-3C04CC133198}"/>
          </ac:spMkLst>
        </pc:spChg>
        <pc:spChg chg="del mod">
          <ac:chgData name="Greg Deckler" userId="38fedbb726841d9a" providerId="LiveId" clId="{0CCB27B3-0D03-4E8E-8D08-702661BB0D1D}" dt="2026-04-16T13:42:05.656" v="5433" actId="478"/>
          <ac:spMkLst>
            <pc:docMk/>
            <pc:sldMk cId="3574116169" sldId="328"/>
            <ac:spMk id="20" creationId="{5ECDCDB4-9BFF-085D-1214-48056D47D57C}"/>
          </ac:spMkLst>
        </pc:spChg>
        <pc:spChg chg="del mod">
          <ac:chgData name="Greg Deckler" userId="38fedbb726841d9a" providerId="LiveId" clId="{0CCB27B3-0D03-4E8E-8D08-702661BB0D1D}" dt="2026-04-16T13:42:05.656" v="5433" actId="478"/>
          <ac:spMkLst>
            <pc:docMk/>
            <pc:sldMk cId="3574116169" sldId="328"/>
            <ac:spMk id="21" creationId="{2B957848-E9E0-AA77-0ED3-65537AF24768}"/>
          </ac:spMkLst>
        </pc:spChg>
        <pc:spChg chg="mod">
          <ac:chgData name="Greg Deckler" userId="38fedbb726841d9a" providerId="LiveId" clId="{0CCB27B3-0D03-4E8E-8D08-702661BB0D1D}" dt="2026-04-16T13:44:13.753" v="5479" actId="1076"/>
          <ac:spMkLst>
            <pc:docMk/>
            <pc:sldMk cId="3574116169" sldId="328"/>
            <ac:spMk id="22" creationId="{0859AD29-34BF-D852-ED0B-A5646046F9D1}"/>
          </ac:spMkLst>
        </pc:spChg>
        <pc:spChg chg="add del mod ord">
          <ac:chgData name="Greg Deckler" userId="38fedbb726841d9a" providerId="LiveId" clId="{0CCB27B3-0D03-4E8E-8D08-702661BB0D1D}" dt="2026-04-16T13:42:05.656" v="5433" actId="478"/>
          <ac:spMkLst>
            <pc:docMk/>
            <pc:sldMk cId="3574116169" sldId="328"/>
            <ac:spMk id="23" creationId="{2B17686A-DFFC-0AF8-F986-A74AFD5E96CC}"/>
          </ac:spMkLst>
        </pc:spChg>
        <pc:spChg chg="add mod">
          <ac:chgData name="Greg Deckler" userId="38fedbb726841d9a" providerId="LiveId" clId="{0CCB27B3-0D03-4E8E-8D08-702661BB0D1D}" dt="2026-04-16T13:44:13.753" v="5479" actId="1076"/>
          <ac:spMkLst>
            <pc:docMk/>
            <pc:sldMk cId="3574116169" sldId="328"/>
            <ac:spMk id="24" creationId="{3F925D8B-5011-3B9D-1C04-E5AFCB7E49B1}"/>
          </ac:spMkLst>
        </pc:spChg>
        <pc:spChg chg="add del mod ord">
          <ac:chgData name="Greg Deckler" userId="38fedbb726841d9a" providerId="LiveId" clId="{0CCB27B3-0D03-4E8E-8D08-702661BB0D1D}" dt="2026-04-16T13:42:05.656" v="5433" actId="478"/>
          <ac:spMkLst>
            <pc:docMk/>
            <pc:sldMk cId="3574116169" sldId="328"/>
            <ac:spMk id="25" creationId="{C25E3779-D4A5-7C95-9D0A-22B5F6BE9395}"/>
          </ac:spMkLst>
        </pc:spChg>
        <pc:spChg chg="mod">
          <ac:chgData name="Greg Deckler" userId="38fedbb726841d9a" providerId="LiveId" clId="{0CCB27B3-0D03-4E8E-8D08-702661BB0D1D}" dt="2026-04-16T13:43:38.581" v="5467" actId="14100"/>
          <ac:spMkLst>
            <pc:docMk/>
            <pc:sldMk cId="3574116169" sldId="328"/>
            <ac:spMk id="26" creationId="{6F9BC2DB-7D2E-0AC0-72A6-ADD0BB7D49F3}"/>
          </ac:spMkLst>
        </pc:spChg>
        <pc:spChg chg="add mod">
          <ac:chgData name="Greg Deckler" userId="38fedbb726841d9a" providerId="LiveId" clId="{0CCB27B3-0D03-4E8E-8D08-702661BB0D1D}" dt="2026-04-16T13:44:17.945" v="5481" actId="403"/>
          <ac:spMkLst>
            <pc:docMk/>
            <pc:sldMk cId="3574116169" sldId="328"/>
            <ac:spMk id="27" creationId="{AC4D052F-E1EF-F23F-FED9-2FFB35628778}"/>
          </ac:spMkLst>
        </pc:spChg>
        <pc:spChg chg="add mod">
          <ac:chgData name="Greg Deckler" userId="38fedbb726841d9a" providerId="LiveId" clId="{0CCB27B3-0D03-4E8E-8D08-702661BB0D1D}" dt="2026-04-16T13:42:17.362" v="5436" actId="1076"/>
          <ac:spMkLst>
            <pc:docMk/>
            <pc:sldMk cId="3574116169" sldId="328"/>
            <ac:spMk id="28" creationId="{D353D066-89E2-91C7-F32A-7779C1CC568B}"/>
          </ac:spMkLst>
        </pc:spChg>
        <pc:spChg chg="add mod">
          <ac:chgData name="Greg Deckler" userId="38fedbb726841d9a" providerId="LiveId" clId="{0CCB27B3-0D03-4E8E-8D08-702661BB0D1D}" dt="2026-04-16T13:42:17.362" v="5436" actId="1076"/>
          <ac:spMkLst>
            <pc:docMk/>
            <pc:sldMk cId="3574116169" sldId="328"/>
            <ac:spMk id="29" creationId="{A7E9E3B2-B23D-9094-314E-E31245F2AE52}"/>
          </ac:spMkLst>
        </pc:spChg>
        <pc:spChg chg="add mod">
          <ac:chgData name="Greg Deckler" userId="38fedbb726841d9a" providerId="LiveId" clId="{0CCB27B3-0D03-4E8E-8D08-702661BB0D1D}" dt="2026-04-16T13:44:37.259" v="5492" actId="403"/>
          <ac:spMkLst>
            <pc:docMk/>
            <pc:sldMk cId="3574116169" sldId="328"/>
            <ac:spMk id="30" creationId="{071EBAEB-9E79-EE0D-EA9F-489C76BB0555}"/>
          </ac:spMkLst>
        </pc:spChg>
        <pc:spChg chg="add mod">
          <ac:chgData name="Greg Deckler" userId="38fedbb726841d9a" providerId="LiveId" clId="{0CCB27B3-0D03-4E8E-8D08-702661BB0D1D}" dt="2026-04-16T13:44:50.633" v="5498" actId="403"/>
          <ac:spMkLst>
            <pc:docMk/>
            <pc:sldMk cId="3574116169" sldId="328"/>
            <ac:spMk id="31" creationId="{17D9C284-1464-A407-6FA1-A1EC5FFEC925}"/>
          </ac:spMkLst>
        </pc:spChg>
        <pc:spChg chg="mod">
          <ac:chgData name="Greg Deckler" userId="38fedbb726841d9a" providerId="LiveId" clId="{0CCB27B3-0D03-4E8E-8D08-702661BB0D1D}" dt="2026-04-16T13:45:17.549" v="5516" actId="403"/>
          <ac:spMkLst>
            <pc:docMk/>
            <pc:sldMk cId="3574116169" sldId="328"/>
            <ac:spMk id="33" creationId="{4CD555BE-B8EE-BE02-1E12-DA2AD798BF58}"/>
          </ac:spMkLst>
        </pc:spChg>
        <pc:spChg chg="add mod">
          <ac:chgData name="Greg Deckler" userId="38fedbb726841d9a" providerId="LiveId" clId="{0CCB27B3-0D03-4E8E-8D08-702661BB0D1D}" dt="2026-04-16T13:43:31.106" v="5465" actId="1036"/>
          <ac:spMkLst>
            <pc:docMk/>
            <pc:sldMk cId="3574116169" sldId="328"/>
            <ac:spMk id="34" creationId="{A5C0C2C0-A298-249D-885F-A28C54152E77}"/>
          </ac:spMkLst>
        </pc:spChg>
        <pc:spChg chg="mod">
          <ac:chgData name="Greg Deckler" userId="38fedbb726841d9a" providerId="LiveId" clId="{0CCB27B3-0D03-4E8E-8D08-702661BB0D1D}" dt="2026-04-16T13:43:31.106" v="5465" actId="1036"/>
          <ac:spMkLst>
            <pc:docMk/>
            <pc:sldMk cId="3574116169" sldId="328"/>
            <ac:spMk id="35" creationId="{1FDD9184-9183-2FDA-1259-7E3F28998231}"/>
          </ac:spMkLst>
        </pc:spChg>
        <pc:spChg chg="mod">
          <ac:chgData name="Greg Deckler" userId="38fedbb726841d9a" providerId="LiveId" clId="{0CCB27B3-0D03-4E8E-8D08-702661BB0D1D}" dt="2026-04-16T13:44:41.142" v="5493" actId="403"/>
          <ac:spMkLst>
            <pc:docMk/>
            <pc:sldMk cId="3574116169" sldId="328"/>
            <ac:spMk id="36" creationId="{5A78C83C-1BEB-826B-00F4-965FF5923098}"/>
          </ac:spMkLst>
        </pc:spChg>
        <pc:spChg chg="mod">
          <ac:chgData name="Greg Deckler" userId="38fedbb726841d9a" providerId="LiveId" clId="{0CCB27B3-0D03-4E8E-8D08-702661BB0D1D}" dt="2026-04-16T13:45:00.113" v="5506" actId="1037"/>
          <ac:spMkLst>
            <pc:docMk/>
            <pc:sldMk cId="3574116169" sldId="328"/>
            <ac:spMk id="37" creationId="{817217B0-7233-0A70-1652-D5284A29A1EE}"/>
          </ac:spMkLst>
        </pc:spChg>
        <pc:spChg chg="mod">
          <ac:chgData name="Greg Deckler" userId="38fedbb726841d9a" providerId="LiveId" clId="{0CCB27B3-0D03-4E8E-8D08-702661BB0D1D}" dt="2026-04-16T13:45:22.758" v="5520" actId="403"/>
          <ac:spMkLst>
            <pc:docMk/>
            <pc:sldMk cId="3574116169" sldId="328"/>
            <ac:spMk id="39" creationId="{3B46AC25-BCD5-5B33-348F-AEEF95B307F3}"/>
          </ac:spMkLst>
        </pc:spChg>
        <pc:spChg chg="add mod">
          <ac:chgData name="Greg Deckler" userId="38fedbb726841d9a" providerId="LiveId" clId="{0CCB27B3-0D03-4E8E-8D08-702661BB0D1D}" dt="2026-04-16T13:44:43.850" v="5494" actId="403"/>
          <ac:spMkLst>
            <pc:docMk/>
            <pc:sldMk cId="3574116169" sldId="328"/>
            <ac:spMk id="42" creationId="{C7DF402F-661F-30FC-A32C-A0E6EDF44C3C}"/>
          </ac:spMkLst>
        </pc:spChg>
        <pc:spChg chg="mod">
          <ac:chgData name="Greg Deckler" userId="38fedbb726841d9a" providerId="LiveId" clId="{0CCB27B3-0D03-4E8E-8D08-702661BB0D1D}" dt="2026-04-16T13:45:11.395" v="5512" actId="403"/>
          <ac:spMkLst>
            <pc:docMk/>
            <pc:sldMk cId="3574116169" sldId="328"/>
            <ac:spMk id="43" creationId="{7251F27B-4398-6805-DFAF-FCB43DA62CEE}"/>
          </ac:spMkLst>
        </pc:spChg>
        <pc:spChg chg="add mod">
          <ac:chgData name="Greg Deckler" userId="38fedbb726841d9a" providerId="LiveId" clId="{0CCB27B3-0D03-4E8E-8D08-702661BB0D1D}" dt="2026-04-16T13:45:32.181" v="5524" actId="403"/>
          <ac:spMkLst>
            <pc:docMk/>
            <pc:sldMk cId="3574116169" sldId="328"/>
            <ac:spMk id="45" creationId="{B334654B-71BE-2455-6566-D42766B686A7}"/>
          </ac:spMkLst>
        </pc:spChg>
        <pc:spChg chg="add mod">
          <ac:chgData name="Greg Deckler" userId="38fedbb726841d9a" providerId="LiveId" clId="{0CCB27B3-0D03-4E8E-8D08-702661BB0D1D}" dt="2026-04-16T13:43:31.106" v="5465" actId="1036"/>
          <ac:spMkLst>
            <pc:docMk/>
            <pc:sldMk cId="3574116169" sldId="328"/>
            <ac:spMk id="46" creationId="{0E9477CC-7F6A-188E-07DF-BB73AAA43B3F}"/>
          </ac:spMkLst>
        </pc:spChg>
        <pc:spChg chg="mod">
          <ac:chgData name="Greg Deckler" userId="38fedbb726841d9a" providerId="LiveId" clId="{0CCB27B3-0D03-4E8E-8D08-702661BB0D1D}" dt="2026-04-16T13:43:31.106" v="5465" actId="1036"/>
          <ac:spMkLst>
            <pc:docMk/>
            <pc:sldMk cId="3574116169" sldId="328"/>
            <ac:spMk id="48" creationId="{E20EBC99-DA31-E56A-1974-FC3E1944A6D5}"/>
          </ac:spMkLst>
        </pc:spChg>
        <pc:spChg chg="mod">
          <ac:chgData name="Greg Deckler" userId="38fedbb726841d9a" providerId="LiveId" clId="{0CCB27B3-0D03-4E8E-8D08-702661BB0D1D}" dt="2026-04-16T13:45:37.908" v="5527" actId="403"/>
          <ac:spMkLst>
            <pc:docMk/>
            <pc:sldMk cId="3574116169" sldId="328"/>
            <ac:spMk id="49" creationId="{C47FE7A6-0CE3-37C4-11F5-D052DBF46E71}"/>
          </ac:spMkLst>
        </pc:spChg>
        <pc:spChg chg="add mod">
          <ac:chgData name="Greg Deckler" userId="38fedbb726841d9a" providerId="LiveId" clId="{0CCB27B3-0D03-4E8E-8D08-702661BB0D1D}" dt="2026-04-16T13:44:32.877" v="5491" actId="404"/>
          <ac:spMkLst>
            <pc:docMk/>
            <pc:sldMk cId="3574116169" sldId="328"/>
            <ac:spMk id="50" creationId="{32D4CCE5-AC56-272E-B572-0592AE35C3E1}"/>
          </ac:spMkLst>
        </pc:spChg>
      </pc:sldChg>
      <pc:sldChg chg="modSp mod">
        <pc:chgData name="Greg Deckler" userId="38fedbb726841d9a" providerId="LiveId" clId="{0CCB27B3-0D03-4E8E-8D08-702661BB0D1D}" dt="2026-04-16T13:58:58.305" v="5542" actId="20577"/>
        <pc:sldMkLst>
          <pc:docMk/>
          <pc:sldMk cId="4252100571" sldId="329"/>
        </pc:sldMkLst>
        <pc:spChg chg="mod">
          <ac:chgData name="Greg Deckler" userId="38fedbb726841d9a" providerId="LiveId" clId="{0CCB27B3-0D03-4E8E-8D08-702661BB0D1D}" dt="2026-04-09T00:16:43.775" v="341" actId="403"/>
          <ac:spMkLst>
            <pc:docMk/>
            <pc:sldMk cId="4252100571" sldId="329"/>
            <ac:spMk id="9" creationId="{A57242B0-16E0-4B89-9FDD-F653CFE1A8FB}"/>
          </ac:spMkLst>
        </pc:spChg>
        <pc:spChg chg="mod">
          <ac:chgData name="Greg Deckler" userId="38fedbb726841d9a" providerId="LiveId" clId="{0CCB27B3-0D03-4E8E-8D08-702661BB0D1D}" dt="2026-04-09T00:16:53.986" v="349" actId="1036"/>
          <ac:spMkLst>
            <pc:docMk/>
            <pc:sldMk cId="4252100571" sldId="329"/>
            <ac:spMk id="12" creationId="{9898BB2D-A9C4-892F-F85E-BA389A569E8B}"/>
          </ac:spMkLst>
        </pc:spChg>
        <pc:spChg chg="mod">
          <ac:chgData name="Greg Deckler" userId="38fedbb726841d9a" providerId="LiveId" clId="{0CCB27B3-0D03-4E8E-8D08-702661BB0D1D}" dt="2026-04-14T19:59:17.537" v="2080" actId="14100"/>
          <ac:spMkLst>
            <pc:docMk/>
            <pc:sldMk cId="4252100571" sldId="329"/>
            <ac:spMk id="13" creationId="{8E6AB688-115E-1A99-87DA-9E4218FFC8EF}"/>
          </ac:spMkLst>
        </pc:spChg>
        <pc:spChg chg="mod">
          <ac:chgData name="Greg Deckler" userId="38fedbb726841d9a" providerId="LiveId" clId="{0CCB27B3-0D03-4E8E-8D08-702661BB0D1D}" dt="2026-04-09T00:17:02.172" v="352" actId="403"/>
          <ac:spMkLst>
            <pc:docMk/>
            <pc:sldMk cId="4252100571" sldId="329"/>
            <ac:spMk id="14" creationId="{31E4D21B-5D61-6C45-74C6-DCAC8D0B2793}"/>
          </ac:spMkLst>
        </pc:spChg>
        <pc:spChg chg="mod">
          <ac:chgData name="Greg Deckler" userId="38fedbb726841d9a" providerId="LiveId" clId="{0CCB27B3-0D03-4E8E-8D08-702661BB0D1D}" dt="2026-04-14T19:59:06.227" v="2077" actId="2710"/>
          <ac:spMkLst>
            <pc:docMk/>
            <pc:sldMk cId="4252100571" sldId="329"/>
            <ac:spMk id="15" creationId="{DC90B88E-1BD6-BBD3-E9A0-9BF6767A1178}"/>
          </ac:spMkLst>
        </pc:spChg>
        <pc:spChg chg="mod">
          <ac:chgData name="Greg Deckler" userId="38fedbb726841d9a" providerId="LiveId" clId="{0CCB27B3-0D03-4E8E-8D08-702661BB0D1D}" dt="2026-04-16T13:58:46.478" v="5534" actId="1038"/>
          <ac:spMkLst>
            <pc:docMk/>
            <pc:sldMk cId="4252100571" sldId="329"/>
            <ac:spMk id="16" creationId="{C2D27540-E715-CD76-76A1-9ED32B668C95}"/>
          </ac:spMkLst>
        </pc:spChg>
        <pc:spChg chg="mod">
          <ac:chgData name="Greg Deckler" userId="38fedbb726841d9a" providerId="LiveId" clId="{0CCB27B3-0D03-4E8E-8D08-702661BB0D1D}" dt="2026-04-16T13:58:58.305" v="5542" actId="20577"/>
          <ac:spMkLst>
            <pc:docMk/>
            <pc:sldMk cId="4252100571" sldId="329"/>
            <ac:spMk id="17" creationId="{6ADBDC70-D8B4-2281-6F6F-385E6B91B62E}"/>
          </ac:spMkLst>
        </pc:spChg>
        <pc:spChg chg="mod">
          <ac:chgData name="Greg Deckler" userId="38fedbb726841d9a" providerId="LiveId" clId="{0CCB27B3-0D03-4E8E-8D08-702661BB0D1D}" dt="2026-04-16T13:58:46.478" v="5534" actId="1038"/>
          <ac:spMkLst>
            <pc:docMk/>
            <pc:sldMk cId="4252100571" sldId="329"/>
            <ac:spMk id="18" creationId="{00866AA0-A725-6F41-9BD6-D57139900119}"/>
          </ac:spMkLst>
        </pc:spChg>
        <pc:spChg chg="mod">
          <ac:chgData name="Greg Deckler" userId="38fedbb726841d9a" providerId="LiveId" clId="{0CCB27B3-0D03-4E8E-8D08-702661BB0D1D}" dt="2026-04-14T19:58:54.876" v="2075" actId="1036"/>
          <ac:spMkLst>
            <pc:docMk/>
            <pc:sldMk cId="4252100571" sldId="329"/>
            <ac:spMk id="19" creationId="{75823A41-5626-8349-F5FB-5125223747C7}"/>
          </ac:spMkLst>
        </pc:spChg>
        <pc:spChg chg="mod">
          <ac:chgData name="Greg Deckler" userId="38fedbb726841d9a" providerId="LiveId" clId="{0CCB27B3-0D03-4E8E-8D08-702661BB0D1D}" dt="2026-04-14T19:58:54.876" v="2075" actId="1036"/>
          <ac:spMkLst>
            <pc:docMk/>
            <pc:sldMk cId="4252100571" sldId="329"/>
            <ac:spMk id="20" creationId="{261316A2-97C4-41C7-054C-A8C54351D7F1}"/>
          </ac:spMkLst>
        </pc:spChg>
        <pc:spChg chg="mod">
          <ac:chgData name="Greg Deckler" userId="38fedbb726841d9a" providerId="LiveId" clId="{0CCB27B3-0D03-4E8E-8D08-702661BB0D1D}" dt="2026-04-14T19:58:59.277" v="2076" actId="2710"/>
          <ac:spMkLst>
            <pc:docMk/>
            <pc:sldMk cId="4252100571" sldId="329"/>
            <ac:spMk id="21" creationId="{7AAAA18A-8CD2-DA8E-69A6-6F2FB864CA4C}"/>
          </ac:spMkLst>
        </pc:spChg>
        <pc:spChg chg="mod">
          <ac:chgData name="Greg Deckler" userId="38fedbb726841d9a" providerId="LiveId" clId="{0CCB27B3-0D03-4E8E-8D08-702661BB0D1D}" dt="2026-04-14T19:58:54.876" v="2075" actId="1036"/>
          <ac:spMkLst>
            <pc:docMk/>
            <pc:sldMk cId="4252100571" sldId="329"/>
            <ac:spMk id="22" creationId="{9932E801-FEDA-399C-9CD0-DC3E0422FFEB}"/>
          </ac:spMkLst>
        </pc:spChg>
      </pc:sldChg>
      <pc:sldChg chg="addSp delSp modSp mod">
        <pc:chgData name="Greg Deckler" userId="38fedbb726841d9a" providerId="LiveId" clId="{0CCB27B3-0D03-4E8E-8D08-702661BB0D1D}" dt="2026-04-14T19:43:13.189" v="2022" actId="2710"/>
        <pc:sldMkLst>
          <pc:docMk/>
          <pc:sldMk cId="2162534547" sldId="330"/>
        </pc:sldMkLst>
        <pc:spChg chg="mod">
          <ac:chgData name="Greg Deckler" userId="38fedbb726841d9a" providerId="LiveId" clId="{0CCB27B3-0D03-4E8E-8D08-702661BB0D1D}" dt="2026-04-09T00:18:19.017" v="384" actId="14100"/>
          <ac:spMkLst>
            <pc:docMk/>
            <pc:sldMk cId="2162534547" sldId="330"/>
            <ac:spMk id="9" creationId="{D8A20A8E-8316-9612-DB64-748EAFF1414D}"/>
          </ac:spMkLst>
        </pc:spChg>
        <pc:spChg chg="mod">
          <ac:chgData name="Greg Deckler" userId="38fedbb726841d9a" providerId="LiveId" clId="{0CCB27B3-0D03-4E8E-8D08-702661BB0D1D}" dt="2026-04-09T00:18:26.392" v="392" actId="1036"/>
          <ac:spMkLst>
            <pc:docMk/>
            <pc:sldMk cId="2162534547" sldId="330"/>
            <ac:spMk id="12" creationId="{AC4418A8-F75C-4F12-8C4B-AD23ED321FBD}"/>
          </ac:spMkLst>
        </pc:spChg>
        <pc:spChg chg="mod">
          <ac:chgData name="Greg Deckler" userId="38fedbb726841d9a" providerId="LiveId" clId="{0CCB27B3-0D03-4E8E-8D08-702661BB0D1D}" dt="2026-04-09T00:19:16.948" v="413" actId="1035"/>
          <ac:spMkLst>
            <pc:docMk/>
            <pc:sldMk cId="2162534547" sldId="330"/>
            <ac:spMk id="13" creationId="{50BC303D-7E4C-E490-A652-6305108B184B}"/>
          </ac:spMkLst>
        </pc:spChg>
        <pc:spChg chg="mod">
          <ac:chgData name="Greg Deckler" userId="38fedbb726841d9a" providerId="LiveId" clId="{0CCB27B3-0D03-4E8E-8D08-702661BB0D1D}" dt="2026-04-09T00:19:56.083" v="416" actId="403"/>
          <ac:spMkLst>
            <pc:docMk/>
            <pc:sldMk cId="2162534547" sldId="330"/>
            <ac:spMk id="14" creationId="{CE1FFDE6-947E-120D-E1C2-B8FDD26EAC5E}"/>
          </ac:spMkLst>
        </pc:spChg>
        <pc:spChg chg="mod">
          <ac:chgData name="Greg Deckler" userId="38fedbb726841d9a" providerId="LiveId" clId="{0CCB27B3-0D03-4E8E-8D08-702661BB0D1D}" dt="2026-04-09T00:21:42.922" v="494" actId="20577"/>
          <ac:spMkLst>
            <pc:docMk/>
            <pc:sldMk cId="2162534547" sldId="330"/>
            <ac:spMk id="15" creationId="{6929D85B-6F81-5E7C-096D-26B9A7F4860D}"/>
          </ac:spMkLst>
        </pc:spChg>
        <pc:spChg chg="mod">
          <ac:chgData name="Greg Deckler" userId="38fedbb726841d9a" providerId="LiveId" clId="{0CCB27B3-0D03-4E8E-8D08-702661BB0D1D}" dt="2026-04-09T00:20:59.945" v="473" actId="14100"/>
          <ac:spMkLst>
            <pc:docMk/>
            <pc:sldMk cId="2162534547" sldId="330"/>
            <ac:spMk id="16" creationId="{F6EBBCDD-00DB-C18E-8B66-FE4017E69D3F}"/>
          </ac:spMkLst>
        </pc:spChg>
        <pc:spChg chg="mod">
          <ac:chgData name="Greg Deckler" userId="38fedbb726841d9a" providerId="LiveId" clId="{0CCB27B3-0D03-4E8E-8D08-702661BB0D1D}" dt="2026-04-09T00:19:56.083" v="416" actId="403"/>
          <ac:spMkLst>
            <pc:docMk/>
            <pc:sldMk cId="2162534547" sldId="330"/>
            <ac:spMk id="17" creationId="{3A7B8081-88A0-FCE7-F988-30E8E6DC83D2}"/>
          </ac:spMkLst>
        </pc:spChg>
        <pc:spChg chg="mod">
          <ac:chgData name="Greg Deckler" userId="38fedbb726841d9a" providerId="LiveId" clId="{0CCB27B3-0D03-4E8E-8D08-702661BB0D1D}" dt="2026-04-14T19:43:08.123" v="2021" actId="2710"/>
          <ac:spMkLst>
            <pc:docMk/>
            <pc:sldMk cId="2162534547" sldId="330"/>
            <ac:spMk id="18" creationId="{3776FC99-E9E4-AC06-F66F-F6B031AA223F}"/>
          </ac:spMkLst>
        </pc:spChg>
        <pc:spChg chg="mod">
          <ac:chgData name="Greg Deckler" userId="38fedbb726841d9a" providerId="LiveId" clId="{0CCB27B3-0D03-4E8E-8D08-702661BB0D1D}" dt="2026-04-09T00:21:12.383" v="489" actId="14100"/>
          <ac:spMkLst>
            <pc:docMk/>
            <pc:sldMk cId="2162534547" sldId="330"/>
            <ac:spMk id="19" creationId="{FEB89E0F-63E8-DBD5-4B94-90D4468A2A41}"/>
          </ac:spMkLst>
        </pc:spChg>
        <pc:spChg chg="mod">
          <ac:chgData name="Greg Deckler" userId="38fedbb726841d9a" providerId="LiveId" clId="{0CCB27B3-0D03-4E8E-8D08-702661BB0D1D}" dt="2026-04-09T00:21:06.079" v="488" actId="1037"/>
          <ac:spMkLst>
            <pc:docMk/>
            <pc:sldMk cId="2162534547" sldId="330"/>
            <ac:spMk id="20" creationId="{5D7D8D36-DB96-85B0-3544-15186BC5AF82}"/>
          </ac:spMkLst>
        </pc:spChg>
        <pc:spChg chg="mod">
          <ac:chgData name="Greg Deckler" userId="38fedbb726841d9a" providerId="LiveId" clId="{0CCB27B3-0D03-4E8E-8D08-702661BB0D1D}" dt="2026-04-14T19:43:13.189" v="2022" actId="2710"/>
          <ac:spMkLst>
            <pc:docMk/>
            <pc:sldMk cId="2162534547" sldId="330"/>
            <ac:spMk id="21" creationId="{A9A96D9E-DA66-A231-C3CB-450061DE5563}"/>
          </ac:spMkLst>
        </pc:spChg>
      </pc:sldChg>
      <pc:sldChg chg="addSp modSp mod ord">
        <pc:chgData name="Greg Deckler" userId="38fedbb726841d9a" providerId="LiveId" clId="{0CCB27B3-0D03-4E8E-8D08-702661BB0D1D}" dt="2026-04-16T14:05:06.472" v="5595" actId="403"/>
        <pc:sldMkLst>
          <pc:docMk/>
          <pc:sldMk cId="170497448" sldId="331"/>
        </pc:sldMkLst>
        <pc:spChg chg="mod">
          <ac:chgData name="Greg Deckler" userId="38fedbb726841d9a" providerId="LiveId" clId="{0CCB27B3-0D03-4E8E-8D08-702661BB0D1D}" dt="2026-04-09T00:23:28.229" v="496" actId="403"/>
          <ac:spMkLst>
            <pc:docMk/>
            <pc:sldMk cId="170497448" sldId="331"/>
            <ac:spMk id="9" creationId="{B55A59BC-FDC1-93F7-001E-654A494FAEE7}"/>
          </ac:spMkLst>
        </pc:spChg>
        <pc:spChg chg="mod">
          <ac:chgData name="Greg Deckler" userId="38fedbb726841d9a" providerId="LiveId" clId="{0CCB27B3-0D03-4E8E-8D08-702661BB0D1D}" dt="2026-04-09T00:23:35.469" v="503" actId="14100"/>
          <ac:spMkLst>
            <pc:docMk/>
            <pc:sldMk cId="170497448" sldId="331"/>
            <ac:spMk id="12" creationId="{A92B32C6-3566-60CC-5242-FFAA2A16C04A}"/>
          </ac:spMkLst>
        </pc:spChg>
        <pc:spChg chg="mod">
          <ac:chgData name="Greg Deckler" userId="38fedbb726841d9a" providerId="LiveId" clId="{0CCB27B3-0D03-4E8E-8D08-702661BB0D1D}" dt="2026-04-09T00:23:41.807" v="506" actId="403"/>
          <ac:spMkLst>
            <pc:docMk/>
            <pc:sldMk cId="170497448" sldId="331"/>
            <ac:spMk id="14" creationId="{D505E44B-C0CC-FC03-2CC2-AF2B79AFF9C3}"/>
          </ac:spMkLst>
        </pc:spChg>
        <pc:spChg chg="mod">
          <ac:chgData name="Greg Deckler" userId="38fedbb726841d9a" providerId="LiveId" clId="{0CCB27B3-0D03-4E8E-8D08-702661BB0D1D}" dt="2026-04-14T19:33:04.210" v="1956" actId="2710"/>
          <ac:spMkLst>
            <pc:docMk/>
            <pc:sldMk cId="170497448" sldId="331"/>
            <ac:spMk id="15" creationId="{683BCC60-A1AB-35A6-42FE-9DFF9D9D7695}"/>
          </ac:spMkLst>
        </pc:spChg>
        <pc:spChg chg="mod">
          <ac:chgData name="Greg Deckler" userId="38fedbb726841d9a" providerId="LiveId" clId="{0CCB27B3-0D03-4E8E-8D08-702661BB0D1D}" dt="2026-04-09T00:04:44.571" v="59" actId="1076"/>
          <ac:spMkLst>
            <pc:docMk/>
            <pc:sldMk cId="170497448" sldId="331"/>
            <ac:spMk id="16" creationId="{4336F5F9-F155-A1D3-D34B-0F5D43018826}"/>
          </ac:spMkLst>
        </pc:spChg>
        <pc:spChg chg="mod">
          <ac:chgData name="Greg Deckler" userId="38fedbb726841d9a" providerId="LiveId" clId="{0CCB27B3-0D03-4E8E-8D08-702661BB0D1D}" dt="2026-04-09T00:23:57.239" v="516" actId="403"/>
          <ac:spMkLst>
            <pc:docMk/>
            <pc:sldMk cId="170497448" sldId="331"/>
            <ac:spMk id="17" creationId="{3C9AA0E2-4E18-ACF5-5C07-F3A7FB642526}"/>
          </ac:spMkLst>
        </pc:spChg>
        <pc:spChg chg="mod">
          <ac:chgData name="Greg Deckler" userId="38fedbb726841d9a" providerId="LiveId" clId="{0CCB27B3-0D03-4E8E-8D08-702661BB0D1D}" dt="2026-04-14T19:33:09.192" v="1957" actId="2710"/>
          <ac:spMkLst>
            <pc:docMk/>
            <pc:sldMk cId="170497448" sldId="331"/>
            <ac:spMk id="18" creationId="{41055F93-C904-E4DF-F438-89D053450923}"/>
          </ac:spMkLst>
        </pc:spChg>
        <pc:spChg chg="add mod">
          <ac:chgData name="Greg Deckler" userId="38fedbb726841d9a" providerId="LiveId" clId="{0CCB27B3-0D03-4E8E-8D08-702661BB0D1D}" dt="2026-04-16T14:04:45.399" v="5591" actId="1076"/>
          <ac:spMkLst>
            <pc:docMk/>
            <pc:sldMk cId="170497448" sldId="331"/>
            <ac:spMk id="20" creationId="{6CDF0B54-6744-63C3-CDC6-081ABF457957}"/>
          </ac:spMkLst>
        </pc:spChg>
        <pc:spChg chg="add mod">
          <ac:chgData name="Greg Deckler" userId="38fedbb726841d9a" providerId="LiveId" clId="{0CCB27B3-0D03-4E8E-8D08-702661BB0D1D}" dt="2026-04-16T14:05:06.472" v="5595" actId="403"/>
          <ac:spMkLst>
            <pc:docMk/>
            <pc:sldMk cId="170497448" sldId="331"/>
            <ac:spMk id="22" creationId="{E73B27EA-9B3E-85DB-E444-F40EA7D17297}"/>
          </ac:spMkLst>
        </pc:spChg>
      </pc:sldChg>
      <pc:sldChg chg="addSp delSp modSp mod">
        <pc:chgData name="Greg Deckler" userId="38fedbb726841d9a" providerId="LiveId" clId="{0CCB27B3-0D03-4E8E-8D08-702661BB0D1D}" dt="2026-04-14T20:19:15.729" v="2750" actId="478"/>
        <pc:sldMkLst>
          <pc:docMk/>
          <pc:sldMk cId="990330839" sldId="332"/>
        </pc:sldMkLst>
        <pc:picChg chg="add mod">
          <ac:chgData name="Greg Deckler" userId="38fedbb726841d9a" providerId="LiveId" clId="{0CCB27B3-0D03-4E8E-8D08-702661BB0D1D}" dt="2026-04-14T14:25:35.559" v="1875" actId="1035"/>
          <ac:picMkLst>
            <pc:docMk/>
            <pc:sldMk cId="990330839" sldId="332"/>
            <ac:picMk id="16" creationId="{B2E0EC11-56C8-0029-035D-934B1C374450}"/>
          </ac:picMkLst>
        </pc:picChg>
      </pc:sldChg>
      <pc:sldChg chg="ord">
        <pc:chgData name="Greg Deckler" userId="38fedbb726841d9a" providerId="LiveId" clId="{0CCB27B3-0D03-4E8E-8D08-702661BB0D1D}" dt="2026-04-16T16:53:57.280" v="5624"/>
        <pc:sldMkLst>
          <pc:docMk/>
          <pc:sldMk cId="509891682" sldId="333"/>
        </pc:sldMkLst>
      </pc:sldChg>
      <pc:sldChg chg="delSp modSp mod">
        <pc:chgData name="Greg Deckler" userId="38fedbb726841d9a" providerId="LiveId" clId="{0CCB27B3-0D03-4E8E-8D08-702661BB0D1D}" dt="2026-04-14T14:28:48.244" v="1911" actId="478"/>
        <pc:sldMkLst>
          <pc:docMk/>
          <pc:sldMk cId="3482370784" sldId="334"/>
        </pc:sldMkLst>
        <pc:spChg chg="mod">
          <ac:chgData name="Greg Deckler" userId="38fedbb726841d9a" providerId="LiveId" clId="{0CCB27B3-0D03-4E8E-8D08-702661BB0D1D}" dt="2026-04-14T14:27:25.148" v="1906" actId="20577"/>
          <ac:spMkLst>
            <pc:docMk/>
            <pc:sldMk cId="3482370784" sldId="334"/>
            <ac:spMk id="17" creationId="{1D3B422C-A23B-D8B7-3579-A6B39989A9AE}"/>
          </ac:spMkLst>
        </pc:spChg>
        <pc:spChg chg="mod">
          <ac:chgData name="Greg Deckler" userId="38fedbb726841d9a" providerId="LiveId" clId="{0CCB27B3-0D03-4E8E-8D08-702661BB0D1D}" dt="2026-04-14T14:26:37.648" v="1882" actId="403"/>
          <ac:spMkLst>
            <pc:docMk/>
            <pc:sldMk cId="3482370784" sldId="334"/>
            <ac:spMk id="19" creationId="{2A7BA978-B2C7-EED7-AADF-D740CD572AB7}"/>
          </ac:spMkLst>
        </pc:spChg>
        <pc:spChg chg="mod">
          <ac:chgData name="Greg Deckler" userId="38fedbb726841d9a" providerId="LiveId" clId="{0CCB27B3-0D03-4E8E-8D08-702661BB0D1D}" dt="2026-04-14T14:27:08.606" v="1903" actId="1035"/>
          <ac:spMkLst>
            <pc:docMk/>
            <pc:sldMk cId="3482370784" sldId="334"/>
            <ac:spMk id="20" creationId="{C6A61A7E-A38E-5BEC-B7BD-4E7766C8CC09}"/>
          </ac:spMkLst>
        </pc:spChg>
        <pc:spChg chg="mod">
          <ac:chgData name="Greg Deckler" userId="38fedbb726841d9a" providerId="LiveId" clId="{0CCB27B3-0D03-4E8E-8D08-702661BB0D1D}" dt="2026-04-14T14:27:08.606" v="1903" actId="1035"/>
          <ac:spMkLst>
            <pc:docMk/>
            <pc:sldMk cId="3482370784" sldId="334"/>
            <ac:spMk id="21" creationId="{03D234EF-BBFF-12D8-CB0E-7C93BF586CA7}"/>
          </ac:spMkLst>
        </pc:spChg>
        <pc:spChg chg="mod">
          <ac:chgData name="Greg Deckler" userId="38fedbb726841d9a" providerId="LiveId" clId="{0CCB27B3-0D03-4E8E-8D08-702661BB0D1D}" dt="2026-04-14T14:27:08.606" v="1903" actId="1035"/>
          <ac:spMkLst>
            <pc:docMk/>
            <pc:sldMk cId="3482370784" sldId="334"/>
            <ac:spMk id="22" creationId="{BB2424D4-0C6B-B18E-693F-976011EE3388}"/>
          </ac:spMkLst>
        </pc:spChg>
        <pc:spChg chg="mod">
          <ac:chgData name="Greg Deckler" userId="38fedbb726841d9a" providerId="LiveId" clId="{0CCB27B3-0D03-4E8E-8D08-702661BB0D1D}" dt="2026-04-14T14:26:48.554" v="1889" actId="403"/>
          <ac:spMkLst>
            <pc:docMk/>
            <pc:sldMk cId="3482370784" sldId="334"/>
            <ac:spMk id="23" creationId="{E75C2464-9BE1-5EEC-BB40-8929FB3BF477}"/>
          </ac:spMkLst>
        </pc:spChg>
        <pc:spChg chg="mod">
          <ac:chgData name="Greg Deckler" userId="38fedbb726841d9a" providerId="LiveId" clId="{0CCB27B3-0D03-4E8E-8D08-702661BB0D1D}" dt="2026-04-14T14:27:08.606" v="1903" actId="1035"/>
          <ac:spMkLst>
            <pc:docMk/>
            <pc:sldMk cId="3482370784" sldId="334"/>
            <ac:spMk id="24" creationId="{9B04E705-ABD6-0D1D-12D6-0E575510D3AC}"/>
          </ac:spMkLst>
        </pc:spChg>
        <pc:spChg chg="mod">
          <ac:chgData name="Greg Deckler" userId="38fedbb726841d9a" providerId="LiveId" clId="{0CCB27B3-0D03-4E8E-8D08-702661BB0D1D}" dt="2026-04-14T14:27:08.606" v="1903" actId="1035"/>
          <ac:spMkLst>
            <pc:docMk/>
            <pc:sldMk cId="3482370784" sldId="334"/>
            <ac:spMk id="25" creationId="{86918D75-4DC5-90F6-5844-48B4B428DA45}"/>
          </ac:spMkLst>
        </pc:spChg>
        <pc:spChg chg="mod">
          <ac:chgData name="Greg Deckler" userId="38fedbb726841d9a" providerId="LiveId" clId="{0CCB27B3-0D03-4E8E-8D08-702661BB0D1D}" dt="2026-04-14T14:27:08.606" v="1903" actId="1035"/>
          <ac:spMkLst>
            <pc:docMk/>
            <pc:sldMk cId="3482370784" sldId="334"/>
            <ac:spMk id="26" creationId="{6E37AC44-ADE4-5334-361B-D3C5E001CE51}"/>
          </ac:spMkLst>
        </pc:spChg>
        <pc:spChg chg="mod">
          <ac:chgData name="Greg Deckler" userId="38fedbb726841d9a" providerId="LiveId" clId="{0CCB27B3-0D03-4E8E-8D08-702661BB0D1D}" dt="2026-04-14T14:27:08.606" v="1903" actId="1035"/>
          <ac:spMkLst>
            <pc:docMk/>
            <pc:sldMk cId="3482370784" sldId="334"/>
            <ac:spMk id="27" creationId="{25D5437F-34D3-7AFA-4928-F804096777E6}"/>
          </ac:spMkLst>
        </pc:spChg>
        <pc:spChg chg="mod">
          <ac:chgData name="Greg Deckler" userId="38fedbb726841d9a" providerId="LiveId" clId="{0CCB27B3-0D03-4E8E-8D08-702661BB0D1D}" dt="2026-04-14T14:27:08.606" v="1903" actId="1035"/>
          <ac:spMkLst>
            <pc:docMk/>
            <pc:sldMk cId="3482370784" sldId="334"/>
            <ac:spMk id="28" creationId="{4D2EE156-4FF0-BE5A-C8A6-2E1438746805}"/>
          </ac:spMkLst>
        </pc:spChg>
        <pc:spChg chg="mod">
          <ac:chgData name="Greg Deckler" userId="38fedbb726841d9a" providerId="LiveId" clId="{0CCB27B3-0D03-4E8E-8D08-702661BB0D1D}" dt="2026-04-14T14:26:48.554" v="1889" actId="403"/>
          <ac:spMkLst>
            <pc:docMk/>
            <pc:sldMk cId="3482370784" sldId="334"/>
            <ac:spMk id="29" creationId="{4D73F32C-0487-A78D-301F-A5D1BA19AA4A}"/>
          </ac:spMkLst>
        </pc:spChg>
        <pc:spChg chg="mod">
          <ac:chgData name="Greg Deckler" userId="38fedbb726841d9a" providerId="LiveId" clId="{0CCB27B3-0D03-4E8E-8D08-702661BB0D1D}" dt="2026-04-14T14:27:08.606" v="1903" actId="1035"/>
          <ac:spMkLst>
            <pc:docMk/>
            <pc:sldMk cId="3482370784" sldId="334"/>
            <ac:spMk id="30" creationId="{A822C143-0D58-A6D1-74C5-48A316E0D3AC}"/>
          </ac:spMkLst>
        </pc:spChg>
      </pc:sldChg>
      <pc:sldChg chg="addSp delSp modSp mod">
        <pc:chgData name="Greg Deckler" userId="38fedbb726841d9a" providerId="LiveId" clId="{0CCB27B3-0D03-4E8E-8D08-702661BB0D1D}" dt="2026-04-14T19:30:45.677" v="1955" actId="1038"/>
        <pc:sldMkLst>
          <pc:docMk/>
          <pc:sldMk cId="1251843651" sldId="335"/>
        </pc:sldMkLst>
        <pc:spChg chg="add mod">
          <ac:chgData name="Greg Deckler" userId="38fedbb726841d9a" providerId="LiveId" clId="{0CCB27B3-0D03-4E8E-8D08-702661BB0D1D}" dt="2026-04-14T19:29:58.973" v="1939" actId="113"/>
          <ac:spMkLst>
            <pc:docMk/>
            <pc:sldMk cId="1251843651" sldId="335"/>
            <ac:spMk id="9" creationId="{F8DA9648-643C-EBE3-4F93-2AD19F94E98C}"/>
          </ac:spMkLst>
        </pc:spChg>
        <pc:spChg chg="add del mod">
          <ac:chgData name="Greg Deckler" userId="38fedbb726841d9a" providerId="LiveId" clId="{0CCB27B3-0D03-4E8E-8D08-702661BB0D1D}" dt="2026-04-14T19:30:45.677" v="1955" actId="1038"/>
          <ac:spMkLst>
            <pc:docMk/>
            <pc:sldMk cId="1251843651" sldId="335"/>
            <ac:spMk id="15" creationId="{13DCD754-EDAB-5D73-EA90-366059BE634D}"/>
          </ac:spMkLst>
        </pc:spChg>
        <pc:spChg chg="add mod">
          <ac:chgData name="Greg Deckler" userId="38fedbb726841d9a" providerId="LiveId" clId="{0CCB27B3-0D03-4E8E-8D08-702661BB0D1D}" dt="2026-04-14T19:30:31.412" v="1953" actId="20577"/>
          <ac:spMkLst>
            <pc:docMk/>
            <pc:sldMk cId="1251843651" sldId="335"/>
            <ac:spMk id="17" creationId="{A0ADD426-D483-CC3F-16E0-8E47EB942D91}"/>
          </ac:spMkLst>
        </pc:spChg>
        <pc:picChg chg="add mod">
          <ac:chgData name="Greg Deckler" userId="38fedbb726841d9a" providerId="LiveId" clId="{0CCB27B3-0D03-4E8E-8D08-702661BB0D1D}" dt="2026-04-09T00:02:15.703" v="54" actId="1037"/>
          <ac:picMkLst>
            <pc:docMk/>
            <pc:sldMk cId="1251843651" sldId="335"/>
            <ac:picMk id="12" creationId="{FE6340AE-12C3-28EB-AB0F-4B43C469DB97}"/>
          </ac:picMkLst>
        </pc:picChg>
        <pc:picChg chg="mod">
          <ac:chgData name="Greg Deckler" userId="38fedbb726841d9a" providerId="LiveId" clId="{0CCB27B3-0D03-4E8E-8D08-702661BB0D1D}" dt="2026-04-09T00:01:21.707" v="21" actId="1037"/>
          <ac:picMkLst>
            <pc:docMk/>
            <pc:sldMk cId="1251843651" sldId="335"/>
            <ac:picMk id="13" creationId="{787D7300-F67F-2BCE-19CB-A2B93BB5C25B}"/>
          </ac:picMkLst>
        </pc:picChg>
        <pc:picChg chg="add mod">
          <ac:chgData name="Greg Deckler" userId="38fedbb726841d9a" providerId="LiveId" clId="{0CCB27B3-0D03-4E8E-8D08-702661BB0D1D}" dt="2026-04-09T00:03:59.942" v="58" actId="14100"/>
          <ac:picMkLst>
            <pc:docMk/>
            <pc:sldMk cId="1251843651" sldId="335"/>
            <ac:picMk id="20" creationId="{ADF710E2-7C24-1E40-012F-070F5787CF39}"/>
          </ac:picMkLst>
        </pc:picChg>
      </pc:sldChg>
      <pc:sldChg chg="modSp mod">
        <pc:chgData name="Greg Deckler" userId="38fedbb726841d9a" providerId="LiveId" clId="{0CCB27B3-0D03-4E8E-8D08-702661BB0D1D}" dt="2026-04-14T20:04:26.088" v="2171" actId="1035"/>
        <pc:sldMkLst>
          <pc:docMk/>
          <pc:sldMk cId="2327955553" sldId="336"/>
        </pc:sldMkLst>
        <pc:spChg chg="mod">
          <ac:chgData name="Greg Deckler" userId="38fedbb726841d9a" providerId="LiveId" clId="{0CCB27B3-0D03-4E8E-8D08-702661BB0D1D}" dt="2026-04-12T23:23:51.068" v="647" actId="403"/>
          <ac:spMkLst>
            <pc:docMk/>
            <pc:sldMk cId="2327955553" sldId="336"/>
            <ac:spMk id="9" creationId="{74735E6E-829C-F285-D71C-FCDB663346CD}"/>
          </ac:spMkLst>
        </pc:spChg>
        <pc:spChg chg="mod">
          <ac:chgData name="Greg Deckler" userId="38fedbb726841d9a" providerId="LiveId" clId="{0CCB27B3-0D03-4E8E-8D08-702661BB0D1D}" dt="2026-04-12T23:24:01.024" v="651" actId="404"/>
          <ac:spMkLst>
            <pc:docMk/>
            <pc:sldMk cId="2327955553" sldId="336"/>
            <ac:spMk id="14" creationId="{02133F38-206F-7CCF-15D7-7328E0F07790}"/>
          </ac:spMkLst>
        </pc:spChg>
        <pc:spChg chg="mod">
          <ac:chgData name="Greg Deckler" userId="38fedbb726841d9a" providerId="LiveId" clId="{0CCB27B3-0D03-4E8E-8D08-702661BB0D1D}" dt="2026-04-12T23:24:14.727" v="657" actId="1036"/>
          <ac:spMkLst>
            <pc:docMk/>
            <pc:sldMk cId="2327955553" sldId="336"/>
            <ac:spMk id="15" creationId="{8690FBB2-BCA7-F0FF-0DAF-E7C969589006}"/>
          </ac:spMkLst>
        </pc:spChg>
        <pc:spChg chg="mod">
          <ac:chgData name="Greg Deckler" userId="38fedbb726841d9a" providerId="LiveId" clId="{0CCB27B3-0D03-4E8E-8D08-702661BB0D1D}" dt="2026-04-14T20:03:54.017" v="2151" actId="403"/>
          <ac:spMkLst>
            <pc:docMk/>
            <pc:sldMk cId="2327955553" sldId="336"/>
            <ac:spMk id="16" creationId="{512A8B7E-9E54-2A8D-4B75-1325BE20AA75}"/>
          </ac:spMkLst>
        </pc:spChg>
        <pc:spChg chg="mod">
          <ac:chgData name="Greg Deckler" userId="38fedbb726841d9a" providerId="LiveId" clId="{0CCB27B3-0D03-4E8E-8D08-702661BB0D1D}" dt="2026-04-14T20:04:15.336" v="2163" actId="1036"/>
          <ac:spMkLst>
            <pc:docMk/>
            <pc:sldMk cId="2327955553" sldId="336"/>
            <ac:spMk id="17" creationId="{7EE2350D-FD90-F946-71E3-127367BBBE84}"/>
          </ac:spMkLst>
        </pc:spChg>
        <pc:spChg chg="mod">
          <ac:chgData name="Greg Deckler" userId="38fedbb726841d9a" providerId="LiveId" clId="{0CCB27B3-0D03-4E8E-8D08-702661BB0D1D}" dt="2026-04-14T20:04:04.451" v="2153" actId="403"/>
          <ac:spMkLst>
            <pc:docMk/>
            <pc:sldMk cId="2327955553" sldId="336"/>
            <ac:spMk id="18" creationId="{BFD3B8C6-0F75-4A6C-8B7D-E61E78C61712}"/>
          </ac:spMkLst>
        </pc:spChg>
        <pc:spChg chg="mod">
          <ac:chgData name="Greg Deckler" userId="38fedbb726841d9a" providerId="LiveId" clId="{0CCB27B3-0D03-4E8E-8D08-702661BB0D1D}" dt="2026-04-14T20:04:12.985" v="2159" actId="1035"/>
          <ac:spMkLst>
            <pc:docMk/>
            <pc:sldMk cId="2327955553" sldId="336"/>
            <ac:spMk id="19" creationId="{490E4814-2541-BCCF-608A-61CF35F05521}"/>
          </ac:spMkLst>
        </pc:spChg>
        <pc:spChg chg="mod">
          <ac:chgData name="Greg Deckler" userId="38fedbb726841d9a" providerId="LiveId" clId="{0CCB27B3-0D03-4E8E-8D08-702661BB0D1D}" dt="2026-04-14T20:04:04.451" v="2153" actId="403"/>
          <ac:spMkLst>
            <pc:docMk/>
            <pc:sldMk cId="2327955553" sldId="336"/>
            <ac:spMk id="20" creationId="{341AD924-64A7-31A0-760E-BB53527D22B9}"/>
          </ac:spMkLst>
        </pc:spChg>
        <pc:spChg chg="mod">
          <ac:chgData name="Greg Deckler" userId="38fedbb726841d9a" providerId="LiveId" clId="{0CCB27B3-0D03-4E8E-8D08-702661BB0D1D}" dt="2026-04-14T20:04:11.034" v="2157" actId="1035"/>
          <ac:spMkLst>
            <pc:docMk/>
            <pc:sldMk cId="2327955553" sldId="336"/>
            <ac:spMk id="21" creationId="{09C49328-B169-40E5-9D64-64EEE471C11E}"/>
          </ac:spMkLst>
        </pc:spChg>
        <pc:spChg chg="mod">
          <ac:chgData name="Greg Deckler" userId="38fedbb726841d9a" providerId="LiveId" clId="{0CCB27B3-0D03-4E8E-8D08-702661BB0D1D}" dt="2026-04-14T20:04:04.451" v="2153" actId="403"/>
          <ac:spMkLst>
            <pc:docMk/>
            <pc:sldMk cId="2327955553" sldId="336"/>
            <ac:spMk id="22" creationId="{33675223-7122-8FB0-62EC-65925D99EE9F}"/>
          </ac:spMkLst>
        </pc:spChg>
        <pc:spChg chg="mod">
          <ac:chgData name="Greg Deckler" userId="38fedbb726841d9a" providerId="LiveId" clId="{0CCB27B3-0D03-4E8E-8D08-702661BB0D1D}" dt="2026-04-14T20:04:26.088" v="2171" actId="1035"/>
          <ac:spMkLst>
            <pc:docMk/>
            <pc:sldMk cId="2327955553" sldId="336"/>
            <ac:spMk id="23" creationId="{AABB4FA7-BF80-EF96-1E26-F690AC03CFC5}"/>
          </ac:spMkLst>
        </pc:spChg>
        <pc:spChg chg="mod">
          <ac:chgData name="Greg Deckler" userId="38fedbb726841d9a" providerId="LiveId" clId="{0CCB27B3-0D03-4E8E-8D08-702661BB0D1D}" dt="2026-04-14T20:04:04.451" v="2153" actId="403"/>
          <ac:spMkLst>
            <pc:docMk/>
            <pc:sldMk cId="2327955553" sldId="336"/>
            <ac:spMk id="24" creationId="{68204C33-66D9-25CA-E1CE-513C735853AD}"/>
          </ac:spMkLst>
        </pc:spChg>
        <pc:spChg chg="mod">
          <ac:chgData name="Greg Deckler" userId="38fedbb726841d9a" providerId="LiveId" clId="{0CCB27B3-0D03-4E8E-8D08-702661BB0D1D}" dt="2026-04-12T23:24:07.033" v="655" actId="404"/>
          <ac:spMkLst>
            <pc:docMk/>
            <pc:sldMk cId="2327955553" sldId="336"/>
            <ac:spMk id="25" creationId="{BC364769-0DBC-A61D-CBE9-E0CAE133E52E}"/>
          </ac:spMkLst>
        </pc:spChg>
        <pc:spChg chg="mod">
          <ac:chgData name="Greg Deckler" userId="38fedbb726841d9a" providerId="LiveId" clId="{0CCB27B3-0D03-4E8E-8D08-702661BB0D1D}" dt="2026-04-12T23:24:33.866" v="666" actId="1036"/>
          <ac:spMkLst>
            <pc:docMk/>
            <pc:sldMk cId="2327955553" sldId="336"/>
            <ac:spMk id="26" creationId="{46208C81-CA01-934B-E8F5-FFEF75588D34}"/>
          </ac:spMkLst>
        </pc:spChg>
        <pc:spChg chg="mod">
          <ac:chgData name="Greg Deckler" userId="38fedbb726841d9a" providerId="LiveId" clId="{0CCB27B3-0D03-4E8E-8D08-702661BB0D1D}" dt="2026-04-14T20:04:04.451" v="2153" actId="403"/>
          <ac:spMkLst>
            <pc:docMk/>
            <pc:sldMk cId="2327955553" sldId="336"/>
            <ac:spMk id="27" creationId="{2E2D524C-A4DA-992C-BBEB-261C3F5B717E}"/>
          </ac:spMkLst>
        </pc:spChg>
        <pc:spChg chg="mod">
          <ac:chgData name="Greg Deckler" userId="38fedbb726841d9a" providerId="LiveId" clId="{0CCB27B3-0D03-4E8E-8D08-702661BB0D1D}" dt="2026-04-14T20:04:22.251" v="2169" actId="1035"/>
          <ac:spMkLst>
            <pc:docMk/>
            <pc:sldMk cId="2327955553" sldId="336"/>
            <ac:spMk id="28" creationId="{A8A04BF6-D114-714E-F53E-97690966AD8D}"/>
          </ac:spMkLst>
        </pc:spChg>
        <pc:spChg chg="mod">
          <ac:chgData name="Greg Deckler" userId="38fedbb726841d9a" providerId="LiveId" clId="{0CCB27B3-0D03-4E8E-8D08-702661BB0D1D}" dt="2026-04-14T20:04:04.451" v="2153" actId="403"/>
          <ac:spMkLst>
            <pc:docMk/>
            <pc:sldMk cId="2327955553" sldId="336"/>
            <ac:spMk id="29" creationId="{1014319D-EA21-578E-19EF-07A9E29C07F3}"/>
          </ac:spMkLst>
        </pc:spChg>
        <pc:spChg chg="mod">
          <ac:chgData name="Greg Deckler" userId="38fedbb726841d9a" providerId="LiveId" clId="{0CCB27B3-0D03-4E8E-8D08-702661BB0D1D}" dt="2026-04-12T23:24:39.439" v="670" actId="1036"/>
          <ac:spMkLst>
            <pc:docMk/>
            <pc:sldMk cId="2327955553" sldId="336"/>
            <ac:spMk id="30" creationId="{A929D585-7047-258E-8AE8-784528ACDA38}"/>
          </ac:spMkLst>
        </pc:spChg>
        <pc:spChg chg="mod">
          <ac:chgData name="Greg Deckler" userId="38fedbb726841d9a" providerId="LiveId" clId="{0CCB27B3-0D03-4E8E-8D08-702661BB0D1D}" dt="2026-04-14T20:04:04.451" v="2153" actId="403"/>
          <ac:spMkLst>
            <pc:docMk/>
            <pc:sldMk cId="2327955553" sldId="336"/>
            <ac:spMk id="31" creationId="{31B192A4-C531-5C7D-2BE6-F6D92CD9EE30}"/>
          </ac:spMkLst>
        </pc:spChg>
        <pc:spChg chg="mod">
          <ac:chgData name="Greg Deckler" userId="38fedbb726841d9a" providerId="LiveId" clId="{0CCB27B3-0D03-4E8E-8D08-702661BB0D1D}" dt="2026-04-14T20:04:08.562" v="2154" actId="1035"/>
          <ac:spMkLst>
            <pc:docMk/>
            <pc:sldMk cId="2327955553" sldId="336"/>
            <ac:spMk id="32" creationId="{8DA4C441-95E8-5B67-340C-AEBB7291AC10}"/>
          </ac:spMkLst>
        </pc:spChg>
        <pc:spChg chg="mod">
          <ac:chgData name="Greg Deckler" userId="38fedbb726841d9a" providerId="LiveId" clId="{0CCB27B3-0D03-4E8E-8D08-702661BB0D1D}" dt="2026-04-14T20:04:04.451" v="2153" actId="403"/>
          <ac:spMkLst>
            <pc:docMk/>
            <pc:sldMk cId="2327955553" sldId="336"/>
            <ac:spMk id="33" creationId="{C3056F34-509A-E3F4-EBB6-DB695A330695}"/>
          </ac:spMkLst>
        </pc:spChg>
        <pc:spChg chg="mod">
          <ac:chgData name="Greg Deckler" userId="38fedbb726841d9a" providerId="LiveId" clId="{0CCB27B3-0D03-4E8E-8D08-702661BB0D1D}" dt="2026-04-12T23:24:43.193" v="673" actId="1035"/>
          <ac:spMkLst>
            <pc:docMk/>
            <pc:sldMk cId="2327955553" sldId="336"/>
            <ac:spMk id="34" creationId="{37CA5D5F-27B8-1938-E578-5E9160AC4A20}"/>
          </ac:spMkLst>
        </pc:spChg>
        <pc:spChg chg="mod">
          <ac:chgData name="Greg Deckler" userId="38fedbb726841d9a" providerId="LiveId" clId="{0CCB27B3-0D03-4E8E-8D08-702661BB0D1D}" dt="2026-04-14T20:04:04.451" v="2153" actId="403"/>
          <ac:spMkLst>
            <pc:docMk/>
            <pc:sldMk cId="2327955553" sldId="336"/>
            <ac:spMk id="35" creationId="{E3C21DD6-B357-50FA-F0A9-C242E6DBEACE}"/>
          </ac:spMkLst>
        </pc:spChg>
        <pc:spChg chg="mod">
          <ac:chgData name="Greg Deckler" userId="38fedbb726841d9a" providerId="LiveId" clId="{0CCB27B3-0D03-4E8E-8D08-702661BB0D1D}" dt="2026-04-12T23:24:54.691" v="680" actId="1037"/>
          <ac:spMkLst>
            <pc:docMk/>
            <pc:sldMk cId="2327955553" sldId="336"/>
            <ac:spMk id="36" creationId="{CC7BE9DE-7C7B-7A74-3927-D8E072086FEC}"/>
          </ac:spMkLst>
        </pc:spChg>
      </pc:sldChg>
      <pc:sldChg chg="modSp mod">
        <pc:chgData name="Greg Deckler" userId="38fedbb726841d9a" providerId="LiveId" clId="{0CCB27B3-0D03-4E8E-8D08-702661BB0D1D}" dt="2026-04-12T23:23:43.064" v="645" actId="403"/>
        <pc:sldMkLst>
          <pc:docMk/>
          <pc:sldMk cId="2401770022" sldId="337"/>
        </pc:sldMkLst>
        <pc:spChg chg="mod">
          <ac:chgData name="Greg Deckler" userId="38fedbb726841d9a" providerId="LiveId" clId="{0CCB27B3-0D03-4E8E-8D08-702661BB0D1D}" dt="2026-04-12T23:21:54.308" v="613" actId="403"/>
          <ac:spMkLst>
            <pc:docMk/>
            <pc:sldMk cId="2401770022" sldId="337"/>
            <ac:spMk id="9" creationId="{64943775-1E1D-FD45-662B-5BA5E946F24A}"/>
          </ac:spMkLst>
        </pc:spChg>
        <pc:spChg chg="mod">
          <ac:chgData name="Greg Deckler" userId="38fedbb726841d9a" providerId="LiveId" clId="{0CCB27B3-0D03-4E8E-8D08-702661BB0D1D}" dt="2026-04-12T23:22:08.023" v="620" actId="14100"/>
          <ac:spMkLst>
            <pc:docMk/>
            <pc:sldMk cId="2401770022" sldId="337"/>
            <ac:spMk id="12" creationId="{6B9C2A0B-EEAC-5FDE-F082-167D0A097A8E}"/>
          </ac:spMkLst>
        </pc:spChg>
        <pc:spChg chg="mod">
          <ac:chgData name="Greg Deckler" userId="38fedbb726841d9a" providerId="LiveId" clId="{0CCB27B3-0D03-4E8E-8D08-702661BB0D1D}" dt="2026-04-12T23:23:29.390" v="644" actId="1036"/>
          <ac:spMkLst>
            <pc:docMk/>
            <pc:sldMk cId="2401770022" sldId="337"/>
            <ac:spMk id="14" creationId="{024904B2-4768-3EF4-BF75-7F31BB91F2CA}"/>
          </ac:spMkLst>
        </pc:spChg>
        <pc:spChg chg="mod">
          <ac:chgData name="Greg Deckler" userId="38fedbb726841d9a" providerId="LiveId" clId="{0CCB27B3-0D03-4E8E-8D08-702661BB0D1D}" dt="2026-04-12T23:23:29.390" v="644" actId="1036"/>
          <ac:spMkLst>
            <pc:docMk/>
            <pc:sldMk cId="2401770022" sldId="337"/>
            <ac:spMk id="15" creationId="{8B700239-DD23-279B-7B25-66994E804798}"/>
          </ac:spMkLst>
        </pc:spChg>
        <pc:spChg chg="mod">
          <ac:chgData name="Greg Deckler" userId="38fedbb726841d9a" providerId="LiveId" clId="{0CCB27B3-0D03-4E8E-8D08-702661BB0D1D}" dt="2026-04-12T23:23:29.390" v="644" actId="1036"/>
          <ac:spMkLst>
            <pc:docMk/>
            <pc:sldMk cId="2401770022" sldId="337"/>
            <ac:spMk id="16" creationId="{FA098B84-F5B0-9691-8F78-28E608C26B0F}"/>
          </ac:spMkLst>
        </pc:spChg>
        <pc:spChg chg="mod">
          <ac:chgData name="Greg Deckler" userId="38fedbb726841d9a" providerId="LiveId" clId="{0CCB27B3-0D03-4E8E-8D08-702661BB0D1D}" dt="2026-04-12T23:23:29.390" v="644" actId="1036"/>
          <ac:spMkLst>
            <pc:docMk/>
            <pc:sldMk cId="2401770022" sldId="337"/>
            <ac:spMk id="17" creationId="{F546757F-9FF0-4F3B-D091-7AF1F2C1A010}"/>
          </ac:spMkLst>
        </pc:spChg>
        <pc:spChg chg="mod">
          <ac:chgData name="Greg Deckler" userId="38fedbb726841d9a" providerId="LiveId" clId="{0CCB27B3-0D03-4E8E-8D08-702661BB0D1D}" dt="2026-04-12T23:23:29.390" v="644" actId="1036"/>
          <ac:spMkLst>
            <pc:docMk/>
            <pc:sldMk cId="2401770022" sldId="337"/>
            <ac:spMk id="18" creationId="{B6581FAE-BA3A-EF66-0436-74D891609AE2}"/>
          </ac:spMkLst>
        </pc:spChg>
        <pc:spChg chg="mod">
          <ac:chgData name="Greg Deckler" userId="38fedbb726841d9a" providerId="LiveId" clId="{0CCB27B3-0D03-4E8E-8D08-702661BB0D1D}" dt="2026-04-12T23:23:29.390" v="644" actId="1036"/>
          <ac:spMkLst>
            <pc:docMk/>
            <pc:sldMk cId="2401770022" sldId="337"/>
            <ac:spMk id="19" creationId="{793ED040-086F-AB0E-A16F-58C218C3918E}"/>
          </ac:spMkLst>
        </pc:spChg>
        <pc:spChg chg="mod">
          <ac:chgData name="Greg Deckler" userId="38fedbb726841d9a" providerId="LiveId" clId="{0CCB27B3-0D03-4E8E-8D08-702661BB0D1D}" dt="2026-04-12T23:23:29.390" v="644" actId="1036"/>
          <ac:spMkLst>
            <pc:docMk/>
            <pc:sldMk cId="2401770022" sldId="337"/>
            <ac:spMk id="20" creationId="{4E727DC7-FE19-9239-26AC-63E6907CE212}"/>
          </ac:spMkLst>
        </pc:spChg>
        <pc:spChg chg="mod">
          <ac:chgData name="Greg Deckler" userId="38fedbb726841d9a" providerId="LiveId" clId="{0CCB27B3-0D03-4E8E-8D08-702661BB0D1D}" dt="2026-04-12T23:23:29.390" v="644" actId="1036"/>
          <ac:spMkLst>
            <pc:docMk/>
            <pc:sldMk cId="2401770022" sldId="337"/>
            <ac:spMk id="21" creationId="{326659E2-DE04-25A1-56AA-0EF1B18D8AFB}"/>
          </ac:spMkLst>
        </pc:spChg>
        <pc:spChg chg="mod">
          <ac:chgData name="Greg Deckler" userId="38fedbb726841d9a" providerId="LiveId" clId="{0CCB27B3-0D03-4E8E-8D08-702661BB0D1D}" dt="2026-04-12T23:23:29.390" v="644" actId="1036"/>
          <ac:spMkLst>
            <pc:docMk/>
            <pc:sldMk cId="2401770022" sldId="337"/>
            <ac:spMk id="22" creationId="{562988DE-C029-32AA-50DC-88F30A6C4A4C}"/>
          </ac:spMkLst>
        </pc:spChg>
        <pc:spChg chg="mod">
          <ac:chgData name="Greg Deckler" userId="38fedbb726841d9a" providerId="LiveId" clId="{0CCB27B3-0D03-4E8E-8D08-702661BB0D1D}" dt="2026-04-12T23:23:29.390" v="644" actId="1036"/>
          <ac:spMkLst>
            <pc:docMk/>
            <pc:sldMk cId="2401770022" sldId="337"/>
            <ac:spMk id="23" creationId="{195A03A6-66A3-8022-1512-EB22D5B66B5D}"/>
          </ac:spMkLst>
        </pc:spChg>
        <pc:spChg chg="mod">
          <ac:chgData name="Greg Deckler" userId="38fedbb726841d9a" providerId="LiveId" clId="{0CCB27B3-0D03-4E8E-8D08-702661BB0D1D}" dt="2026-04-12T23:23:22.091" v="640" actId="1035"/>
          <ac:spMkLst>
            <pc:docMk/>
            <pc:sldMk cId="2401770022" sldId="337"/>
            <ac:spMk id="24" creationId="{2A1D2356-AE8F-3C8E-D35F-CFCAB3650B5C}"/>
          </ac:spMkLst>
        </pc:spChg>
        <pc:spChg chg="mod">
          <ac:chgData name="Greg Deckler" userId="38fedbb726841d9a" providerId="LiveId" clId="{0CCB27B3-0D03-4E8E-8D08-702661BB0D1D}" dt="2026-04-12T23:23:18.337" v="638" actId="1035"/>
          <ac:spMkLst>
            <pc:docMk/>
            <pc:sldMk cId="2401770022" sldId="337"/>
            <ac:spMk id="25" creationId="{3258C0E8-634F-7AC4-358C-73C15CA6A5C0}"/>
          </ac:spMkLst>
        </pc:spChg>
        <pc:spChg chg="mod">
          <ac:chgData name="Greg Deckler" userId="38fedbb726841d9a" providerId="LiveId" clId="{0CCB27B3-0D03-4E8E-8D08-702661BB0D1D}" dt="2026-04-12T23:22:52.778" v="629" actId="403"/>
          <ac:spMkLst>
            <pc:docMk/>
            <pc:sldMk cId="2401770022" sldId="337"/>
            <ac:spMk id="27" creationId="{B553FA40-ACBD-E510-85CF-64FAC99682E9}"/>
          </ac:spMkLst>
        </pc:spChg>
        <pc:spChg chg="mod">
          <ac:chgData name="Greg Deckler" userId="38fedbb726841d9a" providerId="LiveId" clId="{0CCB27B3-0D03-4E8E-8D08-702661BB0D1D}" dt="2026-04-12T23:23:14.130" v="636" actId="1035"/>
          <ac:spMkLst>
            <pc:docMk/>
            <pc:sldMk cId="2401770022" sldId="337"/>
            <ac:spMk id="28" creationId="{FD645D7F-826F-1D49-5AAE-EAA8047F0CFF}"/>
          </ac:spMkLst>
        </pc:spChg>
        <pc:spChg chg="mod">
          <ac:chgData name="Greg Deckler" userId="38fedbb726841d9a" providerId="LiveId" clId="{0CCB27B3-0D03-4E8E-8D08-702661BB0D1D}" dt="2026-04-12T23:23:07.326" v="634" actId="1035"/>
          <ac:spMkLst>
            <pc:docMk/>
            <pc:sldMk cId="2401770022" sldId="337"/>
            <ac:spMk id="29" creationId="{3BE1D725-D2B2-8081-A674-3E9C2F917381}"/>
          </ac:spMkLst>
        </pc:spChg>
        <pc:spChg chg="mod">
          <ac:chgData name="Greg Deckler" userId="38fedbb726841d9a" providerId="LiveId" clId="{0CCB27B3-0D03-4E8E-8D08-702661BB0D1D}" dt="2026-04-12T23:23:01.555" v="632" actId="403"/>
          <ac:spMkLst>
            <pc:docMk/>
            <pc:sldMk cId="2401770022" sldId="337"/>
            <ac:spMk id="31" creationId="{BCC675F7-3B9F-7F80-3882-02C96AD65B72}"/>
          </ac:spMkLst>
        </pc:spChg>
        <pc:spChg chg="mod">
          <ac:chgData name="Greg Deckler" userId="38fedbb726841d9a" providerId="LiveId" clId="{0CCB27B3-0D03-4E8E-8D08-702661BB0D1D}" dt="2026-04-12T23:23:43.064" v="645" actId="403"/>
          <ac:spMkLst>
            <pc:docMk/>
            <pc:sldMk cId="2401770022" sldId="337"/>
            <ac:spMk id="32" creationId="{AAA3CF6D-5BC2-818E-C66B-579429EABD94}"/>
          </ac:spMkLst>
        </pc:spChg>
      </pc:sldChg>
      <pc:sldChg chg="modSp mod">
        <pc:chgData name="Greg Deckler" userId="38fedbb726841d9a" providerId="LiveId" clId="{0CCB27B3-0D03-4E8E-8D08-702661BB0D1D}" dt="2026-04-14T20:23:52.649" v="2761" actId="1035"/>
        <pc:sldMkLst>
          <pc:docMk/>
          <pc:sldMk cId="1585257135" sldId="338"/>
        </pc:sldMkLst>
        <pc:spChg chg="mod">
          <ac:chgData name="Greg Deckler" userId="38fedbb726841d9a" providerId="LiveId" clId="{0CCB27B3-0D03-4E8E-8D08-702661BB0D1D}" dt="2026-04-12T23:25:12.045" v="683" actId="14100"/>
          <ac:spMkLst>
            <pc:docMk/>
            <pc:sldMk cId="1585257135" sldId="338"/>
            <ac:spMk id="9" creationId="{E4BAB42D-C17B-0252-FE65-CE71FA6583A1}"/>
          </ac:spMkLst>
        </pc:spChg>
        <pc:spChg chg="mod">
          <ac:chgData name="Greg Deckler" userId="38fedbb726841d9a" providerId="LiveId" clId="{0CCB27B3-0D03-4E8E-8D08-702661BB0D1D}" dt="2026-04-14T20:05:17.794" v="2173" actId="403"/>
          <ac:spMkLst>
            <pc:docMk/>
            <pc:sldMk cId="1585257135" sldId="338"/>
            <ac:spMk id="13" creationId="{9B3FFF80-4BE3-956D-4FC2-BEA48F06E933}"/>
          </ac:spMkLst>
        </pc:spChg>
        <pc:spChg chg="mod">
          <ac:chgData name="Greg Deckler" userId="38fedbb726841d9a" providerId="LiveId" clId="{0CCB27B3-0D03-4E8E-8D08-702661BB0D1D}" dt="2026-04-12T23:25:23.256" v="687" actId="14100"/>
          <ac:spMkLst>
            <pc:docMk/>
            <pc:sldMk cId="1585257135" sldId="338"/>
            <ac:spMk id="14" creationId="{A8864FEF-856F-59DC-8C4F-BB5441BC96AE}"/>
          </ac:spMkLst>
        </pc:spChg>
        <pc:spChg chg="mod">
          <ac:chgData name="Greg Deckler" userId="38fedbb726841d9a" providerId="LiveId" clId="{0CCB27B3-0D03-4E8E-8D08-702661BB0D1D}" dt="2026-04-14T20:23:52.649" v="2761" actId="1035"/>
          <ac:spMkLst>
            <pc:docMk/>
            <pc:sldMk cId="1585257135" sldId="338"/>
            <ac:spMk id="15" creationId="{344F8818-581F-5E05-6532-3728C005C334}"/>
          </ac:spMkLst>
        </pc:spChg>
        <pc:spChg chg="mod">
          <ac:chgData name="Greg Deckler" userId="38fedbb726841d9a" providerId="LiveId" clId="{0CCB27B3-0D03-4E8E-8D08-702661BB0D1D}" dt="2026-04-14T20:05:17.794" v="2173" actId="403"/>
          <ac:spMkLst>
            <pc:docMk/>
            <pc:sldMk cId="1585257135" sldId="338"/>
            <ac:spMk id="16" creationId="{9C5E747A-2B15-1020-85F9-011869FB3818}"/>
          </ac:spMkLst>
        </pc:spChg>
        <pc:spChg chg="mod">
          <ac:chgData name="Greg Deckler" userId="38fedbb726841d9a" providerId="LiveId" clId="{0CCB27B3-0D03-4E8E-8D08-702661BB0D1D}" dt="2026-04-12T23:25:25.344" v="689" actId="1036"/>
          <ac:spMkLst>
            <pc:docMk/>
            <pc:sldMk cId="1585257135" sldId="338"/>
            <ac:spMk id="17" creationId="{FCF40B42-4EC9-0D74-36C8-23CAA8CEAF42}"/>
          </ac:spMkLst>
        </pc:spChg>
        <pc:spChg chg="mod">
          <ac:chgData name="Greg Deckler" userId="38fedbb726841d9a" providerId="LiveId" clId="{0CCB27B3-0D03-4E8E-8D08-702661BB0D1D}" dt="2026-04-14T20:05:17.794" v="2173" actId="403"/>
          <ac:spMkLst>
            <pc:docMk/>
            <pc:sldMk cId="1585257135" sldId="338"/>
            <ac:spMk id="18" creationId="{7C34D0A9-1B8C-961A-2407-FC5D6C890991}"/>
          </ac:spMkLst>
        </pc:spChg>
        <pc:spChg chg="mod">
          <ac:chgData name="Greg Deckler" userId="38fedbb726841d9a" providerId="LiveId" clId="{0CCB27B3-0D03-4E8E-8D08-702661BB0D1D}" dt="2026-04-14T20:23:32.930" v="2757" actId="1035"/>
          <ac:spMkLst>
            <pc:docMk/>
            <pc:sldMk cId="1585257135" sldId="338"/>
            <ac:spMk id="19" creationId="{060014CF-D1F6-0D3C-D27A-0B4D34241A08}"/>
          </ac:spMkLst>
        </pc:spChg>
        <pc:spChg chg="mod">
          <ac:chgData name="Greg Deckler" userId="38fedbb726841d9a" providerId="LiveId" clId="{0CCB27B3-0D03-4E8E-8D08-702661BB0D1D}" dt="2026-04-14T20:05:17.794" v="2173" actId="403"/>
          <ac:spMkLst>
            <pc:docMk/>
            <pc:sldMk cId="1585257135" sldId="338"/>
            <ac:spMk id="20" creationId="{E35080A6-EFD2-40EF-1B3A-A7632A7B7170}"/>
          </ac:spMkLst>
        </pc:spChg>
        <pc:spChg chg="mod">
          <ac:chgData name="Greg Deckler" userId="38fedbb726841d9a" providerId="LiveId" clId="{0CCB27B3-0D03-4E8E-8D08-702661BB0D1D}" dt="2026-04-14T20:23:37.592" v="2758" actId="1035"/>
          <ac:spMkLst>
            <pc:docMk/>
            <pc:sldMk cId="1585257135" sldId="338"/>
            <ac:spMk id="21" creationId="{7F09D74A-39F5-B584-BC01-0F5D3307C4CE}"/>
          </ac:spMkLst>
        </pc:spChg>
        <pc:spChg chg="mod">
          <ac:chgData name="Greg Deckler" userId="38fedbb726841d9a" providerId="LiveId" clId="{0CCB27B3-0D03-4E8E-8D08-702661BB0D1D}" dt="2026-04-14T20:05:17.794" v="2173" actId="403"/>
          <ac:spMkLst>
            <pc:docMk/>
            <pc:sldMk cId="1585257135" sldId="338"/>
            <ac:spMk id="22" creationId="{CF3A58B3-E2AE-8CDE-FB17-7DCD76B22A42}"/>
          </ac:spMkLst>
        </pc:spChg>
        <pc:spChg chg="mod">
          <ac:chgData name="Greg Deckler" userId="38fedbb726841d9a" providerId="LiveId" clId="{0CCB27B3-0D03-4E8E-8D08-702661BB0D1D}" dt="2026-04-14T20:23:42.042" v="2760" actId="1035"/>
          <ac:spMkLst>
            <pc:docMk/>
            <pc:sldMk cId="1585257135" sldId="338"/>
            <ac:spMk id="23" creationId="{73B341BB-1C30-EDA4-E749-F015EB317037}"/>
          </ac:spMkLst>
        </pc:spChg>
        <pc:spChg chg="mod">
          <ac:chgData name="Greg Deckler" userId="38fedbb726841d9a" providerId="LiveId" clId="{0CCB27B3-0D03-4E8E-8D08-702661BB0D1D}" dt="2026-04-14T20:05:17.794" v="2173" actId="403"/>
          <ac:spMkLst>
            <pc:docMk/>
            <pc:sldMk cId="1585257135" sldId="338"/>
            <ac:spMk id="24" creationId="{7EEA7880-548B-65D0-500F-A69DC9DCF393}"/>
          </ac:spMkLst>
        </pc:spChg>
        <pc:spChg chg="mod">
          <ac:chgData name="Greg Deckler" userId="38fedbb726841d9a" providerId="LiveId" clId="{0CCB27B3-0D03-4E8E-8D08-702661BB0D1D}" dt="2026-04-14T20:05:24.139" v="2175" actId="1035"/>
          <ac:spMkLst>
            <pc:docMk/>
            <pc:sldMk cId="1585257135" sldId="338"/>
            <ac:spMk id="25" creationId="{3F839777-0E88-A3EC-5018-BC8BDF4B0FE8}"/>
          </ac:spMkLst>
        </pc:spChg>
      </pc:sldChg>
      <pc:sldChg chg="modSp mod">
        <pc:chgData name="Greg Deckler" userId="38fedbb726841d9a" providerId="LiveId" clId="{0CCB27B3-0D03-4E8E-8D08-702661BB0D1D}" dt="2026-04-14T20:01:42.224" v="2123" actId="1036"/>
        <pc:sldMkLst>
          <pc:docMk/>
          <pc:sldMk cId="3038378723" sldId="339"/>
        </pc:sldMkLst>
        <pc:spChg chg="mod">
          <ac:chgData name="Greg Deckler" userId="38fedbb726841d9a" providerId="LiveId" clId="{0CCB27B3-0D03-4E8E-8D08-702661BB0D1D}" dt="2026-04-12T23:16:50.859" v="525" actId="403"/>
          <ac:spMkLst>
            <pc:docMk/>
            <pc:sldMk cId="3038378723" sldId="339"/>
            <ac:spMk id="9" creationId="{42E17976-D42B-88A5-9DD5-A9C769C2DB86}"/>
          </ac:spMkLst>
        </pc:spChg>
        <pc:spChg chg="mod">
          <ac:chgData name="Greg Deckler" userId="38fedbb726841d9a" providerId="LiveId" clId="{0CCB27B3-0D03-4E8E-8D08-702661BB0D1D}" dt="2026-04-12T23:16:55.393" v="531" actId="403"/>
          <ac:spMkLst>
            <pc:docMk/>
            <pc:sldMk cId="3038378723" sldId="339"/>
            <ac:spMk id="12" creationId="{7D963825-AFF7-FE90-CEBB-9BC2C5180CA8}"/>
          </ac:spMkLst>
        </pc:spChg>
        <pc:spChg chg="mod">
          <ac:chgData name="Greg Deckler" userId="38fedbb726841d9a" providerId="LiveId" clId="{0CCB27B3-0D03-4E8E-8D08-702661BB0D1D}" dt="2026-04-14T20:01:42.224" v="2123" actId="1036"/>
          <ac:spMkLst>
            <pc:docMk/>
            <pc:sldMk cId="3038378723" sldId="339"/>
            <ac:spMk id="14" creationId="{D32AEFFB-224F-E274-1494-E5BAF070FE7C}"/>
          </ac:spMkLst>
        </pc:spChg>
        <pc:spChg chg="mod">
          <ac:chgData name="Greg Deckler" userId="38fedbb726841d9a" providerId="LiveId" clId="{0CCB27B3-0D03-4E8E-8D08-702661BB0D1D}" dt="2026-04-14T20:01:42.224" v="2123" actId="1036"/>
          <ac:spMkLst>
            <pc:docMk/>
            <pc:sldMk cId="3038378723" sldId="339"/>
            <ac:spMk id="15" creationId="{88794D53-9542-F5A9-B28B-369A64264B4E}"/>
          </ac:spMkLst>
        </pc:spChg>
        <pc:spChg chg="mod">
          <ac:chgData name="Greg Deckler" userId="38fedbb726841d9a" providerId="LiveId" clId="{0CCB27B3-0D03-4E8E-8D08-702661BB0D1D}" dt="2026-04-14T20:01:42.224" v="2123" actId="1036"/>
          <ac:spMkLst>
            <pc:docMk/>
            <pc:sldMk cId="3038378723" sldId="339"/>
            <ac:spMk id="16" creationId="{1FCC9799-E597-FE79-9036-5C3C9D029A11}"/>
          </ac:spMkLst>
        </pc:spChg>
        <pc:spChg chg="mod">
          <ac:chgData name="Greg Deckler" userId="38fedbb726841d9a" providerId="LiveId" clId="{0CCB27B3-0D03-4E8E-8D08-702661BB0D1D}" dt="2026-04-14T20:01:42.224" v="2123" actId="1036"/>
          <ac:spMkLst>
            <pc:docMk/>
            <pc:sldMk cId="3038378723" sldId="339"/>
            <ac:spMk id="17" creationId="{1A72B269-E8A6-E49C-0A3C-151CCA7DB9AA}"/>
          </ac:spMkLst>
        </pc:spChg>
        <pc:spChg chg="mod">
          <ac:chgData name="Greg Deckler" userId="38fedbb726841d9a" providerId="LiveId" clId="{0CCB27B3-0D03-4E8E-8D08-702661BB0D1D}" dt="2026-04-14T20:01:42.224" v="2123" actId="1036"/>
          <ac:spMkLst>
            <pc:docMk/>
            <pc:sldMk cId="3038378723" sldId="339"/>
            <ac:spMk id="18" creationId="{80146F8A-94DF-73C7-3959-5FD5E09FB5B2}"/>
          </ac:spMkLst>
        </pc:spChg>
        <pc:spChg chg="mod">
          <ac:chgData name="Greg Deckler" userId="38fedbb726841d9a" providerId="LiveId" clId="{0CCB27B3-0D03-4E8E-8D08-702661BB0D1D}" dt="2026-04-14T20:01:42.224" v="2123" actId="1036"/>
          <ac:spMkLst>
            <pc:docMk/>
            <pc:sldMk cId="3038378723" sldId="339"/>
            <ac:spMk id="19" creationId="{3B6D4BC5-E83D-4BE9-4D96-3E78A6D99A5F}"/>
          </ac:spMkLst>
        </pc:spChg>
        <pc:spChg chg="mod">
          <ac:chgData name="Greg Deckler" userId="38fedbb726841d9a" providerId="LiveId" clId="{0CCB27B3-0D03-4E8E-8D08-702661BB0D1D}" dt="2026-04-14T20:01:42.224" v="2123" actId="1036"/>
          <ac:spMkLst>
            <pc:docMk/>
            <pc:sldMk cId="3038378723" sldId="339"/>
            <ac:spMk id="20" creationId="{5B7512C2-81E8-D94C-E1A3-11FABF536C31}"/>
          </ac:spMkLst>
        </pc:spChg>
        <pc:spChg chg="mod">
          <ac:chgData name="Greg Deckler" userId="38fedbb726841d9a" providerId="LiveId" clId="{0CCB27B3-0D03-4E8E-8D08-702661BB0D1D}" dt="2026-04-14T20:01:42.224" v="2123" actId="1036"/>
          <ac:spMkLst>
            <pc:docMk/>
            <pc:sldMk cId="3038378723" sldId="339"/>
            <ac:spMk id="21" creationId="{F40F172C-2607-B309-278C-7F0A97007F3F}"/>
          </ac:spMkLst>
        </pc:spChg>
        <pc:spChg chg="mod">
          <ac:chgData name="Greg Deckler" userId="38fedbb726841d9a" providerId="LiveId" clId="{0CCB27B3-0D03-4E8E-8D08-702661BB0D1D}" dt="2026-04-14T20:01:42.224" v="2123" actId="1036"/>
          <ac:spMkLst>
            <pc:docMk/>
            <pc:sldMk cId="3038378723" sldId="339"/>
            <ac:spMk id="22" creationId="{8DA1FE8B-1754-96B9-C279-C11B80C12C20}"/>
          </ac:spMkLst>
        </pc:spChg>
        <pc:spChg chg="mod">
          <ac:chgData name="Greg Deckler" userId="38fedbb726841d9a" providerId="LiveId" clId="{0CCB27B3-0D03-4E8E-8D08-702661BB0D1D}" dt="2026-04-14T20:01:36.314" v="2118" actId="1037"/>
          <ac:spMkLst>
            <pc:docMk/>
            <pc:sldMk cId="3038378723" sldId="339"/>
            <ac:spMk id="23" creationId="{7FEA2131-110E-CA38-8827-820804B6EA5F}"/>
          </ac:spMkLst>
        </pc:spChg>
        <pc:spChg chg="mod">
          <ac:chgData name="Greg Deckler" userId="38fedbb726841d9a" providerId="LiveId" clId="{0CCB27B3-0D03-4E8E-8D08-702661BB0D1D}" dt="2026-04-14T20:01:36.314" v="2118" actId="1037"/>
          <ac:spMkLst>
            <pc:docMk/>
            <pc:sldMk cId="3038378723" sldId="339"/>
            <ac:spMk id="24" creationId="{DE905A8D-7374-F4EB-DC64-0E80D155CDE9}"/>
          </ac:spMkLst>
        </pc:spChg>
        <pc:spChg chg="mod">
          <ac:chgData name="Greg Deckler" userId="38fedbb726841d9a" providerId="LiveId" clId="{0CCB27B3-0D03-4E8E-8D08-702661BB0D1D}" dt="2026-04-14T20:01:36.314" v="2118" actId="1037"/>
          <ac:spMkLst>
            <pc:docMk/>
            <pc:sldMk cId="3038378723" sldId="339"/>
            <ac:spMk id="25" creationId="{0D15A416-EB77-F4F9-1FE4-8C041F9A9BC7}"/>
          </ac:spMkLst>
        </pc:spChg>
        <pc:spChg chg="mod">
          <ac:chgData name="Greg Deckler" userId="38fedbb726841d9a" providerId="LiveId" clId="{0CCB27B3-0D03-4E8E-8D08-702661BB0D1D}" dt="2026-04-14T20:01:36.314" v="2118" actId="1037"/>
          <ac:spMkLst>
            <pc:docMk/>
            <pc:sldMk cId="3038378723" sldId="339"/>
            <ac:spMk id="26" creationId="{B140296F-6C89-F888-0AE6-0EAEB3609C1E}"/>
          </ac:spMkLst>
        </pc:spChg>
        <pc:spChg chg="mod">
          <ac:chgData name="Greg Deckler" userId="38fedbb726841d9a" providerId="LiveId" clId="{0CCB27B3-0D03-4E8E-8D08-702661BB0D1D}" dt="2026-04-14T20:01:36.314" v="2118" actId="1037"/>
          <ac:spMkLst>
            <pc:docMk/>
            <pc:sldMk cId="3038378723" sldId="339"/>
            <ac:spMk id="27" creationId="{068DA60B-9DBA-826D-7C54-D3C2E2625C4F}"/>
          </ac:spMkLst>
        </pc:spChg>
        <pc:spChg chg="mod">
          <ac:chgData name="Greg Deckler" userId="38fedbb726841d9a" providerId="LiveId" clId="{0CCB27B3-0D03-4E8E-8D08-702661BB0D1D}" dt="2026-04-14T20:01:36.314" v="2118" actId="1037"/>
          <ac:spMkLst>
            <pc:docMk/>
            <pc:sldMk cId="3038378723" sldId="339"/>
            <ac:spMk id="28" creationId="{90CE305C-4E30-6D14-950A-F3C9F12ABF79}"/>
          </ac:spMkLst>
        </pc:spChg>
        <pc:spChg chg="mod">
          <ac:chgData name="Greg Deckler" userId="38fedbb726841d9a" providerId="LiveId" clId="{0CCB27B3-0D03-4E8E-8D08-702661BB0D1D}" dt="2026-04-14T20:01:36.314" v="2118" actId="1037"/>
          <ac:spMkLst>
            <pc:docMk/>
            <pc:sldMk cId="3038378723" sldId="339"/>
            <ac:spMk id="29" creationId="{06B73292-2337-B3C8-929C-8E3C88699B05}"/>
          </ac:spMkLst>
        </pc:spChg>
        <pc:spChg chg="mod">
          <ac:chgData name="Greg Deckler" userId="38fedbb726841d9a" providerId="LiveId" clId="{0CCB27B3-0D03-4E8E-8D08-702661BB0D1D}" dt="2026-04-14T20:01:36.314" v="2118" actId="1037"/>
          <ac:spMkLst>
            <pc:docMk/>
            <pc:sldMk cId="3038378723" sldId="339"/>
            <ac:spMk id="30" creationId="{EE7C8F3C-3383-C590-AF8E-0A71B176631D}"/>
          </ac:spMkLst>
        </pc:spChg>
        <pc:spChg chg="mod">
          <ac:chgData name="Greg Deckler" userId="38fedbb726841d9a" providerId="LiveId" clId="{0CCB27B3-0D03-4E8E-8D08-702661BB0D1D}" dt="2026-04-14T20:01:36.314" v="2118" actId="1037"/>
          <ac:spMkLst>
            <pc:docMk/>
            <pc:sldMk cId="3038378723" sldId="339"/>
            <ac:spMk id="31" creationId="{70D7B5C0-346A-E276-50D8-B6F966094502}"/>
          </ac:spMkLst>
        </pc:spChg>
      </pc:sldChg>
      <pc:sldChg chg="addSp delSp modSp mod">
        <pc:chgData name="Greg Deckler" userId="38fedbb726841d9a" providerId="LiveId" clId="{0CCB27B3-0D03-4E8E-8D08-702661BB0D1D}" dt="2026-04-14T20:56:22.165" v="3567" actId="20577"/>
        <pc:sldMkLst>
          <pc:docMk/>
          <pc:sldMk cId="3698820880" sldId="340"/>
        </pc:sldMkLst>
        <pc:spChg chg="mod">
          <ac:chgData name="Greg Deckler" userId="38fedbb726841d9a" providerId="LiveId" clId="{0CCB27B3-0D03-4E8E-8D08-702661BB0D1D}" dt="2026-04-14T20:48:44.441" v="3076" actId="20577"/>
          <ac:spMkLst>
            <pc:docMk/>
            <pc:sldMk cId="3698820880" sldId="340"/>
            <ac:spMk id="9" creationId="{2E905AE0-15D0-4EC4-B79F-3035F1E2D203}"/>
          </ac:spMkLst>
        </pc:spChg>
        <pc:spChg chg="mod">
          <ac:chgData name="Greg Deckler" userId="38fedbb726841d9a" providerId="LiveId" clId="{0CCB27B3-0D03-4E8E-8D08-702661BB0D1D}" dt="2026-04-12T23:20:28.173" v="599" actId="403"/>
          <ac:spMkLst>
            <pc:docMk/>
            <pc:sldMk cId="3698820880" sldId="340"/>
            <ac:spMk id="15" creationId="{44FFF98A-9231-BC08-DC79-38FE5C8D41CA}"/>
          </ac:spMkLst>
        </pc:spChg>
        <pc:spChg chg="mod">
          <ac:chgData name="Greg Deckler" userId="38fedbb726841d9a" providerId="LiveId" clId="{0CCB27B3-0D03-4E8E-8D08-702661BB0D1D}" dt="2026-04-12T23:20:33.415" v="602" actId="403"/>
          <ac:spMkLst>
            <pc:docMk/>
            <pc:sldMk cId="3698820880" sldId="340"/>
            <ac:spMk id="16" creationId="{B5E4171F-7709-DFC2-BD30-D23D5CCDEE1C}"/>
          </ac:spMkLst>
        </pc:spChg>
        <pc:spChg chg="mod">
          <ac:chgData name="Greg Deckler" userId="38fedbb726841d9a" providerId="LiveId" clId="{0CCB27B3-0D03-4E8E-8D08-702661BB0D1D}" dt="2026-04-14T20:02:10.939" v="2130" actId="1036"/>
          <ac:spMkLst>
            <pc:docMk/>
            <pc:sldMk cId="3698820880" sldId="340"/>
            <ac:spMk id="18" creationId="{415BD721-55DE-C564-43C4-CE51E7E8DF01}"/>
          </ac:spMkLst>
        </pc:spChg>
        <pc:spChg chg="mod">
          <ac:chgData name="Greg Deckler" userId="38fedbb726841d9a" providerId="LiveId" clId="{0CCB27B3-0D03-4E8E-8D08-702661BB0D1D}" dt="2026-04-12T23:20:22.799" v="596" actId="403"/>
          <ac:spMkLst>
            <pc:docMk/>
            <pc:sldMk cId="3698820880" sldId="340"/>
            <ac:spMk id="19" creationId="{58DE959E-386A-73E6-2AEB-D1458F0BB102}"/>
          </ac:spMkLst>
        </pc:spChg>
        <pc:spChg chg="mod">
          <ac:chgData name="Greg Deckler" userId="38fedbb726841d9a" providerId="LiveId" clId="{0CCB27B3-0D03-4E8E-8D08-702661BB0D1D}" dt="2026-04-14T20:02:06.775" v="2127" actId="1036"/>
          <ac:spMkLst>
            <pc:docMk/>
            <pc:sldMk cId="3698820880" sldId="340"/>
            <ac:spMk id="20" creationId="{9D09E966-0537-0F94-D4B1-8BDB2B81B72B}"/>
          </ac:spMkLst>
        </pc:spChg>
        <pc:spChg chg="mod">
          <ac:chgData name="Greg Deckler" userId="38fedbb726841d9a" providerId="LiveId" clId="{0CCB27B3-0D03-4E8E-8D08-702661BB0D1D}" dt="2026-04-12T23:20:22.799" v="596" actId="403"/>
          <ac:spMkLst>
            <pc:docMk/>
            <pc:sldMk cId="3698820880" sldId="340"/>
            <ac:spMk id="21" creationId="{800B86D8-3F2A-B18D-DC0A-70B61C11445A}"/>
          </ac:spMkLst>
        </pc:spChg>
        <pc:spChg chg="mod">
          <ac:chgData name="Greg Deckler" userId="38fedbb726841d9a" providerId="LiveId" clId="{0CCB27B3-0D03-4E8E-8D08-702661BB0D1D}" dt="2026-04-14T20:02:13.875" v="2131" actId="1035"/>
          <ac:spMkLst>
            <pc:docMk/>
            <pc:sldMk cId="3698820880" sldId="340"/>
            <ac:spMk id="22" creationId="{63797730-0ED2-7025-667B-F97B42D6E6B5}"/>
          </ac:spMkLst>
        </pc:spChg>
        <pc:spChg chg="mod">
          <ac:chgData name="Greg Deckler" userId="38fedbb726841d9a" providerId="LiveId" clId="{0CCB27B3-0D03-4E8E-8D08-702661BB0D1D}" dt="2026-04-12T23:20:22.799" v="596" actId="403"/>
          <ac:spMkLst>
            <pc:docMk/>
            <pc:sldMk cId="3698820880" sldId="340"/>
            <ac:spMk id="23" creationId="{7DB812D6-769C-4B35-AF25-91C4DB23BF76}"/>
          </ac:spMkLst>
        </pc:spChg>
        <pc:spChg chg="mod">
          <ac:chgData name="Greg Deckler" userId="38fedbb726841d9a" providerId="LiveId" clId="{0CCB27B3-0D03-4E8E-8D08-702661BB0D1D}" dt="2026-04-14T20:02:20.178" v="2134" actId="1036"/>
          <ac:spMkLst>
            <pc:docMk/>
            <pc:sldMk cId="3698820880" sldId="340"/>
            <ac:spMk id="24" creationId="{A1394250-FA71-E217-BCAD-54045F45B124}"/>
          </ac:spMkLst>
        </pc:spChg>
        <pc:spChg chg="mod">
          <ac:chgData name="Greg Deckler" userId="38fedbb726841d9a" providerId="LiveId" clId="{0CCB27B3-0D03-4E8E-8D08-702661BB0D1D}" dt="2026-04-12T23:20:22.799" v="596" actId="403"/>
          <ac:spMkLst>
            <pc:docMk/>
            <pc:sldMk cId="3698820880" sldId="340"/>
            <ac:spMk id="25" creationId="{A6DA3876-763B-4144-D39D-9B9F60FEF5DF}"/>
          </ac:spMkLst>
        </pc:spChg>
        <pc:spChg chg="mod">
          <ac:chgData name="Greg Deckler" userId="38fedbb726841d9a" providerId="LiveId" clId="{0CCB27B3-0D03-4E8E-8D08-702661BB0D1D}" dt="2026-04-14T20:02:23.375" v="2136" actId="1036"/>
          <ac:spMkLst>
            <pc:docMk/>
            <pc:sldMk cId="3698820880" sldId="340"/>
            <ac:spMk id="26" creationId="{A13C24AD-194F-D358-C558-3FE7E61BB936}"/>
          </ac:spMkLst>
        </pc:spChg>
        <pc:spChg chg="mod">
          <ac:chgData name="Greg Deckler" userId="38fedbb726841d9a" providerId="LiveId" clId="{0CCB27B3-0D03-4E8E-8D08-702661BB0D1D}" dt="2026-04-12T23:20:22.799" v="596" actId="403"/>
          <ac:spMkLst>
            <pc:docMk/>
            <pc:sldMk cId="3698820880" sldId="340"/>
            <ac:spMk id="27" creationId="{FB2B6D6F-70DD-D44A-38AE-DEB45F114B9C}"/>
          </ac:spMkLst>
        </pc:spChg>
        <pc:spChg chg="mod">
          <ac:chgData name="Greg Deckler" userId="38fedbb726841d9a" providerId="LiveId" clId="{0CCB27B3-0D03-4E8E-8D08-702661BB0D1D}" dt="2026-04-14T20:02:26.212" v="2137" actId="1035"/>
          <ac:spMkLst>
            <pc:docMk/>
            <pc:sldMk cId="3698820880" sldId="340"/>
            <ac:spMk id="28" creationId="{865FE664-D94D-678C-59D1-A37AAED88986}"/>
          </ac:spMkLst>
        </pc:spChg>
        <pc:spChg chg="mod">
          <ac:chgData name="Greg Deckler" userId="38fedbb726841d9a" providerId="LiveId" clId="{0CCB27B3-0D03-4E8E-8D08-702661BB0D1D}" dt="2026-04-12T23:20:22.799" v="596" actId="403"/>
          <ac:spMkLst>
            <pc:docMk/>
            <pc:sldMk cId="3698820880" sldId="340"/>
            <ac:spMk id="29" creationId="{47B93FF6-8708-F5CB-D8CB-D23C06A2BC4B}"/>
          </ac:spMkLst>
        </pc:spChg>
        <pc:spChg chg="mod">
          <ac:chgData name="Greg Deckler" userId="38fedbb726841d9a" providerId="LiveId" clId="{0CCB27B3-0D03-4E8E-8D08-702661BB0D1D}" dt="2026-04-14T20:56:22.165" v="3567" actId="20577"/>
          <ac:spMkLst>
            <pc:docMk/>
            <pc:sldMk cId="3698820880" sldId="340"/>
            <ac:spMk id="37" creationId="{3CC6DB03-8443-9407-3388-B97231A3B982}"/>
          </ac:spMkLst>
        </pc:spChg>
        <pc:picChg chg="mod">
          <ac:chgData name="Greg Deckler" userId="38fedbb726841d9a" providerId="LiveId" clId="{0CCB27B3-0D03-4E8E-8D08-702661BB0D1D}" dt="2026-04-14T20:13:13.986" v="2261" actId="1076"/>
          <ac:picMkLst>
            <pc:docMk/>
            <pc:sldMk cId="3698820880" sldId="340"/>
            <ac:picMk id="36" creationId="{07F53423-67DF-7968-E317-E74D5CE944A5}"/>
          </ac:picMkLst>
        </pc:picChg>
      </pc:sldChg>
      <pc:sldChg chg="modSp mod">
        <pc:chgData name="Greg Deckler" userId="38fedbb726841d9a" providerId="LiveId" clId="{0CCB27B3-0D03-4E8E-8D08-702661BB0D1D}" dt="2026-04-14T20:22:43.661" v="2755" actId="20577"/>
        <pc:sldMkLst>
          <pc:docMk/>
          <pc:sldMk cId="4110440432" sldId="341"/>
        </pc:sldMkLst>
        <pc:spChg chg="mod">
          <ac:chgData name="Greg Deckler" userId="38fedbb726841d9a" providerId="LiveId" clId="{0CCB27B3-0D03-4E8E-8D08-702661BB0D1D}" dt="2026-04-12T23:21:24.074" v="611" actId="403"/>
          <ac:spMkLst>
            <pc:docMk/>
            <pc:sldMk cId="4110440432" sldId="341"/>
            <ac:spMk id="9" creationId="{2E3DBC71-104F-BB06-23F7-E7BD958264BE}"/>
          </ac:spMkLst>
        </pc:spChg>
        <pc:spChg chg="mod">
          <ac:chgData name="Greg Deckler" userId="38fedbb726841d9a" providerId="LiveId" clId="{0CCB27B3-0D03-4E8E-8D08-702661BB0D1D}" dt="2026-04-12T23:19:04.037" v="578" actId="14100"/>
          <ac:spMkLst>
            <pc:docMk/>
            <pc:sldMk cId="4110440432" sldId="341"/>
            <ac:spMk id="13" creationId="{94E4A3A1-6F6C-F139-4E8F-CF8397D6715E}"/>
          </ac:spMkLst>
        </pc:spChg>
        <pc:spChg chg="mod">
          <ac:chgData name="Greg Deckler" userId="38fedbb726841d9a" providerId="LiveId" clId="{0CCB27B3-0D03-4E8E-8D08-702661BB0D1D}" dt="2026-04-12T23:19:33.720" v="588" actId="1036"/>
          <ac:spMkLst>
            <pc:docMk/>
            <pc:sldMk cId="4110440432" sldId="341"/>
            <ac:spMk id="15" creationId="{A28BBA7A-3760-3F1B-02D7-0C6D6D9DA6F0}"/>
          </ac:spMkLst>
        </pc:spChg>
        <pc:spChg chg="mod">
          <ac:chgData name="Greg Deckler" userId="38fedbb726841d9a" providerId="LiveId" clId="{0CCB27B3-0D03-4E8E-8D08-702661BB0D1D}" dt="2026-04-12T23:18:25.886" v="566" actId="1035"/>
          <ac:spMkLst>
            <pc:docMk/>
            <pc:sldMk cId="4110440432" sldId="341"/>
            <ac:spMk id="16" creationId="{C662C715-F01E-F6A4-F8C7-1D8E2C2A3DF4}"/>
          </ac:spMkLst>
        </pc:spChg>
        <pc:spChg chg="mod">
          <ac:chgData name="Greg Deckler" userId="38fedbb726841d9a" providerId="LiveId" clId="{0CCB27B3-0D03-4E8E-8D08-702661BB0D1D}" dt="2026-04-12T23:19:33.720" v="588" actId="1036"/>
          <ac:spMkLst>
            <pc:docMk/>
            <pc:sldMk cId="4110440432" sldId="341"/>
            <ac:spMk id="18" creationId="{8A6F97A0-C317-8DEB-587D-5CB8EED5DDB7}"/>
          </ac:spMkLst>
        </pc:spChg>
        <pc:spChg chg="mod">
          <ac:chgData name="Greg Deckler" userId="38fedbb726841d9a" providerId="LiveId" clId="{0CCB27B3-0D03-4E8E-8D08-702661BB0D1D}" dt="2026-04-12T23:18:33.071" v="570" actId="1036"/>
          <ac:spMkLst>
            <pc:docMk/>
            <pc:sldMk cId="4110440432" sldId="341"/>
            <ac:spMk id="19" creationId="{1BCE4ED9-7724-0398-3BDD-129A84859B5B}"/>
          </ac:spMkLst>
        </pc:spChg>
        <pc:spChg chg="mod">
          <ac:chgData name="Greg Deckler" userId="38fedbb726841d9a" providerId="LiveId" clId="{0CCB27B3-0D03-4E8E-8D08-702661BB0D1D}" dt="2026-04-12T23:19:33.720" v="588" actId="1036"/>
          <ac:spMkLst>
            <pc:docMk/>
            <pc:sldMk cId="4110440432" sldId="341"/>
            <ac:spMk id="21" creationId="{9FE70AF4-2441-C149-9B91-480B0C7403AE}"/>
          </ac:spMkLst>
        </pc:spChg>
        <pc:spChg chg="mod">
          <ac:chgData name="Greg Deckler" userId="38fedbb726841d9a" providerId="LiveId" clId="{0CCB27B3-0D03-4E8E-8D08-702661BB0D1D}" dt="2026-04-12T23:18:38.655" v="573" actId="1036"/>
          <ac:spMkLst>
            <pc:docMk/>
            <pc:sldMk cId="4110440432" sldId="341"/>
            <ac:spMk id="22" creationId="{E04A245D-F3C2-A2BB-C871-B60BC8305911}"/>
          </ac:spMkLst>
        </pc:spChg>
        <pc:spChg chg="mod">
          <ac:chgData name="Greg Deckler" userId="38fedbb726841d9a" providerId="LiveId" clId="{0CCB27B3-0D03-4E8E-8D08-702661BB0D1D}" dt="2026-04-12T23:19:42.788" v="594" actId="1036"/>
          <ac:spMkLst>
            <pc:docMk/>
            <pc:sldMk cId="4110440432" sldId="341"/>
            <ac:spMk id="24" creationId="{A1001AF9-613D-F29F-9543-BB6259364CEB}"/>
          </ac:spMkLst>
        </pc:spChg>
        <pc:spChg chg="mod">
          <ac:chgData name="Greg Deckler" userId="38fedbb726841d9a" providerId="LiveId" clId="{0CCB27B3-0D03-4E8E-8D08-702661BB0D1D}" dt="2026-04-12T23:18:49.846" v="577" actId="14100"/>
          <ac:spMkLst>
            <pc:docMk/>
            <pc:sldMk cId="4110440432" sldId="341"/>
            <ac:spMk id="25" creationId="{6A1918DE-A817-7E06-42D4-2FA6FC1669B8}"/>
          </ac:spMkLst>
        </pc:spChg>
        <pc:spChg chg="mod">
          <ac:chgData name="Greg Deckler" userId="38fedbb726841d9a" providerId="LiveId" clId="{0CCB27B3-0D03-4E8E-8D08-702661BB0D1D}" dt="2026-04-12T23:19:33.720" v="588" actId="1036"/>
          <ac:spMkLst>
            <pc:docMk/>
            <pc:sldMk cId="4110440432" sldId="341"/>
            <ac:spMk id="27" creationId="{CD0F0541-68E9-45A6-8514-F15D7039017D}"/>
          </ac:spMkLst>
        </pc:spChg>
        <pc:spChg chg="mod">
          <ac:chgData name="Greg Deckler" userId="38fedbb726841d9a" providerId="LiveId" clId="{0CCB27B3-0D03-4E8E-8D08-702661BB0D1D}" dt="2026-04-12T23:19:12.106" v="582" actId="1036"/>
          <ac:spMkLst>
            <pc:docMk/>
            <pc:sldMk cId="4110440432" sldId="341"/>
            <ac:spMk id="28" creationId="{DB43DADF-F7D9-226A-AC82-F8B22D29AF2A}"/>
          </ac:spMkLst>
        </pc:spChg>
        <pc:spChg chg="mod">
          <ac:chgData name="Greg Deckler" userId="38fedbb726841d9a" providerId="LiveId" clId="{0CCB27B3-0D03-4E8E-8D08-702661BB0D1D}" dt="2026-04-14T20:02:46.087" v="2144" actId="1036"/>
          <ac:spMkLst>
            <pc:docMk/>
            <pc:sldMk cId="4110440432" sldId="341"/>
            <ac:spMk id="31" creationId="{F5E2CC4C-94D9-8A9B-8EA5-123228DEC015}"/>
          </ac:spMkLst>
        </pc:spChg>
        <pc:spChg chg="mod">
          <ac:chgData name="Greg Deckler" userId="38fedbb726841d9a" providerId="LiveId" clId="{0CCB27B3-0D03-4E8E-8D08-702661BB0D1D}" dt="2026-04-12T23:17:51.515" v="548" actId="403"/>
          <ac:spMkLst>
            <pc:docMk/>
            <pc:sldMk cId="4110440432" sldId="341"/>
            <ac:spMk id="32" creationId="{36DB04F3-40D2-BF39-71DB-43522A8C3C6C}"/>
          </ac:spMkLst>
        </pc:spChg>
        <pc:spChg chg="mod">
          <ac:chgData name="Greg Deckler" userId="38fedbb726841d9a" providerId="LiveId" clId="{0CCB27B3-0D03-4E8E-8D08-702661BB0D1D}" dt="2026-04-14T20:02:43.873" v="2143" actId="1035"/>
          <ac:spMkLst>
            <pc:docMk/>
            <pc:sldMk cId="4110440432" sldId="341"/>
            <ac:spMk id="33" creationId="{92E76690-589B-D62B-55C6-A2ACD0B412C3}"/>
          </ac:spMkLst>
        </pc:spChg>
        <pc:spChg chg="mod">
          <ac:chgData name="Greg Deckler" userId="38fedbb726841d9a" providerId="LiveId" clId="{0CCB27B3-0D03-4E8E-8D08-702661BB0D1D}" dt="2026-04-12T23:18:04.914" v="555" actId="403"/>
          <ac:spMkLst>
            <pc:docMk/>
            <pc:sldMk cId="4110440432" sldId="341"/>
            <ac:spMk id="34" creationId="{F7E8C76B-2D16-CBD1-AC5A-40D50BC9814C}"/>
          </ac:spMkLst>
        </pc:spChg>
        <pc:spChg chg="mod">
          <ac:chgData name="Greg Deckler" userId="38fedbb726841d9a" providerId="LiveId" clId="{0CCB27B3-0D03-4E8E-8D08-702661BB0D1D}" dt="2026-04-14T20:02:47.877" v="2145" actId="1035"/>
          <ac:spMkLst>
            <pc:docMk/>
            <pc:sldMk cId="4110440432" sldId="341"/>
            <ac:spMk id="35" creationId="{2FA1A00C-3F3C-5AFA-9ADA-1D4D9E918F38}"/>
          </ac:spMkLst>
        </pc:spChg>
        <pc:spChg chg="mod">
          <ac:chgData name="Greg Deckler" userId="38fedbb726841d9a" providerId="LiveId" clId="{0CCB27B3-0D03-4E8E-8D08-702661BB0D1D}" dt="2026-04-12T23:18:09.837" v="557" actId="403"/>
          <ac:spMkLst>
            <pc:docMk/>
            <pc:sldMk cId="4110440432" sldId="341"/>
            <ac:spMk id="36" creationId="{8F131FCD-38A4-666B-3E2C-746D469E8BED}"/>
          </ac:spMkLst>
        </pc:spChg>
        <pc:spChg chg="mod">
          <ac:chgData name="Greg Deckler" userId="38fedbb726841d9a" providerId="LiveId" clId="{0CCB27B3-0D03-4E8E-8D08-702661BB0D1D}" dt="2026-04-14T20:02:49.329" v="2146" actId="1035"/>
          <ac:spMkLst>
            <pc:docMk/>
            <pc:sldMk cId="4110440432" sldId="341"/>
            <ac:spMk id="37" creationId="{BE942633-41E6-CF8F-229A-B3C38000210F}"/>
          </ac:spMkLst>
        </pc:spChg>
        <pc:spChg chg="mod">
          <ac:chgData name="Greg Deckler" userId="38fedbb726841d9a" providerId="LiveId" clId="{0CCB27B3-0D03-4E8E-8D08-702661BB0D1D}" dt="2026-04-14T20:22:43.661" v="2755" actId="20577"/>
          <ac:spMkLst>
            <pc:docMk/>
            <pc:sldMk cId="4110440432" sldId="341"/>
            <ac:spMk id="38" creationId="{45F32775-9FCF-08AE-9B5F-ED0F8330B1B0}"/>
          </ac:spMkLst>
        </pc:spChg>
        <pc:spChg chg="mod">
          <ac:chgData name="Greg Deckler" userId="38fedbb726841d9a" providerId="LiveId" clId="{0CCB27B3-0D03-4E8E-8D08-702661BB0D1D}" dt="2026-04-14T20:02:51.883" v="2149" actId="1035"/>
          <ac:spMkLst>
            <pc:docMk/>
            <pc:sldMk cId="4110440432" sldId="341"/>
            <ac:spMk id="39" creationId="{6FA2E052-77FF-B0F2-DB47-0F51D7E8A52B}"/>
          </ac:spMkLst>
        </pc:spChg>
        <pc:spChg chg="mod">
          <ac:chgData name="Greg Deckler" userId="38fedbb726841d9a" providerId="LiveId" clId="{0CCB27B3-0D03-4E8E-8D08-702661BB0D1D}" dt="2026-04-12T23:18:16.353" v="561" actId="403"/>
          <ac:spMkLst>
            <pc:docMk/>
            <pc:sldMk cId="4110440432" sldId="341"/>
            <ac:spMk id="40" creationId="{DCFCACD5-7835-A263-B812-EF3F9AE85B83}"/>
          </ac:spMkLst>
        </pc:spChg>
        <pc:spChg chg="mod">
          <ac:chgData name="Greg Deckler" userId="38fedbb726841d9a" providerId="LiveId" clId="{0CCB27B3-0D03-4E8E-8D08-702661BB0D1D}" dt="2026-04-12T23:17:35.004" v="543" actId="404"/>
          <ac:spMkLst>
            <pc:docMk/>
            <pc:sldMk cId="4110440432" sldId="341"/>
            <ac:spMk id="41" creationId="{A5E394B8-D2C6-E23F-45E6-24C6AA37A00A}"/>
          </ac:spMkLst>
        </pc:spChg>
      </pc:sldChg>
      <pc:sldChg chg="modSp mod">
        <pc:chgData name="Greg Deckler" userId="38fedbb726841d9a" providerId="LiveId" clId="{0CCB27B3-0D03-4E8E-8D08-702661BB0D1D}" dt="2026-04-14T21:02:54.238" v="3578" actId="403"/>
        <pc:sldMkLst>
          <pc:docMk/>
          <pc:sldMk cId="60894530" sldId="342"/>
        </pc:sldMkLst>
        <pc:spChg chg="mod">
          <ac:chgData name="Greg Deckler" userId="38fedbb726841d9a" providerId="LiveId" clId="{0CCB27B3-0D03-4E8E-8D08-702661BB0D1D}" dt="2026-04-14T21:02:54.238" v="3578" actId="403"/>
          <ac:spMkLst>
            <pc:docMk/>
            <pc:sldMk cId="60894530" sldId="342"/>
            <ac:spMk id="9" creationId="{EBDC2BB7-BD39-1672-8415-653AE8D2680A}"/>
          </ac:spMkLst>
        </pc:spChg>
        <pc:spChg chg="mod">
          <ac:chgData name="Greg Deckler" userId="38fedbb726841d9a" providerId="LiveId" clId="{0CCB27B3-0D03-4E8E-8D08-702661BB0D1D}" dt="2026-04-14T20:07:17.465" v="2190" actId="1036"/>
          <ac:spMkLst>
            <pc:docMk/>
            <pc:sldMk cId="60894530" sldId="342"/>
            <ac:spMk id="14" creationId="{06763C2F-84BC-64F1-2EFD-61C381369647}"/>
          </ac:spMkLst>
        </pc:spChg>
        <pc:spChg chg="mod">
          <ac:chgData name="Greg Deckler" userId="38fedbb726841d9a" providerId="LiveId" clId="{0CCB27B3-0D03-4E8E-8D08-702661BB0D1D}" dt="2026-04-12T23:25:57.713" v="699" actId="403"/>
          <ac:spMkLst>
            <pc:docMk/>
            <pc:sldMk cId="60894530" sldId="342"/>
            <ac:spMk id="16" creationId="{36597619-67D5-6EC2-3A6C-8E407BF56C5C}"/>
          </ac:spMkLst>
        </pc:spChg>
        <pc:spChg chg="mod">
          <ac:chgData name="Greg Deckler" userId="38fedbb726841d9a" providerId="LiveId" clId="{0CCB27B3-0D03-4E8E-8D08-702661BB0D1D}" dt="2026-04-12T23:25:52.914" v="696" actId="403"/>
          <ac:spMkLst>
            <pc:docMk/>
            <pc:sldMk cId="60894530" sldId="342"/>
            <ac:spMk id="17" creationId="{2336F892-E1E0-5E79-18CA-269D93297913}"/>
          </ac:spMkLst>
        </pc:spChg>
        <pc:spChg chg="mod">
          <ac:chgData name="Greg Deckler" userId="38fedbb726841d9a" providerId="LiveId" clId="{0CCB27B3-0D03-4E8E-8D08-702661BB0D1D}" dt="2026-04-14T20:07:10.316" v="2189" actId="1035"/>
          <ac:spMkLst>
            <pc:docMk/>
            <pc:sldMk cId="60894530" sldId="342"/>
            <ac:spMk id="20" creationId="{41F6CDCF-0E0F-2EB6-AE14-8A9883EF905A}"/>
          </ac:spMkLst>
        </pc:spChg>
        <pc:spChg chg="mod">
          <ac:chgData name="Greg Deckler" userId="38fedbb726841d9a" providerId="LiveId" clId="{0CCB27B3-0D03-4E8E-8D08-702661BB0D1D}" dt="2026-04-12T23:26:08.689" v="702" actId="403"/>
          <ac:spMkLst>
            <pc:docMk/>
            <pc:sldMk cId="60894530" sldId="342"/>
            <ac:spMk id="22" creationId="{DFCD9E5C-0F74-981D-C165-00B6AECCD97C}"/>
          </ac:spMkLst>
        </pc:spChg>
        <pc:spChg chg="mod">
          <ac:chgData name="Greg Deckler" userId="38fedbb726841d9a" providerId="LiveId" clId="{0CCB27B3-0D03-4E8E-8D08-702661BB0D1D}" dt="2026-04-12T23:26:35.186" v="708" actId="403"/>
          <ac:spMkLst>
            <pc:docMk/>
            <pc:sldMk cId="60894530" sldId="342"/>
            <ac:spMk id="23" creationId="{EF042DA0-DE5D-68F8-BF80-7F139AC70B20}"/>
          </ac:spMkLst>
        </pc:spChg>
        <pc:spChg chg="mod">
          <ac:chgData name="Greg Deckler" userId="38fedbb726841d9a" providerId="LiveId" clId="{0CCB27B3-0D03-4E8E-8D08-702661BB0D1D}" dt="2026-04-14T20:07:10.316" v="2189" actId="1035"/>
          <ac:spMkLst>
            <pc:docMk/>
            <pc:sldMk cId="60894530" sldId="342"/>
            <ac:spMk id="26" creationId="{2AD22ADA-E2C1-D232-CAA1-A58185580A55}"/>
          </ac:spMkLst>
        </pc:spChg>
        <pc:spChg chg="mod">
          <ac:chgData name="Greg Deckler" userId="38fedbb726841d9a" providerId="LiveId" clId="{0CCB27B3-0D03-4E8E-8D08-702661BB0D1D}" dt="2026-04-12T23:26:24.841" v="706" actId="1036"/>
          <ac:spMkLst>
            <pc:docMk/>
            <pc:sldMk cId="60894530" sldId="342"/>
            <ac:spMk id="28" creationId="{CC4BB46B-797D-B6B6-4867-02B36C385660}"/>
          </ac:spMkLst>
        </pc:spChg>
        <pc:spChg chg="mod">
          <ac:chgData name="Greg Deckler" userId="38fedbb726841d9a" providerId="LiveId" clId="{0CCB27B3-0D03-4E8E-8D08-702661BB0D1D}" dt="2026-04-12T23:26:35.186" v="708" actId="403"/>
          <ac:spMkLst>
            <pc:docMk/>
            <pc:sldMk cId="60894530" sldId="342"/>
            <ac:spMk id="29" creationId="{503EED93-A046-8950-4C91-AB77526208B2}"/>
          </ac:spMkLst>
        </pc:spChg>
        <pc:spChg chg="mod">
          <ac:chgData name="Greg Deckler" userId="38fedbb726841d9a" providerId="LiveId" clId="{0CCB27B3-0D03-4E8E-8D08-702661BB0D1D}" dt="2026-04-14T20:07:10.316" v="2189" actId="1035"/>
          <ac:spMkLst>
            <pc:docMk/>
            <pc:sldMk cId="60894530" sldId="342"/>
            <ac:spMk id="32" creationId="{1B8629BE-C999-B878-4F31-E9610F158D35}"/>
          </ac:spMkLst>
        </pc:spChg>
        <pc:spChg chg="mod">
          <ac:chgData name="Greg Deckler" userId="38fedbb726841d9a" providerId="LiveId" clId="{0CCB27B3-0D03-4E8E-8D08-702661BB0D1D}" dt="2026-04-12T23:26:16.750" v="703" actId="1036"/>
          <ac:spMkLst>
            <pc:docMk/>
            <pc:sldMk cId="60894530" sldId="342"/>
            <ac:spMk id="34" creationId="{DCF6DBE2-EF10-7A7F-E044-A73D5A70CFDA}"/>
          </ac:spMkLst>
        </pc:spChg>
        <pc:spChg chg="mod">
          <ac:chgData name="Greg Deckler" userId="38fedbb726841d9a" providerId="LiveId" clId="{0CCB27B3-0D03-4E8E-8D08-702661BB0D1D}" dt="2026-04-12T23:26:35.186" v="708" actId="403"/>
          <ac:spMkLst>
            <pc:docMk/>
            <pc:sldMk cId="60894530" sldId="342"/>
            <ac:spMk id="35" creationId="{A7D00C95-ADC0-752A-10F5-D64F5FFDE30B}"/>
          </ac:spMkLst>
        </pc:spChg>
        <pc:spChg chg="mod">
          <ac:chgData name="Greg Deckler" userId="38fedbb726841d9a" providerId="LiveId" clId="{0CCB27B3-0D03-4E8E-8D08-702661BB0D1D}" dt="2026-04-14T20:07:10.316" v="2189" actId="1035"/>
          <ac:spMkLst>
            <pc:docMk/>
            <pc:sldMk cId="60894530" sldId="342"/>
            <ac:spMk id="38" creationId="{6B3DA9A0-02F3-02DD-A674-4D814F8551D3}"/>
          </ac:spMkLst>
        </pc:spChg>
        <pc:spChg chg="mod">
          <ac:chgData name="Greg Deckler" userId="38fedbb726841d9a" providerId="LiveId" clId="{0CCB27B3-0D03-4E8E-8D08-702661BB0D1D}" dt="2026-04-12T23:26:19.577" v="704" actId="1036"/>
          <ac:spMkLst>
            <pc:docMk/>
            <pc:sldMk cId="60894530" sldId="342"/>
            <ac:spMk id="40" creationId="{1F9FD335-AE47-08E0-2FB1-5F8F717E7B0F}"/>
          </ac:spMkLst>
        </pc:spChg>
        <pc:spChg chg="mod">
          <ac:chgData name="Greg Deckler" userId="38fedbb726841d9a" providerId="LiveId" clId="{0CCB27B3-0D03-4E8E-8D08-702661BB0D1D}" dt="2026-04-14T20:54:28.003" v="3517" actId="20577"/>
          <ac:spMkLst>
            <pc:docMk/>
            <pc:sldMk cId="60894530" sldId="342"/>
            <ac:spMk id="41" creationId="{5DEF6FDF-C020-6884-78F7-FA9D5B139FD6}"/>
          </ac:spMkLst>
        </pc:spChg>
        <pc:spChg chg="mod">
          <ac:chgData name="Greg Deckler" userId="38fedbb726841d9a" providerId="LiveId" clId="{0CCB27B3-0D03-4E8E-8D08-702661BB0D1D}" dt="2026-04-14T20:07:10.316" v="2189" actId="1035"/>
          <ac:spMkLst>
            <pc:docMk/>
            <pc:sldMk cId="60894530" sldId="342"/>
            <ac:spMk id="44" creationId="{3BB00FC1-37F1-EC14-7E75-42F219501FB1}"/>
          </ac:spMkLst>
        </pc:spChg>
        <pc:spChg chg="mod">
          <ac:chgData name="Greg Deckler" userId="38fedbb726841d9a" providerId="LiveId" clId="{0CCB27B3-0D03-4E8E-8D08-702661BB0D1D}" dt="2026-04-12T23:26:22.087" v="705" actId="1036"/>
          <ac:spMkLst>
            <pc:docMk/>
            <pc:sldMk cId="60894530" sldId="342"/>
            <ac:spMk id="46" creationId="{A2DF741B-D8CE-BE7B-E4DE-1ADFFDB63979}"/>
          </ac:spMkLst>
        </pc:spChg>
        <pc:spChg chg="mod">
          <ac:chgData name="Greg Deckler" userId="38fedbb726841d9a" providerId="LiveId" clId="{0CCB27B3-0D03-4E8E-8D08-702661BB0D1D}" dt="2026-04-12T23:26:35.186" v="708" actId="403"/>
          <ac:spMkLst>
            <pc:docMk/>
            <pc:sldMk cId="60894530" sldId="342"/>
            <ac:spMk id="47" creationId="{C82D03E5-624A-40AA-8F18-DBDDF64A2AAE}"/>
          </ac:spMkLst>
        </pc:spChg>
      </pc:sldChg>
      <pc:sldChg chg="addSp modSp mod">
        <pc:chgData name="Greg Deckler" userId="38fedbb726841d9a" providerId="LiveId" clId="{0CCB27B3-0D03-4E8E-8D08-702661BB0D1D}" dt="2026-04-16T14:06:12.985" v="5600"/>
        <pc:sldMkLst>
          <pc:docMk/>
          <pc:sldMk cId="2361868296" sldId="343"/>
        </pc:sldMkLst>
        <pc:spChg chg="mod">
          <ac:chgData name="Greg Deckler" userId="38fedbb726841d9a" providerId="LiveId" clId="{0CCB27B3-0D03-4E8E-8D08-702661BB0D1D}" dt="2026-04-12T23:26:59.384" v="715" actId="403"/>
          <ac:spMkLst>
            <pc:docMk/>
            <pc:sldMk cId="2361868296" sldId="343"/>
            <ac:spMk id="9" creationId="{7F31EE0F-E3E7-9B09-8F4D-0C47FEF6527C}"/>
          </ac:spMkLst>
        </pc:spChg>
        <pc:spChg chg="mod">
          <ac:chgData name="Greg Deckler" userId="38fedbb726841d9a" providerId="LiveId" clId="{0CCB27B3-0D03-4E8E-8D08-702661BB0D1D}" dt="2026-04-12T23:26:48.633" v="709" actId="403"/>
          <ac:spMkLst>
            <pc:docMk/>
            <pc:sldMk cId="2361868296" sldId="343"/>
            <ac:spMk id="13" creationId="{8EC36BD2-2C9B-44AA-5BBD-92406FBF02A8}"/>
          </ac:spMkLst>
        </pc:spChg>
        <pc:spChg chg="mod">
          <ac:chgData name="Greg Deckler" userId="38fedbb726841d9a" providerId="LiveId" clId="{0CCB27B3-0D03-4E8E-8D08-702661BB0D1D}" dt="2026-04-14T20:06:37.549" v="2178" actId="1035"/>
          <ac:spMkLst>
            <pc:docMk/>
            <pc:sldMk cId="2361868296" sldId="343"/>
            <ac:spMk id="14" creationId="{CB0EB13B-B508-EC29-67AD-9C55537893FC}"/>
          </ac:spMkLst>
        </pc:spChg>
        <pc:spChg chg="mod">
          <ac:chgData name="Greg Deckler" userId="38fedbb726841d9a" providerId="LiveId" clId="{0CCB27B3-0D03-4E8E-8D08-702661BB0D1D}" dt="2026-04-12T23:26:48.633" v="709" actId="403"/>
          <ac:spMkLst>
            <pc:docMk/>
            <pc:sldMk cId="2361868296" sldId="343"/>
            <ac:spMk id="15" creationId="{84349235-8EC8-13AA-146A-CA55219F5D0C}"/>
          </ac:spMkLst>
        </pc:spChg>
        <pc:spChg chg="mod">
          <ac:chgData name="Greg Deckler" userId="38fedbb726841d9a" providerId="LiveId" clId="{0CCB27B3-0D03-4E8E-8D08-702661BB0D1D}" dt="2026-04-14T20:06:34.612" v="2177" actId="1035"/>
          <ac:spMkLst>
            <pc:docMk/>
            <pc:sldMk cId="2361868296" sldId="343"/>
            <ac:spMk id="16" creationId="{D7D9F3AB-2C9A-9EA4-7864-4757C9036E8D}"/>
          </ac:spMkLst>
        </pc:spChg>
        <pc:spChg chg="mod">
          <ac:chgData name="Greg Deckler" userId="38fedbb726841d9a" providerId="LiveId" clId="{0CCB27B3-0D03-4E8E-8D08-702661BB0D1D}" dt="2026-04-14T20:55:25.588" v="3565" actId="20577"/>
          <ac:spMkLst>
            <pc:docMk/>
            <pc:sldMk cId="2361868296" sldId="343"/>
            <ac:spMk id="17" creationId="{000DEE6F-F972-F973-DB16-BB64351CE2CD}"/>
          </ac:spMkLst>
        </pc:spChg>
        <pc:spChg chg="mod">
          <ac:chgData name="Greg Deckler" userId="38fedbb726841d9a" providerId="LiveId" clId="{0CCB27B3-0D03-4E8E-8D08-702661BB0D1D}" dt="2026-04-14T20:06:31.675" v="2176" actId="1036"/>
          <ac:spMkLst>
            <pc:docMk/>
            <pc:sldMk cId="2361868296" sldId="343"/>
            <ac:spMk id="18" creationId="{0DBFA1D6-D190-2D0C-02D4-7C0F4C4DF383}"/>
          </ac:spMkLst>
        </pc:spChg>
        <pc:spChg chg="mod">
          <ac:chgData name="Greg Deckler" userId="38fedbb726841d9a" providerId="LiveId" clId="{0CCB27B3-0D03-4E8E-8D08-702661BB0D1D}" dt="2026-04-12T23:26:48.633" v="709" actId="403"/>
          <ac:spMkLst>
            <pc:docMk/>
            <pc:sldMk cId="2361868296" sldId="343"/>
            <ac:spMk id="19" creationId="{2297DD66-DB4E-0B3D-1996-EDE0054C5E0C}"/>
          </ac:spMkLst>
        </pc:spChg>
        <pc:spChg chg="mod">
          <ac:chgData name="Greg Deckler" userId="38fedbb726841d9a" providerId="LiveId" clId="{0CCB27B3-0D03-4E8E-8D08-702661BB0D1D}" dt="2026-04-14T21:10:43.678" v="3826" actId="20577"/>
          <ac:spMkLst>
            <pc:docMk/>
            <pc:sldMk cId="2361868296" sldId="343"/>
            <ac:spMk id="21" creationId="{5AE648E9-FED0-0289-95C5-5376B4B8E6FF}"/>
          </ac:spMkLst>
        </pc:spChg>
        <pc:spChg chg="mod">
          <ac:chgData name="Greg Deckler" userId="38fedbb726841d9a" providerId="LiveId" clId="{0CCB27B3-0D03-4E8E-8D08-702661BB0D1D}" dt="2026-04-12T23:27:10.760" v="718" actId="403"/>
          <ac:spMkLst>
            <pc:docMk/>
            <pc:sldMk cId="2361868296" sldId="343"/>
            <ac:spMk id="24" creationId="{50737040-C743-7F16-E4F4-A1145C6B0481}"/>
          </ac:spMkLst>
        </pc:spChg>
        <pc:spChg chg="add mod">
          <ac:chgData name="Greg Deckler" userId="38fedbb726841d9a" providerId="LiveId" clId="{0CCB27B3-0D03-4E8E-8D08-702661BB0D1D}" dt="2026-04-14T21:10:15.940" v="3722" actId="1076"/>
          <ac:spMkLst>
            <pc:docMk/>
            <pc:sldMk cId="2361868296" sldId="343"/>
            <ac:spMk id="26" creationId="{1A8CFCF2-B48F-5C27-9C94-E347070B276B}"/>
          </ac:spMkLst>
        </pc:spChg>
        <pc:spChg chg="add">
          <ac:chgData name="Greg Deckler" userId="38fedbb726841d9a" providerId="LiveId" clId="{0CCB27B3-0D03-4E8E-8D08-702661BB0D1D}" dt="2026-04-16T14:05:56.067" v="5599" actId="22"/>
          <ac:spMkLst>
            <pc:docMk/>
            <pc:sldMk cId="2361868296" sldId="343"/>
            <ac:spMk id="27" creationId="{CD11E87E-BB58-15A3-3581-0FE96C1E2334}"/>
          </ac:spMkLst>
        </pc:spChg>
        <pc:spChg chg="add mod">
          <ac:chgData name="Greg Deckler" userId="38fedbb726841d9a" providerId="LiveId" clId="{0CCB27B3-0D03-4E8E-8D08-702661BB0D1D}" dt="2026-04-14T21:10:15.940" v="3722" actId="1076"/>
          <ac:spMkLst>
            <pc:docMk/>
            <pc:sldMk cId="2361868296" sldId="343"/>
            <ac:spMk id="28" creationId="{71D110D2-435D-F153-59C2-6D843DD19810}"/>
          </ac:spMkLst>
        </pc:spChg>
        <pc:spChg chg="add mod">
          <ac:chgData name="Greg Deckler" userId="38fedbb726841d9a" providerId="LiveId" clId="{0CCB27B3-0D03-4E8E-8D08-702661BB0D1D}" dt="2026-04-16T14:06:12.985" v="5600"/>
          <ac:spMkLst>
            <pc:docMk/>
            <pc:sldMk cId="2361868296" sldId="343"/>
            <ac:spMk id="30" creationId="{428B0D11-6B81-F391-71B4-097A74E59EAF}"/>
          </ac:spMkLst>
        </pc:spChg>
      </pc:sldChg>
      <pc:sldChg chg="modSp mod">
        <pc:chgData name="Greg Deckler" userId="38fedbb726841d9a" providerId="LiveId" clId="{0CCB27B3-0D03-4E8E-8D08-702661BB0D1D}" dt="2026-04-16T16:54:35.445" v="5640" actId="404"/>
        <pc:sldMkLst>
          <pc:docMk/>
          <pc:sldMk cId="2144689652" sldId="344"/>
        </pc:sldMkLst>
        <pc:spChg chg="mod">
          <ac:chgData name="Greg Deckler" userId="38fedbb726841d9a" providerId="LiveId" clId="{0CCB27B3-0D03-4E8E-8D08-702661BB0D1D}" dt="2026-04-16T16:54:11.848" v="5626" actId="1035"/>
          <ac:spMkLst>
            <pc:docMk/>
            <pc:sldMk cId="2144689652" sldId="344"/>
            <ac:spMk id="9" creationId="{772D6127-F9A2-3EF9-9FCB-46AC613356D1}"/>
          </ac:spMkLst>
        </pc:spChg>
        <pc:spChg chg="mod">
          <ac:chgData name="Greg Deckler" userId="38fedbb726841d9a" providerId="LiveId" clId="{0CCB27B3-0D03-4E8E-8D08-702661BB0D1D}" dt="2026-04-14T23:11:34.379" v="4559" actId="14100"/>
          <ac:spMkLst>
            <pc:docMk/>
            <pc:sldMk cId="2144689652" sldId="344"/>
            <ac:spMk id="12" creationId="{EA7A854F-D7D7-1486-6A66-EE35C881D8C6}"/>
          </ac:spMkLst>
        </pc:spChg>
        <pc:spChg chg="mod">
          <ac:chgData name="Greg Deckler" userId="38fedbb726841d9a" providerId="LiveId" clId="{0CCB27B3-0D03-4E8E-8D08-702661BB0D1D}" dt="2026-04-12T23:28:30.667" v="763" actId="14100"/>
          <ac:spMkLst>
            <pc:docMk/>
            <pc:sldMk cId="2144689652" sldId="344"/>
            <ac:spMk id="14" creationId="{7DFC363E-FB26-A7CD-69AB-4AAD5D5B386D}"/>
          </ac:spMkLst>
        </pc:spChg>
        <pc:spChg chg="mod">
          <ac:chgData name="Greg Deckler" userId="38fedbb726841d9a" providerId="LiveId" clId="{0CCB27B3-0D03-4E8E-8D08-702661BB0D1D}" dt="2026-04-12T23:28:33.431" v="764" actId="14100"/>
          <ac:spMkLst>
            <pc:docMk/>
            <pc:sldMk cId="2144689652" sldId="344"/>
            <ac:spMk id="15" creationId="{193C252C-136B-E4C9-6AAD-15263637704B}"/>
          </ac:spMkLst>
        </pc:spChg>
        <pc:spChg chg="mod">
          <ac:chgData name="Greg Deckler" userId="38fedbb726841d9a" providerId="LiveId" clId="{0CCB27B3-0D03-4E8E-8D08-702661BB0D1D}" dt="2026-04-12T23:27:44.574" v="736" actId="1036"/>
          <ac:spMkLst>
            <pc:docMk/>
            <pc:sldMk cId="2144689652" sldId="344"/>
            <ac:spMk id="17" creationId="{5C6471C0-E11E-DC94-B45C-41B032AF8109}"/>
          </ac:spMkLst>
        </pc:spChg>
        <pc:spChg chg="mod">
          <ac:chgData name="Greg Deckler" userId="38fedbb726841d9a" providerId="LiveId" clId="{0CCB27B3-0D03-4E8E-8D08-702661BB0D1D}" dt="2026-04-12T23:27:50.156" v="743" actId="1035"/>
          <ac:spMkLst>
            <pc:docMk/>
            <pc:sldMk cId="2144689652" sldId="344"/>
            <ac:spMk id="18" creationId="{E486773B-DC3E-9808-310B-57E2544A9C57}"/>
          </ac:spMkLst>
        </pc:spChg>
        <pc:spChg chg="mod">
          <ac:chgData name="Greg Deckler" userId="38fedbb726841d9a" providerId="LiveId" clId="{0CCB27B3-0D03-4E8E-8D08-702661BB0D1D}" dt="2026-04-12T23:27:44.574" v="736" actId="1036"/>
          <ac:spMkLst>
            <pc:docMk/>
            <pc:sldMk cId="2144689652" sldId="344"/>
            <ac:spMk id="19" creationId="{AB2916B1-50E2-B208-BAC5-2ACC0F966BC0}"/>
          </ac:spMkLst>
        </pc:spChg>
        <pc:spChg chg="mod">
          <ac:chgData name="Greg Deckler" userId="38fedbb726841d9a" providerId="LiveId" clId="{0CCB27B3-0D03-4E8E-8D08-702661BB0D1D}" dt="2026-04-12T23:28:15.664" v="760" actId="1036"/>
          <ac:spMkLst>
            <pc:docMk/>
            <pc:sldMk cId="2144689652" sldId="344"/>
            <ac:spMk id="22" creationId="{AF0DB24B-D39F-E88D-BA8D-CE6BFD348596}"/>
          </ac:spMkLst>
        </pc:spChg>
        <pc:spChg chg="mod">
          <ac:chgData name="Greg Deckler" userId="38fedbb726841d9a" providerId="LiveId" clId="{0CCB27B3-0D03-4E8E-8D08-702661BB0D1D}" dt="2026-04-12T23:27:32.979" v="723" actId="1036"/>
          <ac:spMkLst>
            <pc:docMk/>
            <pc:sldMk cId="2144689652" sldId="344"/>
            <ac:spMk id="24" creationId="{991D350A-D1B3-86FA-BF6B-B35B32F4BE11}"/>
          </ac:spMkLst>
        </pc:spChg>
        <pc:spChg chg="mod">
          <ac:chgData name="Greg Deckler" userId="38fedbb726841d9a" providerId="LiveId" clId="{0CCB27B3-0D03-4E8E-8D08-702661BB0D1D}" dt="2026-04-14T20:07:38.343" v="2193" actId="1035"/>
          <ac:spMkLst>
            <pc:docMk/>
            <pc:sldMk cId="2144689652" sldId="344"/>
            <ac:spMk id="25" creationId="{8FF2C3A4-8858-2D4B-7BB3-AD9F9BA174A6}"/>
          </ac:spMkLst>
        </pc:spChg>
        <pc:spChg chg="mod">
          <ac:chgData name="Greg Deckler" userId="38fedbb726841d9a" providerId="LiveId" clId="{0CCB27B3-0D03-4E8E-8D08-702661BB0D1D}" dt="2026-04-12T23:27:32.979" v="723" actId="1036"/>
          <ac:spMkLst>
            <pc:docMk/>
            <pc:sldMk cId="2144689652" sldId="344"/>
            <ac:spMk id="26" creationId="{712D7E6D-6481-A359-1132-FAF787190719}"/>
          </ac:spMkLst>
        </pc:spChg>
        <pc:spChg chg="mod">
          <ac:chgData name="Greg Deckler" userId="38fedbb726841d9a" providerId="LiveId" clId="{0CCB27B3-0D03-4E8E-8D08-702661BB0D1D}" dt="2026-04-12T23:28:02.339" v="755" actId="403"/>
          <ac:spMkLst>
            <pc:docMk/>
            <pc:sldMk cId="2144689652" sldId="344"/>
            <ac:spMk id="28" creationId="{4FD1D09A-E6CB-F9B9-5E32-DC16E09D18A1}"/>
          </ac:spMkLst>
        </pc:spChg>
        <pc:spChg chg="mod">
          <ac:chgData name="Greg Deckler" userId="38fedbb726841d9a" providerId="LiveId" clId="{0CCB27B3-0D03-4E8E-8D08-702661BB0D1D}" dt="2026-04-12T23:28:07.779" v="757" actId="403"/>
          <ac:spMkLst>
            <pc:docMk/>
            <pc:sldMk cId="2144689652" sldId="344"/>
            <ac:spMk id="29" creationId="{CA5631EF-8DEE-F1F5-45C0-7A1D540FFDB0}"/>
          </ac:spMkLst>
        </pc:spChg>
        <pc:spChg chg="mod">
          <ac:chgData name="Greg Deckler" userId="38fedbb726841d9a" providerId="LiveId" clId="{0CCB27B3-0D03-4E8E-8D08-702661BB0D1D}" dt="2026-04-12T23:27:53.426" v="747" actId="1036"/>
          <ac:spMkLst>
            <pc:docMk/>
            <pc:sldMk cId="2144689652" sldId="344"/>
            <ac:spMk id="31" creationId="{CE6E4B44-F288-8C6A-0E80-6E7D5C1C3A19}"/>
          </ac:spMkLst>
        </pc:spChg>
        <pc:spChg chg="mod">
          <ac:chgData name="Greg Deckler" userId="38fedbb726841d9a" providerId="LiveId" clId="{0CCB27B3-0D03-4E8E-8D08-702661BB0D1D}" dt="2026-04-12T23:27:57.018" v="753" actId="1036"/>
          <ac:spMkLst>
            <pc:docMk/>
            <pc:sldMk cId="2144689652" sldId="344"/>
            <ac:spMk id="32" creationId="{961CDE37-2EC9-0731-FD2F-E90639C8EB45}"/>
          </ac:spMkLst>
        </pc:spChg>
        <pc:spChg chg="mod">
          <ac:chgData name="Greg Deckler" userId="38fedbb726841d9a" providerId="LiveId" clId="{0CCB27B3-0D03-4E8E-8D08-702661BB0D1D}" dt="2026-04-12T23:27:53.426" v="747" actId="1036"/>
          <ac:spMkLst>
            <pc:docMk/>
            <pc:sldMk cId="2144689652" sldId="344"/>
            <ac:spMk id="33" creationId="{82E9A549-05E6-C18B-6367-86EC7A5AA098}"/>
          </ac:spMkLst>
        </pc:spChg>
        <pc:spChg chg="mod">
          <ac:chgData name="Greg Deckler" userId="38fedbb726841d9a" providerId="LiveId" clId="{0CCB27B3-0D03-4E8E-8D08-702661BB0D1D}" dt="2026-04-16T16:54:24.305" v="5630" actId="207"/>
          <ac:spMkLst>
            <pc:docMk/>
            <pc:sldMk cId="2144689652" sldId="344"/>
            <ac:spMk id="34" creationId="{57BEAF99-7622-C86B-1554-E5A3B2C1B475}"/>
          </ac:spMkLst>
        </pc:spChg>
        <pc:spChg chg="mod">
          <ac:chgData name="Greg Deckler" userId="38fedbb726841d9a" providerId="LiveId" clId="{0CCB27B3-0D03-4E8E-8D08-702661BB0D1D}" dt="2026-04-16T16:54:35.445" v="5640" actId="404"/>
          <ac:spMkLst>
            <pc:docMk/>
            <pc:sldMk cId="2144689652" sldId="344"/>
            <ac:spMk id="35" creationId="{70B7E75F-575F-CDBB-B7EC-44C62047F32E}"/>
          </ac:spMkLst>
        </pc:spChg>
      </pc:sldChg>
      <pc:sldChg chg="modSp mod ord">
        <pc:chgData name="Greg Deckler" userId="38fedbb726841d9a" providerId="LiveId" clId="{0CCB27B3-0D03-4E8E-8D08-702661BB0D1D}" dt="2026-04-16T21:55:58.744" v="6192"/>
        <pc:sldMkLst>
          <pc:docMk/>
          <pc:sldMk cId="2554699895" sldId="345"/>
        </pc:sldMkLst>
        <pc:spChg chg="mod">
          <ac:chgData name="Greg Deckler" userId="38fedbb726841d9a" providerId="LiveId" clId="{0CCB27B3-0D03-4E8E-8D08-702661BB0D1D}" dt="2026-04-12T23:28:40.389" v="766" actId="403"/>
          <ac:spMkLst>
            <pc:docMk/>
            <pc:sldMk cId="2554699895" sldId="345"/>
            <ac:spMk id="9" creationId="{D3312768-FBF9-2680-33EC-7808BA1DB337}"/>
          </ac:spMkLst>
        </pc:spChg>
        <pc:spChg chg="mod">
          <ac:chgData name="Greg Deckler" userId="38fedbb726841d9a" providerId="LiveId" clId="{0CCB27B3-0D03-4E8E-8D08-702661BB0D1D}" dt="2026-04-14T23:11:19.886" v="4548" actId="1036"/>
          <ac:spMkLst>
            <pc:docMk/>
            <pc:sldMk cId="2554699895" sldId="345"/>
            <ac:spMk id="12" creationId="{377408ED-A57E-BEA4-3FB8-DB03948329FA}"/>
          </ac:spMkLst>
        </pc:spChg>
        <pc:spChg chg="mod">
          <ac:chgData name="Greg Deckler" userId="38fedbb726841d9a" providerId="LiveId" clId="{0CCB27B3-0D03-4E8E-8D08-702661BB0D1D}" dt="2026-04-12T23:28:56.530" v="773" actId="14100"/>
          <ac:spMkLst>
            <pc:docMk/>
            <pc:sldMk cId="2554699895" sldId="345"/>
            <ac:spMk id="24" creationId="{1188F1EA-39D2-6B23-0321-04B16D5FC131}"/>
          </ac:spMkLst>
        </pc:spChg>
        <pc:spChg chg="mod">
          <ac:chgData name="Greg Deckler" userId="38fedbb726841d9a" providerId="LiveId" clId="{0CCB27B3-0D03-4E8E-8D08-702661BB0D1D}" dt="2026-04-14T23:11:56.269" v="4565" actId="1036"/>
          <ac:spMkLst>
            <pc:docMk/>
            <pc:sldMk cId="2554699895" sldId="345"/>
            <ac:spMk id="25" creationId="{F84292F6-B183-556B-9B02-827F65379559}"/>
          </ac:spMkLst>
        </pc:spChg>
        <pc:spChg chg="mod">
          <ac:chgData name="Greg Deckler" userId="38fedbb726841d9a" providerId="LiveId" clId="{0CCB27B3-0D03-4E8E-8D08-702661BB0D1D}" dt="2026-04-12T23:28:52.573" v="772" actId="403"/>
          <ac:spMkLst>
            <pc:docMk/>
            <pc:sldMk cId="2554699895" sldId="345"/>
            <ac:spMk id="26" creationId="{3373A24A-282C-153C-259C-A87503496EFB}"/>
          </ac:spMkLst>
        </pc:spChg>
        <pc:spChg chg="mod">
          <ac:chgData name="Greg Deckler" userId="38fedbb726841d9a" providerId="LiveId" clId="{0CCB27B3-0D03-4E8E-8D08-702661BB0D1D}" dt="2026-04-12T23:29:04.510" v="775" actId="1035"/>
          <ac:spMkLst>
            <pc:docMk/>
            <pc:sldMk cId="2554699895" sldId="345"/>
            <ac:spMk id="27" creationId="{71CBE317-5105-7EF8-8B70-D693B61E08CB}"/>
          </ac:spMkLst>
        </pc:spChg>
        <pc:spChg chg="mod">
          <ac:chgData name="Greg Deckler" userId="38fedbb726841d9a" providerId="LiveId" clId="{0CCB27B3-0D03-4E8E-8D08-702661BB0D1D}" dt="2026-04-12T23:28:52.573" v="772" actId="403"/>
          <ac:spMkLst>
            <pc:docMk/>
            <pc:sldMk cId="2554699895" sldId="345"/>
            <ac:spMk id="28" creationId="{52C32A9E-5E27-A37F-D3D6-308CC5CD07A0}"/>
          </ac:spMkLst>
        </pc:spChg>
        <pc:spChg chg="mod">
          <ac:chgData name="Greg Deckler" userId="38fedbb726841d9a" providerId="LiveId" clId="{0CCB27B3-0D03-4E8E-8D08-702661BB0D1D}" dt="2026-04-12T23:29:07.643" v="776" actId="1035"/>
          <ac:spMkLst>
            <pc:docMk/>
            <pc:sldMk cId="2554699895" sldId="345"/>
            <ac:spMk id="29" creationId="{933B664D-66FF-FD80-ACB9-0FCBF0BBA084}"/>
          </ac:spMkLst>
        </pc:spChg>
        <pc:spChg chg="mod">
          <ac:chgData name="Greg Deckler" userId="38fedbb726841d9a" providerId="LiveId" clId="{0CCB27B3-0D03-4E8E-8D08-702661BB0D1D}" dt="2026-04-12T23:29:12.802" v="778" actId="1036"/>
          <ac:spMkLst>
            <pc:docMk/>
            <pc:sldMk cId="2554699895" sldId="345"/>
            <ac:spMk id="30" creationId="{37F8719D-B578-8172-EDC9-66B81975DA5F}"/>
          </ac:spMkLst>
        </pc:spChg>
        <pc:spChg chg="mod">
          <ac:chgData name="Greg Deckler" userId="38fedbb726841d9a" providerId="LiveId" clId="{0CCB27B3-0D03-4E8E-8D08-702661BB0D1D}" dt="2026-04-12T23:28:58.164" v="774" actId="14100"/>
          <ac:spMkLst>
            <pc:docMk/>
            <pc:sldMk cId="2554699895" sldId="345"/>
            <ac:spMk id="31" creationId="{C0823489-9AB0-C262-F6A3-931F7442DF66}"/>
          </ac:spMkLst>
        </pc:spChg>
        <pc:spChg chg="mod">
          <ac:chgData name="Greg Deckler" userId="38fedbb726841d9a" providerId="LiveId" clId="{0CCB27B3-0D03-4E8E-8D08-702661BB0D1D}" dt="2026-04-14T23:12:00.667" v="4566" actId="1036"/>
          <ac:spMkLst>
            <pc:docMk/>
            <pc:sldMk cId="2554699895" sldId="345"/>
            <ac:spMk id="32" creationId="{295F822D-80A6-F221-8039-A0213D634FC6}"/>
          </ac:spMkLst>
        </pc:spChg>
        <pc:spChg chg="mod">
          <ac:chgData name="Greg Deckler" userId="38fedbb726841d9a" providerId="LiveId" clId="{0CCB27B3-0D03-4E8E-8D08-702661BB0D1D}" dt="2026-04-12T23:28:52.573" v="772" actId="403"/>
          <ac:spMkLst>
            <pc:docMk/>
            <pc:sldMk cId="2554699895" sldId="345"/>
            <ac:spMk id="33" creationId="{20BCE99F-39FA-BA1B-0D03-225F598BCD9C}"/>
          </ac:spMkLst>
        </pc:spChg>
        <pc:spChg chg="mod">
          <ac:chgData name="Greg Deckler" userId="38fedbb726841d9a" providerId="LiveId" clId="{0CCB27B3-0D03-4E8E-8D08-702661BB0D1D}" dt="2026-04-12T23:29:21.082" v="780" actId="1036"/>
          <ac:spMkLst>
            <pc:docMk/>
            <pc:sldMk cId="2554699895" sldId="345"/>
            <ac:spMk id="34" creationId="{6CA98BF6-7F3E-3BF8-E0FD-9A77062C8BDA}"/>
          </ac:spMkLst>
        </pc:spChg>
        <pc:spChg chg="mod">
          <ac:chgData name="Greg Deckler" userId="38fedbb726841d9a" providerId="LiveId" clId="{0CCB27B3-0D03-4E8E-8D08-702661BB0D1D}" dt="2026-04-12T23:28:52.573" v="772" actId="403"/>
          <ac:spMkLst>
            <pc:docMk/>
            <pc:sldMk cId="2554699895" sldId="345"/>
            <ac:spMk id="35" creationId="{C3432F33-2447-9984-A6A5-DCE6810C1074}"/>
          </ac:spMkLst>
        </pc:spChg>
        <pc:spChg chg="mod">
          <ac:chgData name="Greg Deckler" userId="38fedbb726841d9a" providerId="LiveId" clId="{0CCB27B3-0D03-4E8E-8D08-702661BB0D1D}" dt="2026-04-12T23:29:17.608" v="779" actId="1036"/>
          <ac:spMkLst>
            <pc:docMk/>
            <pc:sldMk cId="2554699895" sldId="345"/>
            <ac:spMk id="36" creationId="{AECFC780-2AE6-C5AC-433B-6D78ECB31616}"/>
          </ac:spMkLst>
        </pc:spChg>
        <pc:spChg chg="mod">
          <ac:chgData name="Greg Deckler" userId="38fedbb726841d9a" providerId="LiveId" clId="{0CCB27B3-0D03-4E8E-8D08-702661BB0D1D}" dt="2026-04-12T23:28:52.573" v="772" actId="403"/>
          <ac:spMkLst>
            <pc:docMk/>
            <pc:sldMk cId="2554699895" sldId="345"/>
            <ac:spMk id="37" creationId="{C4C01B82-21CC-34A1-0AC4-3FE3662D54AD}"/>
          </ac:spMkLst>
        </pc:spChg>
      </pc:sldChg>
      <pc:sldChg chg="delSp modSp mod">
        <pc:chgData name="Greg Deckler" userId="38fedbb726841d9a" providerId="LiveId" clId="{0CCB27B3-0D03-4E8E-8D08-702661BB0D1D}" dt="2026-04-15T19:32:41.345" v="5239" actId="1035"/>
        <pc:sldMkLst>
          <pc:docMk/>
          <pc:sldMk cId="2456198758" sldId="346"/>
        </pc:sldMkLst>
        <pc:spChg chg="mod">
          <ac:chgData name="Greg Deckler" userId="38fedbb726841d9a" providerId="LiveId" clId="{0CCB27B3-0D03-4E8E-8D08-702661BB0D1D}" dt="2026-04-12T23:37:17.650" v="943" actId="403"/>
          <ac:spMkLst>
            <pc:docMk/>
            <pc:sldMk cId="2456198758" sldId="346"/>
            <ac:spMk id="9" creationId="{5B5275FF-16DB-C1F0-663D-97BCD5BB0363}"/>
          </ac:spMkLst>
        </pc:spChg>
        <pc:spChg chg="mod">
          <ac:chgData name="Greg Deckler" userId="38fedbb726841d9a" providerId="LiveId" clId="{0CCB27B3-0D03-4E8E-8D08-702661BB0D1D}" dt="2026-04-12T23:37:25.884" v="951" actId="1036"/>
          <ac:spMkLst>
            <pc:docMk/>
            <pc:sldMk cId="2456198758" sldId="346"/>
            <ac:spMk id="12" creationId="{E2580EC8-B692-F1C4-6E86-68570EF869D4}"/>
          </ac:spMkLst>
        </pc:spChg>
        <pc:spChg chg="mod">
          <ac:chgData name="Greg Deckler" userId="38fedbb726841d9a" providerId="LiveId" clId="{0CCB27B3-0D03-4E8E-8D08-702661BB0D1D}" dt="2026-04-12T23:37:34.245" v="953" actId="1035"/>
          <ac:spMkLst>
            <pc:docMk/>
            <pc:sldMk cId="2456198758" sldId="346"/>
            <ac:spMk id="39" creationId="{3AD98809-A0CE-8F9E-B5DE-5998BC93290B}"/>
          </ac:spMkLst>
        </pc:spChg>
        <pc:spChg chg="mod">
          <ac:chgData name="Greg Deckler" userId="38fedbb726841d9a" providerId="LiveId" clId="{0CCB27B3-0D03-4E8E-8D08-702661BB0D1D}" dt="2026-04-15T19:32:41.345" v="5239" actId="1035"/>
          <ac:spMkLst>
            <pc:docMk/>
            <pc:sldMk cId="2456198758" sldId="346"/>
            <ac:spMk id="40" creationId="{522D134F-BDDB-B577-8C07-70A4A081775E}"/>
          </ac:spMkLst>
        </pc:spChg>
        <pc:spChg chg="mod">
          <ac:chgData name="Greg Deckler" userId="38fedbb726841d9a" providerId="LiveId" clId="{0CCB27B3-0D03-4E8E-8D08-702661BB0D1D}" dt="2026-04-15T19:32:41.345" v="5239" actId="1035"/>
          <ac:spMkLst>
            <pc:docMk/>
            <pc:sldMk cId="2456198758" sldId="346"/>
            <ac:spMk id="41" creationId="{D011E6A0-9D6B-D8EF-7243-4E9ABB9F4E52}"/>
          </ac:spMkLst>
        </pc:spChg>
        <pc:spChg chg="mod">
          <ac:chgData name="Greg Deckler" userId="38fedbb726841d9a" providerId="LiveId" clId="{0CCB27B3-0D03-4E8E-8D08-702661BB0D1D}" dt="2026-04-15T19:32:41.345" v="5239" actId="1035"/>
          <ac:spMkLst>
            <pc:docMk/>
            <pc:sldMk cId="2456198758" sldId="346"/>
            <ac:spMk id="42" creationId="{C4E82523-B4C5-88A1-40C9-245EB89B54EC}"/>
          </ac:spMkLst>
        </pc:spChg>
        <pc:spChg chg="mod">
          <ac:chgData name="Greg Deckler" userId="38fedbb726841d9a" providerId="LiveId" clId="{0CCB27B3-0D03-4E8E-8D08-702661BB0D1D}" dt="2026-04-15T19:32:41.345" v="5239" actId="1035"/>
          <ac:spMkLst>
            <pc:docMk/>
            <pc:sldMk cId="2456198758" sldId="346"/>
            <ac:spMk id="43" creationId="{BFB04B03-F3F8-2F05-23E8-3789F4BCD6BA}"/>
          </ac:spMkLst>
        </pc:spChg>
        <pc:spChg chg="mod">
          <ac:chgData name="Greg Deckler" userId="38fedbb726841d9a" providerId="LiveId" clId="{0CCB27B3-0D03-4E8E-8D08-702661BB0D1D}" dt="2026-04-15T19:32:41.345" v="5239" actId="1035"/>
          <ac:spMkLst>
            <pc:docMk/>
            <pc:sldMk cId="2456198758" sldId="346"/>
            <ac:spMk id="44" creationId="{C59E81B5-7506-95D9-3BDE-3F92973BCDCC}"/>
          </ac:spMkLst>
        </pc:spChg>
        <pc:spChg chg="mod">
          <ac:chgData name="Greg Deckler" userId="38fedbb726841d9a" providerId="LiveId" clId="{0CCB27B3-0D03-4E8E-8D08-702661BB0D1D}" dt="2026-04-15T19:32:41.345" v="5239" actId="1035"/>
          <ac:spMkLst>
            <pc:docMk/>
            <pc:sldMk cId="2456198758" sldId="346"/>
            <ac:spMk id="45" creationId="{E7D3E9F3-0FA3-7906-A2ED-7D645686FF68}"/>
          </ac:spMkLst>
        </pc:spChg>
        <pc:spChg chg="mod">
          <ac:chgData name="Greg Deckler" userId="38fedbb726841d9a" providerId="LiveId" clId="{0CCB27B3-0D03-4E8E-8D08-702661BB0D1D}" dt="2026-04-12T23:37:43.219" v="954" actId="403"/>
          <ac:spMkLst>
            <pc:docMk/>
            <pc:sldMk cId="2456198758" sldId="346"/>
            <ac:spMk id="46" creationId="{F9F31FB4-E336-3B9B-6B2D-144BE6A8ED6F}"/>
          </ac:spMkLst>
        </pc:spChg>
      </pc:sldChg>
      <pc:sldChg chg="delSp modSp mod">
        <pc:chgData name="Greg Deckler" userId="38fedbb726841d9a" providerId="LiveId" clId="{0CCB27B3-0D03-4E8E-8D08-702661BB0D1D}" dt="2026-04-14T22:31:23.357" v="4538" actId="1035"/>
        <pc:sldMkLst>
          <pc:docMk/>
          <pc:sldMk cId="647073484" sldId="347"/>
        </pc:sldMkLst>
        <pc:spChg chg="mod">
          <ac:chgData name="Greg Deckler" userId="38fedbb726841d9a" providerId="LiveId" clId="{0CCB27B3-0D03-4E8E-8D08-702661BB0D1D}" dt="2026-04-12T23:36:56.293" v="939" actId="403"/>
          <ac:spMkLst>
            <pc:docMk/>
            <pc:sldMk cId="647073484" sldId="347"/>
            <ac:spMk id="9" creationId="{6BDD838B-21D8-D9CB-4EB7-502D61D5D14F}"/>
          </ac:spMkLst>
        </pc:spChg>
        <pc:spChg chg="mod">
          <ac:chgData name="Greg Deckler" userId="38fedbb726841d9a" providerId="LiveId" clId="{0CCB27B3-0D03-4E8E-8D08-702661BB0D1D}" dt="2026-04-12T23:37:08.425" v="941" actId="1035"/>
          <ac:spMkLst>
            <pc:docMk/>
            <pc:sldMk cId="647073484" sldId="347"/>
            <ac:spMk id="17" creationId="{BF5A474E-E5D8-9896-507E-65A784505D7B}"/>
          </ac:spMkLst>
        </pc:spChg>
        <pc:spChg chg="mod">
          <ac:chgData name="Greg Deckler" userId="38fedbb726841d9a" providerId="LiveId" clId="{0CCB27B3-0D03-4E8E-8D08-702661BB0D1D}" dt="2026-04-14T22:31:11.597" v="4536" actId="1035"/>
          <ac:spMkLst>
            <pc:docMk/>
            <pc:sldMk cId="647073484" sldId="347"/>
            <ac:spMk id="18" creationId="{DFB97CF5-25FE-D715-FFDF-28C2902802EF}"/>
          </ac:spMkLst>
        </pc:spChg>
        <pc:spChg chg="mod">
          <ac:chgData name="Greg Deckler" userId="38fedbb726841d9a" providerId="LiveId" clId="{0CCB27B3-0D03-4E8E-8D08-702661BB0D1D}" dt="2026-04-14T22:31:11.597" v="4536" actId="1035"/>
          <ac:spMkLst>
            <pc:docMk/>
            <pc:sldMk cId="647073484" sldId="347"/>
            <ac:spMk id="19" creationId="{1A30C3E7-C3CD-B348-6275-F961A6A23F1D}"/>
          </ac:spMkLst>
        </pc:spChg>
        <pc:spChg chg="mod">
          <ac:chgData name="Greg Deckler" userId="38fedbb726841d9a" providerId="LiveId" clId="{0CCB27B3-0D03-4E8E-8D08-702661BB0D1D}" dt="2026-04-14T22:31:11.597" v="4536" actId="1035"/>
          <ac:spMkLst>
            <pc:docMk/>
            <pc:sldMk cId="647073484" sldId="347"/>
            <ac:spMk id="20" creationId="{DF5D79A5-CE20-D566-2E9F-ED04A4275332}"/>
          </ac:spMkLst>
        </pc:spChg>
        <pc:spChg chg="mod">
          <ac:chgData name="Greg Deckler" userId="38fedbb726841d9a" providerId="LiveId" clId="{0CCB27B3-0D03-4E8E-8D08-702661BB0D1D}" dt="2026-04-14T22:31:11.597" v="4536" actId="1035"/>
          <ac:spMkLst>
            <pc:docMk/>
            <pc:sldMk cId="647073484" sldId="347"/>
            <ac:spMk id="21" creationId="{76CE6541-5541-C1A3-C791-38F410C004C8}"/>
          </ac:spMkLst>
        </pc:spChg>
        <pc:spChg chg="mod">
          <ac:chgData name="Greg Deckler" userId="38fedbb726841d9a" providerId="LiveId" clId="{0CCB27B3-0D03-4E8E-8D08-702661BB0D1D}" dt="2026-04-14T22:31:11.597" v="4536" actId="1035"/>
          <ac:spMkLst>
            <pc:docMk/>
            <pc:sldMk cId="647073484" sldId="347"/>
            <ac:spMk id="22" creationId="{281D04F3-AC56-BE2C-85D8-A2F6A0F124B0}"/>
          </ac:spMkLst>
        </pc:spChg>
        <pc:spChg chg="mod">
          <ac:chgData name="Greg Deckler" userId="38fedbb726841d9a" providerId="LiveId" clId="{0CCB27B3-0D03-4E8E-8D08-702661BB0D1D}" dt="2026-04-14T22:31:11.597" v="4536" actId="1035"/>
          <ac:spMkLst>
            <pc:docMk/>
            <pc:sldMk cId="647073484" sldId="347"/>
            <ac:spMk id="23" creationId="{EC2FD0DC-8F8A-342A-D752-A9611DBD24D2}"/>
          </ac:spMkLst>
        </pc:spChg>
        <pc:spChg chg="mod">
          <ac:chgData name="Greg Deckler" userId="38fedbb726841d9a" providerId="LiveId" clId="{0CCB27B3-0D03-4E8E-8D08-702661BB0D1D}" dt="2026-04-14T22:31:11.597" v="4536" actId="1035"/>
          <ac:spMkLst>
            <pc:docMk/>
            <pc:sldMk cId="647073484" sldId="347"/>
            <ac:spMk id="24" creationId="{782366CC-8A42-69ED-87A3-9E53F54D23D5}"/>
          </ac:spMkLst>
        </pc:spChg>
        <pc:spChg chg="mod">
          <ac:chgData name="Greg Deckler" userId="38fedbb726841d9a" providerId="LiveId" clId="{0CCB27B3-0D03-4E8E-8D08-702661BB0D1D}" dt="2026-04-14T22:31:11.597" v="4536" actId="1035"/>
          <ac:spMkLst>
            <pc:docMk/>
            <pc:sldMk cId="647073484" sldId="347"/>
            <ac:spMk id="25" creationId="{FC101067-09A1-F53F-732E-EC769D80EAC1}"/>
          </ac:spMkLst>
        </pc:spChg>
        <pc:spChg chg="mod">
          <ac:chgData name="Greg Deckler" userId="38fedbb726841d9a" providerId="LiveId" clId="{0CCB27B3-0D03-4E8E-8D08-702661BB0D1D}" dt="2026-04-14T22:31:23.357" v="4538" actId="1035"/>
          <ac:spMkLst>
            <pc:docMk/>
            <pc:sldMk cId="647073484" sldId="347"/>
            <ac:spMk id="27" creationId="{E13ED8BC-8E1A-7EAE-B738-F9D435F70688}"/>
          </ac:spMkLst>
        </pc:spChg>
      </pc:sldChg>
      <pc:sldChg chg="addSp delSp modSp mod">
        <pc:chgData name="Greg Deckler" userId="38fedbb726841d9a" providerId="LiveId" clId="{0CCB27B3-0D03-4E8E-8D08-702661BB0D1D}" dt="2026-04-16T14:10:23.289" v="5622"/>
        <pc:sldMkLst>
          <pc:docMk/>
          <pc:sldMk cId="1623793635" sldId="348"/>
        </pc:sldMkLst>
        <pc:spChg chg="mod">
          <ac:chgData name="Greg Deckler" userId="38fedbb726841d9a" providerId="LiveId" clId="{0CCB27B3-0D03-4E8E-8D08-702661BB0D1D}" dt="2026-04-12T23:36:15.023" v="927" actId="14100"/>
          <ac:spMkLst>
            <pc:docMk/>
            <pc:sldMk cId="1623793635" sldId="348"/>
            <ac:spMk id="9" creationId="{89100A80-662D-2CD0-043C-0634842F2FA9}"/>
          </ac:spMkLst>
        </pc:spChg>
        <pc:spChg chg="mod">
          <ac:chgData name="Greg Deckler" userId="38fedbb726841d9a" providerId="LiveId" clId="{0CCB27B3-0D03-4E8E-8D08-702661BB0D1D}" dt="2026-04-12T23:36:36.775" v="932" actId="1036"/>
          <ac:spMkLst>
            <pc:docMk/>
            <pc:sldMk cId="1623793635" sldId="348"/>
            <ac:spMk id="13" creationId="{26A965F6-FEB0-56A7-77F6-ACA880442917}"/>
          </ac:spMkLst>
        </pc:spChg>
        <pc:spChg chg="mod">
          <ac:chgData name="Greg Deckler" userId="38fedbb726841d9a" providerId="LiveId" clId="{0CCB27B3-0D03-4E8E-8D08-702661BB0D1D}" dt="2026-04-14T21:33:08.772" v="4040" actId="403"/>
          <ac:spMkLst>
            <pc:docMk/>
            <pc:sldMk cId="1623793635" sldId="348"/>
            <ac:spMk id="14" creationId="{2541A937-46AB-060E-A786-930C3AB724E3}"/>
          </ac:spMkLst>
        </pc:spChg>
        <pc:spChg chg="mod">
          <ac:chgData name="Greg Deckler" userId="38fedbb726841d9a" providerId="LiveId" clId="{0CCB27B3-0D03-4E8E-8D08-702661BB0D1D}" dt="2026-04-12T23:36:45.034" v="934" actId="1036"/>
          <ac:spMkLst>
            <pc:docMk/>
            <pc:sldMk cId="1623793635" sldId="348"/>
            <ac:spMk id="16" creationId="{F8127093-60E9-FC44-0DC1-AAEED40006B2}"/>
          </ac:spMkLst>
        </pc:spChg>
        <pc:spChg chg="mod">
          <ac:chgData name="Greg Deckler" userId="38fedbb726841d9a" providerId="LiveId" clId="{0CCB27B3-0D03-4E8E-8D08-702661BB0D1D}" dt="2026-04-14T21:33:14.595" v="4044" actId="1036"/>
          <ac:spMkLst>
            <pc:docMk/>
            <pc:sldMk cId="1623793635" sldId="348"/>
            <ac:spMk id="17" creationId="{CE59E445-1476-2CC6-9BEC-D59DB392B377}"/>
          </ac:spMkLst>
        </pc:spChg>
        <pc:spChg chg="mod">
          <ac:chgData name="Greg Deckler" userId="38fedbb726841d9a" providerId="LiveId" clId="{0CCB27B3-0D03-4E8E-8D08-702661BB0D1D}" dt="2026-04-12T23:36:47.646" v="936" actId="1036"/>
          <ac:spMkLst>
            <pc:docMk/>
            <pc:sldMk cId="1623793635" sldId="348"/>
            <ac:spMk id="19" creationId="{D640F92C-C118-F438-FBE9-48D1BF34CE85}"/>
          </ac:spMkLst>
        </pc:spChg>
        <pc:spChg chg="mod">
          <ac:chgData name="Greg Deckler" userId="38fedbb726841d9a" providerId="LiveId" clId="{0CCB27B3-0D03-4E8E-8D08-702661BB0D1D}" dt="2026-04-14T21:33:19.956" v="4048" actId="1036"/>
          <ac:spMkLst>
            <pc:docMk/>
            <pc:sldMk cId="1623793635" sldId="348"/>
            <ac:spMk id="20" creationId="{86A1FA75-3E8F-3FC7-8636-4CA6055C3DD5}"/>
          </ac:spMkLst>
        </pc:spChg>
        <pc:spChg chg="mod">
          <ac:chgData name="Greg Deckler" userId="38fedbb726841d9a" providerId="LiveId" clId="{0CCB27B3-0D03-4E8E-8D08-702661BB0D1D}" dt="2026-04-14T21:30:25.247" v="4016" actId="14100"/>
          <ac:spMkLst>
            <pc:docMk/>
            <pc:sldMk cId="1623793635" sldId="348"/>
            <ac:spMk id="21" creationId="{24436E89-922C-8CD9-F633-B8843FA434D7}"/>
          </ac:spMkLst>
        </pc:spChg>
        <pc:spChg chg="add mod">
          <ac:chgData name="Greg Deckler" userId="38fedbb726841d9a" providerId="LiveId" clId="{0CCB27B3-0D03-4E8E-8D08-702661BB0D1D}" dt="2026-04-16T14:10:15.141" v="5621" actId="1076"/>
          <ac:spMkLst>
            <pc:docMk/>
            <pc:sldMk cId="1623793635" sldId="348"/>
            <ac:spMk id="23" creationId="{CEE09CE5-D679-348F-EB52-1F71EA5BD636}"/>
          </ac:spMkLst>
        </pc:spChg>
        <pc:spChg chg="add mod">
          <ac:chgData name="Greg Deckler" userId="38fedbb726841d9a" providerId="LiveId" clId="{0CCB27B3-0D03-4E8E-8D08-702661BB0D1D}" dt="2026-04-16T14:10:23.289" v="5622"/>
          <ac:spMkLst>
            <pc:docMk/>
            <pc:sldMk cId="1623793635" sldId="348"/>
            <ac:spMk id="25" creationId="{CC7B19CA-5B8B-9C07-C365-494F43E5CEA9}"/>
          </ac:spMkLst>
        </pc:spChg>
      </pc:sldChg>
      <pc:sldChg chg="delSp modSp mod">
        <pc:chgData name="Greg Deckler" userId="38fedbb726841d9a" providerId="LiveId" clId="{0CCB27B3-0D03-4E8E-8D08-702661BB0D1D}" dt="2026-04-14T21:31:19.643" v="4035" actId="1037"/>
        <pc:sldMkLst>
          <pc:docMk/>
          <pc:sldMk cId="3267498742" sldId="349"/>
        </pc:sldMkLst>
        <pc:spChg chg="mod">
          <ac:chgData name="Greg Deckler" userId="38fedbb726841d9a" providerId="LiveId" clId="{0CCB27B3-0D03-4E8E-8D08-702661BB0D1D}" dt="2026-04-12T23:35:35.903" v="920" actId="403"/>
          <ac:spMkLst>
            <pc:docMk/>
            <pc:sldMk cId="3267498742" sldId="349"/>
            <ac:spMk id="9" creationId="{3238018E-E1C7-D02C-7141-4B30F76299A9}"/>
          </ac:spMkLst>
        </pc:spChg>
        <pc:spChg chg="mod">
          <ac:chgData name="Greg Deckler" userId="38fedbb726841d9a" providerId="LiveId" clId="{0CCB27B3-0D03-4E8E-8D08-702661BB0D1D}" dt="2026-04-14T21:31:19.643" v="4035" actId="1037"/>
          <ac:spMkLst>
            <pc:docMk/>
            <pc:sldMk cId="3267498742" sldId="349"/>
            <ac:spMk id="13" creationId="{333EDC3B-9EA4-3276-5DF3-DFDDE6CEBDFF}"/>
          </ac:spMkLst>
        </pc:spChg>
        <pc:spChg chg="mod">
          <ac:chgData name="Greg Deckler" userId="38fedbb726841d9a" providerId="LiveId" clId="{0CCB27B3-0D03-4E8E-8D08-702661BB0D1D}" dt="2026-04-14T21:28:59.018" v="4007" actId="1037"/>
          <ac:spMkLst>
            <pc:docMk/>
            <pc:sldMk cId="3267498742" sldId="349"/>
            <ac:spMk id="14" creationId="{0D207D26-93D5-9535-7287-AECB00649817}"/>
          </ac:spMkLst>
        </pc:spChg>
        <pc:spChg chg="mod">
          <ac:chgData name="Greg Deckler" userId="38fedbb726841d9a" providerId="LiveId" clId="{0CCB27B3-0D03-4E8E-8D08-702661BB0D1D}" dt="2026-04-14T21:29:03.345" v="4011" actId="1037"/>
          <ac:spMkLst>
            <pc:docMk/>
            <pc:sldMk cId="3267498742" sldId="349"/>
            <ac:spMk id="15" creationId="{6648D668-755D-1075-8723-AFFD156307D1}"/>
          </ac:spMkLst>
        </pc:spChg>
        <pc:spChg chg="mod">
          <ac:chgData name="Greg Deckler" userId="38fedbb726841d9a" providerId="LiveId" clId="{0CCB27B3-0D03-4E8E-8D08-702661BB0D1D}" dt="2026-04-12T23:36:02.775" v="924" actId="1035"/>
          <ac:spMkLst>
            <pc:docMk/>
            <pc:sldMk cId="3267498742" sldId="349"/>
            <ac:spMk id="32" creationId="{6ABCCFDE-588D-6B05-AF07-06C9A9733F7A}"/>
          </ac:spMkLst>
        </pc:spChg>
        <pc:spChg chg="mod">
          <ac:chgData name="Greg Deckler" userId="38fedbb726841d9a" providerId="LiveId" clId="{0CCB27B3-0D03-4E8E-8D08-702661BB0D1D}" dt="2026-04-12T23:36:02.775" v="924" actId="1035"/>
          <ac:spMkLst>
            <pc:docMk/>
            <pc:sldMk cId="3267498742" sldId="349"/>
            <ac:spMk id="34" creationId="{38B6056A-3159-6ADD-F546-841DE595A0FB}"/>
          </ac:spMkLst>
        </pc:spChg>
        <pc:spChg chg="mod">
          <ac:chgData name="Greg Deckler" userId="38fedbb726841d9a" providerId="LiveId" clId="{0CCB27B3-0D03-4E8E-8D08-702661BB0D1D}" dt="2026-04-12T23:36:02.775" v="924" actId="1035"/>
          <ac:spMkLst>
            <pc:docMk/>
            <pc:sldMk cId="3267498742" sldId="349"/>
            <ac:spMk id="36" creationId="{4CA797EF-5CE1-EE0A-307D-3A938C49A2B0}"/>
          </ac:spMkLst>
        </pc:spChg>
      </pc:sldChg>
      <pc:sldChg chg="delSp modSp mod">
        <pc:chgData name="Greg Deckler" userId="38fedbb726841d9a" providerId="LiveId" clId="{0CCB27B3-0D03-4E8E-8D08-702661BB0D1D}" dt="2026-04-16T13:25:16.067" v="5431" actId="1036"/>
        <pc:sldMkLst>
          <pc:docMk/>
          <pc:sldMk cId="3020230885" sldId="350"/>
        </pc:sldMkLst>
        <pc:spChg chg="mod">
          <ac:chgData name="Greg Deckler" userId="38fedbb726841d9a" providerId="LiveId" clId="{0CCB27B3-0D03-4E8E-8D08-702661BB0D1D}" dt="2026-04-12T23:35:00.103" v="904" actId="403"/>
          <ac:spMkLst>
            <pc:docMk/>
            <pc:sldMk cId="3020230885" sldId="350"/>
            <ac:spMk id="9" creationId="{3B84E36A-B1FF-DCBC-BFE8-91A7C6D8ED0F}"/>
          </ac:spMkLst>
        </pc:spChg>
        <pc:spChg chg="mod">
          <ac:chgData name="Greg Deckler" userId="38fedbb726841d9a" providerId="LiveId" clId="{0CCB27B3-0D03-4E8E-8D08-702661BB0D1D}" dt="2026-04-16T13:25:16.067" v="5431" actId="1036"/>
          <ac:spMkLst>
            <pc:docMk/>
            <pc:sldMk cId="3020230885" sldId="350"/>
            <ac:spMk id="12" creationId="{0881FD48-604E-2BF8-F32E-27B523D81F31}"/>
          </ac:spMkLst>
        </pc:spChg>
        <pc:spChg chg="mod">
          <ac:chgData name="Greg Deckler" userId="38fedbb726841d9a" providerId="LiveId" clId="{0CCB27B3-0D03-4E8E-8D08-702661BB0D1D}" dt="2026-04-12T23:35:19.694" v="917" actId="403"/>
          <ac:spMkLst>
            <pc:docMk/>
            <pc:sldMk cId="3020230885" sldId="350"/>
            <ac:spMk id="14" creationId="{8AD0FF04-2167-54EC-907F-B2D2651C698D}"/>
          </ac:spMkLst>
        </pc:spChg>
        <pc:spChg chg="mod">
          <ac:chgData name="Greg Deckler" userId="38fedbb726841d9a" providerId="LiveId" clId="{0CCB27B3-0D03-4E8E-8D08-702661BB0D1D}" dt="2026-04-12T23:35:16.082" v="915" actId="404"/>
          <ac:spMkLst>
            <pc:docMk/>
            <pc:sldMk cId="3020230885" sldId="350"/>
            <ac:spMk id="28" creationId="{90E87E4C-3D79-833D-ADF8-AD2A78C4C454}"/>
          </ac:spMkLst>
        </pc:spChg>
      </pc:sldChg>
      <pc:sldChg chg="modSp mod">
        <pc:chgData name="Greg Deckler" userId="38fedbb726841d9a" providerId="LiveId" clId="{0CCB27B3-0D03-4E8E-8D08-702661BB0D1D}" dt="2026-04-14T21:32:14.670" v="4038" actId="14100"/>
        <pc:sldMkLst>
          <pc:docMk/>
          <pc:sldMk cId="4270187073" sldId="351"/>
        </pc:sldMkLst>
        <pc:spChg chg="mod">
          <ac:chgData name="Greg Deckler" userId="38fedbb726841d9a" providerId="LiveId" clId="{0CCB27B3-0D03-4E8E-8D08-702661BB0D1D}" dt="2026-04-12T23:32:30.913" v="846" actId="14100"/>
          <ac:spMkLst>
            <pc:docMk/>
            <pc:sldMk cId="4270187073" sldId="351"/>
            <ac:spMk id="9" creationId="{41E6928C-3519-7EC4-11D4-072D76B600C2}"/>
          </ac:spMkLst>
        </pc:spChg>
        <pc:spChg chg="mod">
          <ac:chgData name="Greg Deckler" userId="38fedbb726841d9a" providerId="LiveId" clId="{0CCB27B3-0D03-4E8E-8D08-702661BB0D1D}" dt="2026-04-12T23:34:04.414" v="879" actId="14100"/>
          <ac:spMkLst>
            <pc:docMk/>
            <pc:sldMk cId="4270187073" sldId="351"/>
            <ac:spMk id="12" creationId="{C53CFB2D-B5B6-03A9-FF57-C020E8E9C40A}"/>
          </ac:spMkLst>
        </pc:spChg>
        <pc:spChg chg="mod">
          <ac:chgData name="Greg Deckler" userId="38fedbb726841d9a" providerId="LiveId" clId="{0CCB27B3-0D03-4E8E-8D08-702661BB0D1D}" dt="2026-04-12T23:32:45.209" v="852" actId="403"/>
          <ac:spMkLst>
            <pc:docMk/>
            <pc:sldMk cId="4270187073" sldId="351"/>
            <ac:spMk id="13" creationId="{7AD87C36-9F4B-D5D0-CBD9-F9E1333410DE}"/>
          </ac:spMkLst>
        </pc:spChg>
        <pc:spChg chg="mod">
          <ac:chgData name="Greg Deckler" userId="38fedbb726841d9a" providerId="LiveId" clId="{0CCB27B3-0D03-4E8E-8D08-702661BB0D1D}" dt="2026-04-12T23:32:49.681" v="853" actId="1035"/>
          <ac:spMkLst>
            <pc:docMk/>
            <pc:sldMk cId="4270187073" sldId="351"/>
            <ac:spMk id="14" creationId="{CC90FA46-8567-3E2C-2268-0FE0ECF4997C}"/>
          </ac:spMkLst>
        </pc:spChg>
        <pc:spChg chg="mod">
          <ac:chgData name="Greg Deckler" userId="38fedbb726841d9a" providerId="LiveId" clId="{0CCB27B3-0D03-4E8E-8D08-702661BB0D1D}" dt="2026-04-14T20:12:28.394" v="2257" actId="1036"/>
          <ac:spMkLst>
            <pc:docMk/>
            <pc:sldMk cId="4270187073" sldId="351"/>
            <ac:spMk id="15" creationId="{1F7FE936-3655-2C1E-A0CE-5A2D6ED2DD0B}"/>
          </ac:spMkLst>
        </pc:spChg>
        <pc:spChg chg="mod">
          <ac:chgData name="Greg Deckler" userId="38fedbb726841d9a" providerId="LiveId" clId="{0CCB27B3-0D03-4E8E-8D08-702661BB0D1D}" dt="2026-04-14T20:12:40.014" v="2260" actId="1036"/>
          <ac:spMkLst>
            <pc:docMk/>
            <pc:sldMk cId="4270187073" sldId="351"/>
            <ac:spMk id="16" creationId="{15EE9DF2-1160-5772-9B75-A93D08F95986}"/>
          </ac:spMkLst>
        </pc:spChg>
        <pc:spChg chg="mod">
          <ac:chgData name="Greg Deckler" userId="38fedbb726841d9a" providerId="LiveId" clId="{0CCB27B3-0D03-4E8E-8D08-702661BB0D1D}" dt="2026-04-14T20:12:36.520" v="2258" actId="1036"/>
          <ac:spMkLst>
            <pc:docMk/>
            <pc:sldMk cId="4270187073" sldId="351"/>
            <ac:spMk id="17" creationId="{9415DC08-8FD9-4C90-FB41-475F90D554A1}"/>
          </ac:spMkLst>
        </pc:spChg>
        <pc:spChg chg="mod">
          <ac:chgData name="Greg Deckler" userId="38fedbb726841d9a" providerId="LiveId" clId="{0CCB27B3-0D03-4E8E-8D08-702661BB0D1D}" dt="2026-04-12T23:33:24.429" v="865" actId="1036"/>
          <ac:spMkLst>
            <pc:docMk/>
            <pc:sldMk cId="4270187073" sldId="351"/>
            <ac:spMk id="18" creationId="{B8FA44BD-4849-ADE6-E5DA-55CC0B3E9107}"/>
          </ac:spMkLst>
        </pc:spChg>
        <pc:spChg chg="mod">
          <ac:chgData name="Greg Deckler" userId="38fedbb726841d9a" providerId="LiveId" clId="{0CCB27B3-0D03-4E8E-8D08-702661BB0D1D}" dt="2026-04-12T23:33:24.429" v="865" actId="1036"/>
          <ac:spMkLst>
            <pc:docMk/>
            <pc:sldMk cId="4270187073" sldId="351"/>
            <ac:spMk id="19" creationId="{DE700E60-12EF-B8D9-61DD-1A99D40E9D04}"/>
          </ac:spMkLst>
        </pc:spChg>
        <pc:spChg chg="mod">
          <ac:chgData name="Greg Deckler" userId="38fedbb726841d9a" providerId="LiveId" clId="{0CCB27B3-0D03-4E8E-8D08-702661BB0D1D}" dt="2026-04-14T21:32:02.545" v="4036" actId="14100"/>
          <ac:spMkLst>
            <pc:docMk/>
            <pc:sldMk cId="4270187073" sldId="351"/>
            <ac:spMk id="20" creationId="{F414A43F-16E3-BF85-DDE6-836327B6FB40}"/>
          </ac:spMkLst>
        </pc:spChg>
        <pc:spChg chg="mod">
          <ac:chgData name="Greg Deckler" userId="38fedbb726841d9a" providerId="LiveId" clId="{0CCB27B3-0D03-4E8E-8D08-702661BB0D1D}" dt="2026-04-12T23:32:40.700" v="849" actId="403"/>
          <ac:spMkLst>
            <pc:docMk/>
            <pc:sldMk cId="4270187073" sldId="351"/>
            <ac:spMk id="21" creationId="{E0BA63A0-5C27-7119-4967-6C088B4BA218}"/>
          </ac:spMkLst>
        </pc:spChg>
        <pc:spChg chg="mod">
          <ac:chgData name="Greg Deckler" userId="38fedbb726841d9a" providerId="LiveId" clId="{0CCB27B3-0D03-4E8E-8D08-702661BB0D1D}" dt="2026-04-12T23:34:16.264" v="891" actId="14100"/>
          <ac:spMkLst>
            <pc:docMk/>
            <pc:sldMk cId="4270187073" sldId="351"/>
            <ac:spMk id="22" creationId="{D2ADF0CF-F806-3EAE-4CC5-F0FC7A7A192C}"/>
          </ac:spMkLst>
        </pc:spChg>
        <pc:spChg chg="mod">
          <ac:chgData name="Greg Deckler" userId="38fedbb726841d9a" providerId="LiveId" clId="{0CCB27B3-0D03-4E8E-8D08-702661BB0D1D}" dt="2026-04-14T21:32:10.776" v="4037" actId="14100"/>
          <ac:spMkLst>
            <pc:docMk/>
            <pc:sldMk cId="4270187073" sldId="351"/>
            <ac:spMk id="28" creationId="{9D778D17-4D97-2BAC-C068-D6AEEF6FDB3C}"/>
          </ac:spMkLst>
        </pc:spChg>
        <pc:spChg chg="mod">
          <ac:chgData name="Greg Deckler" userId="38fedbb726841d9a" providerId="LiveId" clId="{0CCB27B3-0D03-4E8E-8D08-702661BB0D1D}" dt="2026-04-14T21:32:14.670" v="4038" actId="14100"/>
          <ac:spMkLst>
            <pc:docMk/>
            <pc:sldMk cId="4270187073" sldId="351"/>
            <ac:spMk id="29" creationId="{508ECB74-ADDD-E400-4D27-17772FDB3B50}"/>
          </ac:spMkLst>
        </pc:spChg>
        <pc:spChg chg="mod">
          <ac:chgData name="Greg Deckler" userId="38fedbb726841d9a" providerId="LiveId" clId="{0CCB27B3-0D03-4E8E-8D08-702661BB0D1D}" dt="2026-04-12T23:34:11.425" v="890" actId="1036"/>
          <ac:spMkLst>
            <pc:docMk/>
            <pc:sldMk cId="4270187073" sldId="351"/>
            <ac:spMk id="30" creationId="{FCF1EBE5-16DD-0F35-9B26-60B9BE295753}"/>
          </ac:spMkLst>
        </pc:spChg>
        <pc:spChg chg="mod">
          <ac:chgData name="Greg Deckler" userId="38fedbb726841d9a" providerId="LiveId" clId="{0CCB27B3-0D03-4E8E-8D08-702661BB0D1D}" dt="2026-04-12T23:34:29.059" v="896" actId="14100"/>
          <ac:spMkLst>
            <pc:docMk/>
            <pc:sldMk cId="4270187073" sldId="351"/>
            <ac:spMk id="31" creationId="{49C138FA-F22F-7029-057D-6C6C3F7E5A65}"/>
          </ac:spMkLst>
        </pc:spChg>
        <pc:spChg chg="mod">
          <ac:chgData name="Greg Deckler" userId="38fedbb726841d9a" providerId="LiveId" clId="{0CCB27B3-0D03-4E8E-8D08-702661BB0D1D}" dt="2026-04-12T23:34:34.254" v="898" actId="1036"/>
          <ac:spMkLst>
            <pc:docMk/>
            <pc:sldMk cId="4270187073" sldId="351"/>
            <ac:spMk id="32" creationId="{E9D55245-850B-87E5-CEEE-84F3826ECBBF}"/>
          </ac:spMkLst>
        </pc:spChg>
        <pc:spChg chg="mod">
          <ac:chgData name="Greg Deckler" userId="38fedbb726841d9a" providerId="LiveId" clId="{0CCB27B3-0D03-4E8E-8D08-702661BB0D1D}" dt="2026-04-12T23:33:42.571" v="876" actId="403"/>
          <ac:spMkLst>
            <pc:docMk/>
            <pc:sldMk cId="4270187073" sldId="351"/>
            <ac:spMk id="33" creationId="{1C82CDB4-27EC-163B-C807-47AAE1C4663E}"/>
          </ac:spMkLst>
        </pc:spChg>
        <pc:spChg chg="mod">
          <ac:chgData name="Greg Deckler" userId="38fedbb726841d9a" providerId="LiveId" clId="{0CCB27B3-0D03-4E8E-8D08-702661BB0D1D}" dt="2026-04-12T23:34:38.458" v="900" actId="1036"/>
          <ac:spMkLst>
            <pc:docMk/>
            <pc:sldMk cId="4270187073" sldId="351"/>
            <ac:spMk id="34" creationId="{9D3B7CC5-AB25-E091-D252-2394FA6129AE}"/>
          </ac:spMkLst>
        </pc:spChg>
        <pc:spChg chg="mod">
          <ac:chgData name="Greg Deckler" userId="38fedbb726841d9a" providerId="LiveId" clId="{0CCB27B3-0D03-4E8E-8D08-702661BB0D1D}" dt="2026-04-12T23:33:49.046" v="878" actId="403"/>
          <ac:spMkLst>
            <pc:docMk/>
            <pc:sldMk cId="4270187073" sldId="351"/>
            <ac:spMk id="35" creationId="{37F139B2-79FD-7E3D-B3F3-AA2AFCDE168D}"/>
          </ac:spMkLst>
        </pc:spChg>
        <pc:spChg chg="mod">
          <ac:chgData name="Greg Deckler" userId="38fedbb726841d9a" providerId="LiveId" clId="{0CCB27B3-0D03-4E8E-8D08-702661BB0D1D}" dt="2026-04-12T23:33:49.046" v="878" actId="403"/>
          <ac:spMkLst>
            <pc:docMk/>
            <pc:sldMk cId="4270187073" sldId="351"/>
            <ac:spMk id="37" creationId="{2C36BBDE-6167-52B2-76EF-942741596669}"/>
          </ac:spMkLst>
        </pc:spChg>
        <pc:spChg chg="mod">
          <ac:chgData name="Greg Deckler" userId="38fedbb726841d9a" providerId="LiveId" clId="{0CCB27B3-0D03-4E8E-8D08-702661BB0D1D}" dt="2026-04-12T23:34:46.183" v="902" actId="1036"/>
          <ac:spMkLst>
            <pc:docMk/>
            <pc:sldMk cId="4270187073" sldId="351"/>
            <ac:spMk id="39" creationId="{31D98C7B-6A99-F865-3EC0-0AD62F74D433}"/>
          </ac:spMkLst>
        </pc:spChg>
      </pc:sldChg>
      <pc:sldChg chg="modSp mod">
        <pc:chgData name="Greg Deckler" userId="38fedbb726841d9a" providerId="LiveId" clId="{0CCB27B3-0D03-4E8E-8D08-702661BB0D1D}" dt="2026-04-14T20:12:19.776" v="2255" actId="1038"/>
        <pc:sldMkLst>
          <pc:docMk/>
          <pc:sldMk cId="2498338101" sldId="352"/>
        </pc:sldMkLst>
        <pc:spChg chg="mod">
          <ac:chgData name="Greg Deckler" userId="38fedbb726841d9a" providerId="LiveId" clId="{0CCB27B3-0D03-4E8E-8D08-702661BB0D1D}" dt="2026-04-12T23:31:52.423" v="825" actId="14100"/>
          <ac:spMkLst>
            <pc:docMk/>
            <pc:sldMk cId="2498338101" sldId="352"/>
            <ac:spMk id="9" creationId="{576591B2-076F-E0EF-A99F-EA82BD19C6F7}"/>
          </ac:spMkLst>
        </pc:spChg>
        <pc:spChg chg="mod">
          <ac:chgData name="Greg Deckler" userId="38fedbb726841d9a" providerId="LiveId" clId="{0CCB27B3-0D03-4E8E-8D08-702661BB0D1D}" dt="2026-04-12T23:32:00.457" v="833" actId="1036"/>
          <ac:spMkLst>
            <pc:docMk/>
            <pc:sldMk cId="2498338101" sldId="352"/>
            <ac:spMk id="12" creationId="{E72A6BAB-654F-6936-0876-49DCE7BD83C4}"/>
          </ac:spMkLst>
        </pc:spChg>
        <pc:spChg chg="mod">
          <ac:chgData name="Greg Deckler" userId="38fedbb726841d9a" providerId="LiveId" clId="{0CCB27B3-0D03-4E8E-8D08-702661BB0D1D}" dt="2026-04-14T20:12:08.923" v="2248" actId="1038"/>
          <ac:spMkLst>
            <pc:docMk/>
            <pc:sldMk cId="2498338101" sldId="352"/>
            <ac:spMk id="13" creationId="{F12D4199-CC56-E77B-A141-4EF9E57223C3}"/>
          </ac:spMkLst>
        </pc:spChg>
        <pc:spChg chg="mod">
          <ac:chgData name="Greg Deckler" userId="38fedbb726841d9a" providerId="LiveId" clId="{0CCB27B3-0D03-4E8E-8D08-702661BB0D1D}" dt="2026-04-14T20:12:14.274" v="2251" actId="1037"/>
          <ac:spMkLst>
            <pc:docMk/>
            <pc:sldMk cId="2498338101" sldId="352"/>
            <ac:spMk id="14" creationId="{29D4BB35-F245-1F1B-C416-4248EA6029D2}"/>
          </ac:spMkLst>
        </pc:spChg>
        <pc:spChg chg="mod">
          <ac:chgData name="Greg Deckler" userId="38fedbb726841d9a" providerId="LiveId" clId="{0CCB27B3-0D03-4E8E-8D08-702661BB0D1D}" dt="2026-04-14T20:12:19.776" v="2255" actId="1038"/>
          <ac:spMkLst>
            <pc:docMk/>
            <pc:sldMk cId="2498338101" sldId="352"/>
            <ac:spMk id="15" creationId="{D29E6BE3-14A7-31B1-4CF5-5D1B3CA6CEC3}"/>
          </ac:spMkLst>
        </pc:spChg>
        <pc:spChg chg="mod">
          <ac:chgData name="Greg Deckler" userId="38fedbb726841d9a" providerId="LiveId" clId="{0CCB27B3-0D03-4E8E-8D08-702661BB0D1D}" dt="2026-04-12T23:31:26.364" v="821" actId="403"/>
          <ac:spMkLst>
            <pc:docMk/>
            <pc:sldMk cId="2498338101" sldId="352"/>
            <ac:spMk id="18" creationId="{1BF206A4-0AE4-53C1-850A-8677D2C62AB8}"/>
          </ac:spMkLst>
        </pc:spChg>
        <pc:spChg chg="mod">
          <ac:chgData name="Greg Deckler" userId="38fedbb726841d9a" providerId="LiveId" clId="{0CCB27B3-0D03-4E8E-8D08-702661BB0D1D}" dt="2026-04-14T20:12:08.923" v="2248" actId="1038"/>
          <ac:spMkLst>
            <pc:docMk/>
            <pc:sldMk cId="2498338101" sldId="352"/>
            <ac:spMk id="19" creationId="{E7A25245-5A4C-DE90-4A92-685147E61557}"/>
          </ac:spMkLst>
        </pc:spChg>
        <pc:spChg chg="mod">
          <ac:chgData name="Greg Deckler" userId="38fedbb726841d9a" providerId="LiveId" clId="{0CCB27B3-0D03-4E8E-8D08-702661BB0D1D}" dt="2026-04-14T20:12:08.923" v="2248" actId="1038"/>
          <ac:spMkLst>
            <pc:docMk/>
            <pc:sldMk cId="2498338101" sldId="352"/>
            <ac:spMk id="20" creationId="{5DFD4853-16B0-2212-D1D9-FCFB3F4DDDED}"/>
          </ac:spMkLst>
        </pc:spChg>
        <pc:spChg chg="mod">
          <ac:chgData name="Greg Deckler" userId="38fedbb726841d9a" providerId="LiveId" clId="{0CCB27B3-0D03-4E8E-8D08-702661BB0D1D}" dt="2026-04-14T20:12:08.923" v="2248" actId="1038"/>
          <ac:spMkLst>
            <pc:docMk/>
            <pc:sldMk cId="2498338101" sldId="352"/>
            <ac:spMk id="21" creationId="{BF3E84DE-6D64-5228-8E71-C9AA8AE91B7C}"/>
          </ac:spMkLst>
        </pc:spChg>
        <pc:spChg chg="mod">
          <ac:chgData name="Greg Deckler" userId="38fedbb726841d9a" providerId="LiveId" clId="{0CCB27B3-0D03-4E8E-8D08-702661BB0D1D}" dt="2026-04-14T20:12:14.274" v="2251" actId="1037"/>
          <ac:spMkLst>
            <pc:docMk/>
            <pc:sldMk cId="2498338101" sldId="352"/>
            <ac:spMk id="22" creationId="{D22592DC-8641-F426-653A-13614270A1DE}"/>
          </ac:spMkLst>
        </pc:spChg>
        <pc:spChg chg="mod">
          <ac:chgData name="Greg Deckler" userId="38fedbb726841d9a" providerId="LiveId" clId="{0CCB27B3-0D03-4E8E-8D08-702661BB0D1D}" dt="2026-04-14T20:12:14.274" v="2251" actId="1037"/>
          <ac:spMkLst>
            <pc:docMk/>
            <pc:sldMk cId="2498338101" sldId="352"/>
            <ac:spMk id="23" creationId="{85ADACC5-4406-5023-6C06-382918B0C4A0}"/>
          </ac:spMkLst>
        </pc:spChg>
        <pc:spChg chg="mod">
          <ac:chgData name="Greg Deckler" userId="38fedbb726841d9a" providerId="LiveId" clId="{0CCB27B3-0D03-4E8E-8D08-702661BB0D1D}" dt="2026-04-14T20:12:14.274" v="2251" actId="1037"/>
          <ac:spMkLst>
            <pc:docMk/>
            <pc:sldMk cId="2498338101" sldId="352"/>
            <ac:spMk id="24" creationId="{8BB6F18C-50D2-8443-1019-9BFAAD3856A7}"/>
          </ac:spMkLst>
        </pc:spChg>
        <pc:spChg chg="mod">
          <ac:chgData name="Greg Deckler" userId="38fedbb726841d9a" providerId="LiveId" clId="{0CCB27B3-0D03-4E8E-8D08-702661BB0D1D}" dt="2026-04-14T20:12:19.776" v="2255" actId="1038"/>
          <ac:spMkLst>
            <pc:docMk/>
            <pc:sldMk cId="2498338101" sldId="352"/>
            <ac:spMk id="25" creationId="{322C0FAE-22E6-4221-1025-B4526720BF7B}"/>
          </ac:spMkLst>
        </pc:spChg>
        <pc:spChg chg="mod">
          <ac:chgData name="Greg Deckler" userId="38fedbb726841d9a" providerId="LiveId" clId="{0CCB27B3-0D03-4E8E-8D08-702661BB0D1D}" dt="2026-04-14T20:12:19.776" v="2255" actId="1038"/>
          <ac:spMkLst>
            <pc:docMk/>
            <pc:sldMk cId="2498338101" sldId="352"/>
            <ac:spMk id="26" creationId="{D98C2A16-5C2C-DDD1-E4E2-0058525711EF}"/>
          </ac:spMkLst>
        </pc:spChg>
        <pc:spChg chg="mod">
          <ac:chgData name="Greg Deckler" userId="38fedbb726841d9a" providerId="LiveId" clId="{0CCB27B3-0D03-4E8E-8D08-702661BB0D1D}" dt="2026-04-14T20:12:19.776" v="2255" actId="1038"/>
          <ac:spMkLst>
            <pc:docMk/>
            <pc:sldMk cId="2498338101" sldId="352"/>
            <ac:spMk id="27" creationId="{11A952CA-420D-1578-9739-44439932F3E3}"/>
          </ac:spMkLst>
        </pc:spChg>
        <pc:spChg chg="mod">
          <ac:chgData name="Greg Deckler" userId="38fedbb726841d9a" providerId="LiveId" clId="{0CCB27B3-0D03-4E8E-8D08-702661BB0D1D}" dt="2026-04-12T23:31:31.242" v="822" actId="14100"/>
          <ac:spMkLst>
            <pc:docMk/>
            <pc:sldMk cId="2498338101" sldId="352"/>
            <ac:spMk id="29" creationId="{064051A8-B142-B7E3-8AB8-AEF1A116883E}"/>
          </ac:spMkLst>
        </pc:spChg>
      </pc:sldChg>
      <pc:sldChg chg="modSp mod">
        <pc:chgData name="Greg Deckler" userId="38fedbb726841d9a" providerId="LiveId" clId="{0CCB27B3-0D03-4E8E-8D08-702661BB0D1D}" dt="2026-04-16T16:55:37.897" v="5653" actId="1035"/>
        <pc:sldMkLst>
          <pc:docMk/>
          <pc:sldMk cId="1967802698" sldId="353"/>
        </pc:sldMkLst>
        <pc:spChg chg="mod">
          <ac:chgData name="Greg Deckler" userId="38fedbb726841d9a" providerId="LiveId" clId="{0CCB27B3-0D03-4E8E-8D08-702661BB0D1D}" dt="2026-04-14T23:11:09.055" v="4542" actId="14100"/>
          <ac:spMkLst>
            <pc:docMk/>
            <pc:sldMk cId="1967802698" sldId="353"/>
            <ac:spMk id="9" creationId="{EA0953C6-64DF-7A7B-4827-B37542E64785}"/>
          </ac:spMkLst>
        </pc:spChg>
        <pc:spChg chg="mod">
          <ac:chgData name="Greg Deckler" userId="38fedbb726841d9a" providerId="LiveId" clId="{0CCB27B3-0D03-4E8E-8D08-702661BB0D1D}" dt="2026-04-14T20:09:08.827" v="2205" actId="1076"/>
          <ac:spMkLst>
            <pc:docMk/>
            <pc:sldMk cId="1967802698" sldId="353"/>
            <ac:spMk id="12" creationId="{53E28EBB-E82C-C444-6B61-08B4DCC5E120}"/>
          </ac:spMkLst>
        </pc:spChg>
        <pc:spChg chg="mod">
          <ac:chgData name="Greg Deckler" userId="38fedbb726841d9a" providerId="LiveId" clId="{0CCB27B3-0D03-4E8E-8D08-702661BB0D1D}" dt="2026-04-14T21:27:19.964" v="4004" actId="14100"/>
          <ac:spMkLst>
            <pc:docMk/>
            <pc:sldMk cId="1967802698" sldId="353"/>
            <ac:spMk id="13" creationId="{2583981C-C9C1-3EDF-D715-7A29565CD493}"/>
          </ac:spMkLst>
        </pc:spChg>
        <pc:spChg chg="mod">
          <ac:chgData name="Greg Deckler" userId="38fedbb726841d9a" providerId="LiveId" clId="{0CCB27B3-0D03-4E8E-8D08-702661BB0D1D}" dt="2026-04-14T20:11:24.159" v="2240" actId="14100"/>
          <ac:spMkLst>
            <pc:docMk/>
            <pc:sldMk cId="1967802698" sldId="353"/>
            <ac:spMk id="14" creationId="{D38E3FF5-75FE-4A49-142B-396B39CAB342}"/>
          </ac:spMkLst>
        </pc:spChg>
        <pc:spChg chg="mod">
          <ac:chgData name="Greg Deckler" userId="38fedbb726841d9a" providerId="LiveId" clId="{0CCB27B3-0D03-4E8E-8D08-702661BB0D1D}" dt="2026-04-14T20:11:15.341" v="2238" actId="403"/>
          <ac:spMkLst>
            <pc:docMk/>
            <pc:sldMk cId="1967802698" sldId="353"/>
            <ac:spMk id="15" creationId="{DA8287CD-E059-6C39-4A39-9B8198AF4122}"/>
          </ac:spMkLst>
        </pc:spChg>
        <pc:spChg chg="mod">
          <ac:chgData name="Greg Deckler" userId="38fedbb726841d9a" providerId="LiveId" clId="{0CCB27B3-0D03-4E8E-8D08-702661BB0D1D}" dt="2026-04-14T20:08:53.170" v="2196" actId="403"/>
          <ac:spMkLst>
            <pc:docMk/>
            <pc:sldMk cId="1967802698" sldId="353"/>
            <ac:spMk id="16" creationId="{E1DD5D32-F80B-AAA3-7F3D-616247EA2597}"/>
          </ac:spMkLst>
        </pc:spChg>
        <pc:spChg chg="mod">
          <ac:chgData name="Greg Deckler" userId="38fedbb726841d9a" providerId="LiveId" clId="{0CCB27B3-0D03-4E8E-8D08-702661BB0D1D}" dt="2026-04-16T16:55:07.535" v="5644" actId="1036"/>
          <ac:spMkLst>
            <pc:docMk/>
            <pc:sldMk cId="1967802698" sldId="353"/>
            <ac:spMk id="17" creationId="{D72A9248-81B2-D5E2-64EE-D26047DF9549}"/>
          </ac:spMkLst>
        </pc:spChg>
        <pc:spChg chg="mod">
          <ac:chgData name="Greg Deckler" userId="38fedbb726841d9a" providerId="LiveId" clId="{0CCB27B3-0D03-4E8E-8D08-702661BB0D1D}" dt="2026-04-16T16:55:03.581" v="5642" actId="1036"/>
          <ac:spMkLst>
            <pc:docMk/>
            <pc:sldMk cId="1967802698" sldId="353"/>
            <ac:spMk id="18" creationId="{51E9DF44-7070-9022-8271-7116F9F6D073}"/>
          </ac:spMkLst>
        </pc:spChg>
        <pc:spChg chg="mod">
          <ac:chgData name="Greg Deckler" userId="38fedbb726841d9a" providerId="LiveId" clId="{0CCB27B3-0D03-4E8E-8D08-702661BB0D1D}" dt="2026-04-12T23:29:36.031" v="784" actId="1035"/>
          <ac:spMkLst>
            <pc:docMk/>
            <pc:sldMk cId="1967802698" sldId="353"/>
            <ac:spMk id="20" creationId="{55774372-AB54-5464-7442-00656230A289}"/>
          </ac:spMkLst>
        </pc:spChg>
        <pc:spChg chg="mod">
          <ac:chgData name="Greg Deckler" userId="38fedbb726841d9a" providerId="LiveId" clId="{0CCB27B3-0D03-4E8E-8D08-702661BB0D1D}" dt="2026-04-14T20:10:30.960" v="2226" actId="403"/>
          <ac:spMkLst>
            <pc:docMk/>
            <pc:sldMk cId="1967802698" sldId="353"/>
            <ac:spMk id="21" creationId="{8A9C28A9-78EF-DA8D-5D90-53806B1E2DC2}"/>
          </ac:spMkLst>
        </pc:spChg>
        <pc:spChg chg="mod">
          <ac:chgData name="Greg Deckler" userId="38fedbb726841d9a" providerId="LiveId" clId="{0CCB27B3-0D03-4E8E-8D08-702661BB0D1D}" dt="2026-04-14T20:09:45.886" v="2212" actId="404"/>
          <ac:spMkLst>
            <pc:docMk/>
            <pc:sldMk cId="1967802698" sldId="353"/>
            <ac:spMk id="23" creationId="{6B8134F9-2B14-C6E1-E5E1-803AA1E31E12}"/>
          </ac:spMkLst>
        </pc:spChg>
        <pc:spChg chg="mod">
          <ac:chgData name="Greg Deckler" userId="38fedbb726841d9a" providerId="LiveId" clId="{0CCB27B3-0D03-4E8E-8D08-702661BB0D1D}" dt="2026-04-14T20:09:45.886" v="2212" actId="404"/>
          <ac:spMkLst>
            <pc:docMk/>
            <pc:sldMk cId="1967802698" sldId="353"/>
            <ac:spMk id="25" creationId="{6A396CE0-6BA7-F03A-1555-19C49B5E7D90}"/>
          </ac:spMkLst>
        </pc:spChg>
        <pc:spChg chg="mod">
          <ac:chgData name="Greg Deckler" userId="38fedbb726841d9a" providerId="LiveId" clId="{0CCB27B3-0D03-4E8E-8D08-702661BB0D1D}" dt="2026-04-14T20:09:50.734" v="2213" actId="404"/>
          <ac:spMkLst>
            <pc:docMk/>
            <pc:sldMk cId="1967802698" sldId="353"/>
            <ac:spMk id="27" creationId="{1A682D86-E554-6766-429C-1FD122B6D7F9}"/>
          </ac:spMkLst>
        </pc:spChg>
        <pc:spChg chg="mod">
          <ac:chgData name="Greg Deckler" userId="38fedbb726841d9a" providerId="LiveId" clId="{0CCB27B3-0D03-4E8E-8D08-702661BB0D1D}" dt="2026-04-14T20:11:21.149" v="2239" actId="14100"/>
          <ac:spMkLst>
            <pc:docMk/>
            <pc:sldMk cId="1967802698" sldId="353"/>
            <ac:spMk id="30" creationId="{62D5CACA-53F5-2ABB-21C8-05E66F86C8AD}"/>
          </ac:spMkLst>
        </pc:spChg>
        <pc:spChg chg="mod">
          <ac:chgData name="Greg Deckler" userId="38fedbb726841d9a" providerId="LiveId" clId="{0CCB27B3-0D03-4E8E-8D08-702661BB0D1D}" dt="2026-04-14T20:11:28.785" v="2243" actId="1035"/>
          <ac:spMkLst>
            <pc:docMk/>
            <pc:sldMk cId="1967802698" sldId="353"/>
            <ac:spMk id="31" creationId="{704FF86A-BEDB-BB45-A943-B1DCE9F0C0B5}"/>
          </ac:spMkLst>
        </pc:spChg>
        <pc:spChg chg="mod">
          <ac:chgData name="Greg Deckler" userId="38fedbb726841d9a" providerId="LiveId" clId="{0CCB27B3-0D03-4E8E-8D08-702661BB0D1D}" dt="2026-04-14T20:08:56.524" v="2199" actId="403"/>
          <ac:spMkLst>
            <pc:docMk/>
            <pc:sldMk cId="1967802698" sldId="353"/>
            <ac:spMk id="32" creationId="{C29C8539-B4C3-D159-B30F-C59763215A45}"/>
          </ac:spMkLst>
        </pc:spChg>
        <pc:spChg chg="mod">
          <ac:chgData name="Greg Deckler" userId="38fedbb726841d9a" providerId="LiveId" clId="{0CCB27B3-0D03-4E8E-8D08-702661BB0D1D}" dt="2026-04-16T16:55:20.356" v="5648" actId="1036"/>
          <ac:spMkLst>
            <pc:docMk/>
            <pc:sldMk cId="1967802698" sldId="353"/>
            <ac:spMk id="33" creationId="{5D0D1CB4-114A-FC83-46F3-3E0D07FD2EE5}"/>
          </ac:spMkLst>
        </pc:spChg>
        <pc:spChg chg="mod">
          <ac:chgData name="Greg Deckler" userId="38fedbb726841d9a" providerId="LiveId" clId="{0CCB27B3-0D03-4E8E-8D08-702661BB0D1D}" dt="2026-04-16T16:55:17.394" v="5646" actId="1036"/>
          <ac:spMkLst>
            <pc:docMk/>
            <pc:sldMk cId="1967802698" sldId="353"/>
            <ac:spMk id="34" creationId="{3FD134B7-EFE5-32A3-B6D1-B780C7233DC1}"/>
          </ac:spMkLst>
        </pc:spChg>
        <pc:spChg chg="mod">
          <ac:chgData name="Greg Deckler" userId="38fedbb726841d9a" providerId="LiveId" clId="{0CCB27B3-0D03-4E8E-8D08-702661BB0D1D}" dt="2026-04-14T20:09:58.011" v="2215" actId="404"/>
          <ac:spMkLst>
            <pc:docMk/>
            <pc:sldMk cId="1967802698" sldId="353"/>
            <ac:spMk id="36" creationId="{F5F585B5-ECEC-5A00-D96E-E7A20472D027}"/>
          </ac:spMkLst>
        </pc:spChg>
        <pc:spChg chg="mod">
          <ac:chgData name="Greg Deckler" userId="38fedbb726841d9a" providerId="LiveId" clId="{0CCB27B3-0D03-4E8E-8D08-702661BB0D1D}" dt="2026-04-16T16:55:37.897" v="5653" actId="1035"/>
          <ac:spMkLst>
            <pc:docMk/>
            <pc:sldMk cId="1967802698" sldId="353"/>
            <ac:spMk id="37" creationId="{DEF83CDC-F67B-03E9-8F06-E6C371DA3869}"/>
          </ac:spMkLst>
        </pc:spChg>
        <pc:spChg chg="mod">
          <ac:chgData name="Greg Deckler" userId="38fedbb726841d9a" providerId="LiveId" clId="{0CCB27B3-0D03-4E8E-8D08-702661BB0D1D}" dt="2026-04-16T16:55:37.897" v="5653" actId="1035"/>
          <ac:spMkLst>
            <pc:docMk/>
            <pc:sldMk cId="1967802698" sldId="353"/>
            <ac:spMk id="38" creationId="{9410BA6A-04E5-4E63-974E-AC1E72DCC907}"/>
          </ac:spMkLst>
        </pc:spChg>
        <pc:spChg chg="mod">
          <ac:chgData name="Greg Deckler" userId="38fedbb726841d9a" providerId="LiveId" clId="{0CCB27B3-0D03-4E8E-8D08-702661BB0D1D}" dt="2026-04-14T20:09:24.181" v="2208" actId="403"/>
          <ac:spMkLst>
            <pc:docMk/>
            <pc:sldMk cId="1967802698" sldId="353"/>
            <ac:spMk id="39" creationId="{6CB556A6-F2FB-39D9-9B74-4A53417C050E}"/>
          </ac:spMkLst>
        </pc:spChg>
        <pc:spChg chg="mod">
          <ac:chgData name="Greg Deckler" userId="38fedbb726841d9a" providerId="LiveId" clId="{0CCB27B3-0D03-4E8E-8D08-702661BB0D1D}" dt="2026-04-14T20:10:04.841" v="2218" actId="404"/>
          <ac:spMkLst>
            <pc:docMk/>
            <pc:sldMk cId="1967802698" sldId="353"/>
            <ac:spMk id="41" creationId="{CA523E44-F282-78BD-1258-1B8EF0CAA331}"/>
          </ac:spMkLst>
        </pc:spChg>
        <pc:spChg chg="mod">
          <ac:chgData name="Greg Deckler" userId="38fedbb726841d9a" providerId="LiveId" clId="{0CCB27B3-0D03-4E8E-8D08-702661BB0D1D}" dt="2026-04-14T20:11:34.410" v="2244" actId="14100"/>
          <ac:spMkLst>
            <pc:docMk/>
            <pc:sldMk cId="1967802698" sldId="353"/>
            <ac:spMk id="44" creationId="{92557F55-3C90-A96B-F829-75ABA5325C36}"/>
          </ac:spMkLst>
        </pc:spChg>
        <pc:spChg chg="mod">
          <ac:chgData name="Greg Deckler" userId="38fedbb726841d9a" providerId="LiveId" clId="{0CCB27B3-0D03-4E8E-8D08-702661BB0D1D}" dt="2026-04-14T20:11:48.896" v="2246" actId="1035"/>
          <ac:spMkLst>
            <pc:docMk/>
            <pc:sldMk cId="1967802698" sldId="353"/>
            <ac:spMk id="45" creationId="{83421C20-4189-D337-0357-9414216EE114}"/>
          </ac:spMkLst>
        </pc:spChg>
        <pc:spChg chg="mod">
          <ac:chgData name="Greg Deckler" userId="38fedbb726841d9a" providerId="LiveId" clId="{0CCB27B3-0D03-4E8E-8D08-702661BB0D1D}" dt="2026-04-14T20:08:59.848" v="2202" actId="403"/>
          <ac:spMkLst>
            <pc:docMk/>
            <pc:sldMk cId="1967802698" sldId="353"/>
            <ac:spMk id="46" creationId="{29220B6F-9AAC-D435-6E6E-08AD325D6464}"/>
          </ac:spMkLst>
        </pc:spChg>
        <pc:spChg chg="mod">
          <ac:chgData name="Greg Deckler" userId="38fedbb726841d9a" providerId="LiveId" clId="{0CCB27B3-0D03-4E8E-8D08-702661BB0D1D}" dt="2026-04-16T16:55:28.383" v="5652" actId="1036"/>
          <ac:spMkLst>
            <pc:docMk/>
            <pc:sldMk cId="1967802698" sldId="353"/>
            <ac:spMk id="47" creationId="{7026434E-0709-C66F-C803-58D7E9ADF8B3}"/>
          </ac:spMkLst>
        </pc:spChg>
        <pc:spChg chg="mod">
          <ac:chgData name="Greg Deckler" userId="38fedbb726841d9a" providerId="LiveId" clId="{0CCB27B3-0D03-4E8E-8D08-702661BB0D1D}" dt="2026-04-16T16:55:24.815" v="5650" actId="1036"/>
          <ac:spMkLst>
            <pc:docMk/>
            <pc:sldMk cId="1967802698" sldId="353"/>
            <ac:spMk id="48" creationId="{2B634592-7927-F72A-BB95-E80FA0A73811}"/>
          </ac:spMkLst>
        </pc:spChg>
        <pc:spChg chg="mod">
          <ac:chgData name="Greg Deckler" userId="38fedbb726841d9a" providerId="LiveId" clId="{0CCB27B3-0D03-4E8E-8D08-702661BB0D1D}" dt="2026-04-14T20:10:21.368" v="2223" actId="404"/>
          <ac:spMkLst>
            <pc:docMk/>
            <pc:sldMk cId="1967802698" sldId="353"/>
            <ac:spMk id="50" creationId="{3AA5ACC6-D67F-27B8-CC33-2BE8D0B2887F}"/>
          </ac:spMkLst>
        </pc:spChg>
        <pc:spChg chg="mod">
          <ac:chgData name="Greg Deckler" userId="38fedbb726841d9a" providerId="LiveId" clId="{0CCB27B3-0D03-4E8E-8D08-702661BB0D1D}" dt="2026-04-14T20:09:24.181" v="2208" actId="403"/>
          <ac:spMkLst>
            <pc:docMk/>
            <pc:sldMk cId="1967802698" sldId="353"/>
            <ac:spMk id="51" creationId="{944061E8-8D58-F154-F15B-A24443E7D0C7}"/>
          </ac:spMkLst>
        </pc:spChg>
        <pc:spChg chg="mod">
          <ac:chgData name="Greg Deckler" userId="38fedbb726841d9a" providerId="LiveId" clId="{0CCB27B3-0D03-4E8E-8D08-702661BB0D1D}" dt="2026-04-14T20:10:17.922" v="2222" actId="404"/>
          <ac:spMkLst>
            <pc:docMk/>
            <pc:sldMk cId="1967802698" sldId="353"/>
            <ac:spMk id="53" creationId="{CD609A6C-83A1-927D-21B1-A954E5D342C0}"/>
          </ac:spMkLst>
        </pc:spChg>
      </pc:sldChg>
      <pc:sldChg chg="addSp delSp modSp mod">
        <pc:chgData name="Greg Deckler" userId="38fedbb726841d9a" providerId="LiveId" clId="{0CCB27B3-0D03-4E8E-8D08-702661BB0D1D}" dt="2026-04-16T18:12:47.328" v="5676" actId="1036"/>
        <pc:sldMkLst>
          <pc:docMk/>
          <pc:sldMk cId="3460804612" sldId="354"/>
        </pc:sldMkLst>
        <pc:spChg chg="mod">
          <ac:chgData name="Greg Deckler" userId="38fedbb726841d9a" providerId="LiveId" clId="{0CCB27B3-0D03-4E8E-8D08-702661BB0D1D}" dt="2026-04-12T23:49:11.979" v="1599" actId="403"/>
          <ac:spMkLst>
            <pc:docMk/>
            <pc:sldMk cId="3460804612" sldId="354"/>
            <ac:spMk id="9" creationId="{D94774D8-A3FC-4C4D-5FCF-F35F0C394F5C}"/>
          </ac:spMkLst>
        </pc:spChg>
        <pc:spChg chg="mod">
          <ac:chgData name="Greg Deckler" userId="38fedbb726841d9a" providerId="LiveId" clId="{0CCB27B3-0D03-4E8E-8D08-702661BB0D1D}" dt="2026-04-12T23:49:21.608" v="1608" actId="1036"/>
          <ac:spMkLst>
            <pc:docMk/>
            <pc:sldMk cId="3460804612" sldId="354"/>
            <ac:spMk id="12" creationId="{B879B39E-458B-D2BE-53E4-3564D9BD40C4}"/>
          </ac:spMkLst>
        </pc:spChg>
        <pc:spChg chg="mod">
          <ac:chgData name="Greg Deckler" userId="38fedbb726841d9a" providerId="LiveId" clId="{0CCB27B3-0D03-4E8E-8D08-702661BB0D1D}" dt="2026-04-16T18:12:38.731" v="5667" actId="1076"/>
          <ac:spMkLst>
            <pc:docMk/>
            <pc:sldMk cId="3460804612" sldId="354"/>
            <ac:spMk id="13" creationId="{81515267-9BE8-A876-6471-DE21FD179D87}"/>
          </ac:spMkLst>
        </pc:spChg>
        <pc:spChg chg="mod">
          <ac:chgData name="Greg Deckler" userId="38fedbb726841d9a" providerId="LiveId" clId="{0CCB27B3-0D03-4E8E-8D08-702661BB0D1D}" dt="2026-04-12T23:49:34.784" v="1611" actId="403"/>
          <ac:spMkLst>
            <pc:docMk/>
            <pc:sldMk cId="3460804612" sldId="354"/>
            <ac:spMk id="14" creationId="{C7430D87-5B4F-FF14-2520-36BE3D15F960}"/>
          </ac:spMkLst>
        </pc:spChg>
        <pc:spChg chg="mod">
          <ac:chgData name="Greg Deckler" userId="38fedbb726841d9a" providerId="LiveId" clId="{0CCB27B3-0D03-4E8E-8D08-702661BB0D1D}" dt="2026-04-12T23:49:29.920" v="1609" actId="403"/>
          <ac:spMkLst>
            <pc:docMk/>
            <pc:sldMk cId="3460804612" sldId="354"/>
            <ac:spMk id="16" creationId="{C2181ECA-02C2-8603-DC1F-FEBADC13C794}"/>
          </ac:spMkLst>
        </pc:spChg>
        <pc:spChg chg="mod">
          <ac:chgData name="Greg Deckler" userId="38fedbb726841d9a" providerId="LiveId" clId="{0CCB27B3-0D03-4E8E-8D08-702661BB0D1D}" dt="2026-04-12T23:49:29.920" v="1609" actId="403"/>
          <ac:spMkLst>
            <pc:docMk/>
            <pc:sldMk cId="3460804612" sldId="354"/>
            <ac:spMk id="18" creationId="{5E0F1311-D693-978F-0A2E-2D0E40B9AE1D}"/>
          </ac:spMkLst>
        </pc:spChg>
        <pc:spChg chg="mod">
          <ac:chgData name="Greg Deckler" userId="38fedbb726841d9a" providerId="LiveId" clId="{0CCB27B3-0D03-4E8E-8D08-702661BB0D1D}" dt="2026-04-12T23:49:46.944" v="1619" actId="1035"/>
          <ac:spMkLst>
            <pc:docMk/>
            <pc:sldMk cId="3460804612" sldId="354"/>
            <ac:spMk id="19" creationId="{D2037DC9-A96A-45BC-A537-4E997BBDE21E}"/>
          </ac:spMkLst>
        </pc:spChg>
        <pc:spChg chg="mod">
          <ac:chgData name="Greg Deckler" userId="38fedbb726841d9a" providerId="LiveId" clId="{0CCB27B3-0D03-4E8E-8D08-702661BB0D1D}" dt="2026-04-12T23:49:43.778" v="1615" actId="1035"/>
          <ac:spMkLst>
            <pc:docMk/>
            <pc:sldMk cId="3460804612" sldId="354"/>
            <ac:spMk id="20" creationId="{8576EDC2-3542-895E-1C84-F5851317D2B4}"/>
          </ac:spMkLst>
        </pc:spChg>
        <pc:spChg chg="mod">
          <ac:chgData name="Greg Deckler" userId="38fedbb726841d9a" providerId="LiveId" clId="{0CCB27B3-0D03-4E8E-8D08-702661BB0D1D}" dt="2026-04-12T23:49:51.316" v="1623" actId="1035"/>
          <ac:spMkLst>
            <pc:docMk/>
            <pc:sldMk cId="3460804612" sldId="354"/>
            <ac:spMk id="21" creationId="{3A61D21F-4FF9-7E62-D4AA-51ECF71C4C8A}"/>
          </ac:spMkLst>
        </pc:spChg>
        <pc:spChg chg="mod">
          <ac:chgData name="Greg Deckler" userId="38fedbb726841d9a" providerId="LiveId" clId="{0CCB27B3-0D03-4E8E-8D08-702661BB0D1D}" dt="2026-04-12T23:49:43.778" v="1615" actId="1035"/>
          <ac:spMkLst>
            <pc:docMk/>
            <pc:sldMk cId="3460804612" sldId="354"/>
            <ac:spMk id="22" creationId="{982F1D41-49B6-393C-CB66-9A2EF81DB275}"/>
          </ac:spMkLst>
        </pc:spChg>
        <pc:spChg chg="del">
          <ac:chgData name="Greg Deckler" userId="38fedbb726841d9a" providerId="LiveId" clId="{0CCB27B3-0D03-4E8E-8D08-702661BB0D1D}" dt="2026-04-16T18:12:42.967" v="5668" actId="478"/>
          <ac:spMkLst>
            <pc:docMk/>
            <pc:sldMk cId="3460804612" sldId="354"/>
            <ac:spMk id="23" creationId="{623885FA-1A48-A243-0648-DEEBC0D4A2E8}"/>
          </ac:spMkLst>
        </pc:spChg>
        <pc:spChg chg="del mod">
          <ac:chgData name="Greg Deckler" userId="38fedbb726841d9a" providerId="LiveId" clId="{0CCB27B3-0D03-4E8E-8D08-702661BB0D1D}" dt="2026-04-16T18:12:42.967" v="5668" actId="478"/>
          <ac:spMkLst>
            <pc:docMk/>
            <pc:sldMk cId="3460804612" sldId="354"/>
            <ac:spMk id="24" creationId="{C38648B8-52C9-8CBB-C5FC-109A66667CA6}"/>
          </ac:spMkLst>
        </pc:spChg>
        <pc:spChg chg="add mod">
          <ac:chgData name="Greg Deckler" userId="38fedbb726841d9a" providerId="LiveId" clId="{0CCB27B3-0D03-4E8E-8D08-702661BB0D1D}" dt="2026-04-16T18:12:47.328" v="5676" actId="1036"/>
          <ac:spMkLst>
            <pc:docMk/>
            <pc:sldMk cId="3460804612" sldId="354"/>
            <ac:spMk id="26" creationId="{195FF895-E692-9E69-5CE2-CCF016E48EA0}"/>
          </ac:spMkLst>
        </pc:spChg>
        <pc:spChg chg="add mod">
          <ac:chgData name="Greg Deckler" userId="38fedbb726841d9a" providerId="LiveId" clId="{0CCB27B3-0D03-4E8E-8D08-702661BB0D1D}" dt="2026-04-16T18:12:47.328" v="5676" actId="1036"/>
          <ac:spMkLst>
            <pc:docMk/>
            <pc:sldMk cId="3460804612" sldId="354"/>
            <ac:spMk id="28" creationId="{D098D2EB-1BE5-346E-EEFD-D67AD3971C61}"/>
          </ac:spMkLst>
        </pc:spChg>
      </pc:sldChg>
      <pc:sldChg chg="delSp modSp mod">
        <pc:chgData name="Greg Deckler" userId="38fedbb726841d9a" providerId="LiveId" clId="{0CCB27B3-0D03-4E8E-8D08-702661BB0D1D}" dt="2026-04-14T21:39:32.866" v="4106" actId="20577"/>
        <pc:sldMkLst>
          <pc:docMk/>
          <pc:sldMk cId="2018279405" sldId="355"/>
        </pc:sldMkLst>
        <pc:spChg chg="mod">
          <ac:chgData name="Greg Deckler" userId="38fedbb726841d9a" providerId="LiveId" clId="{0CCB27B3-0D03-4E8E-8D08-702661BB0D1D}" dt="2026-04-12T23:47:16.755" v="1535" actId="14100"/>
          <ac:spMkLst>
            <pc:docMk/>
            <pc:sldMk cId="2018279405" sldId="355"/>
            <ac:spMk id="9" creationId="{9C9D4DDB-F98B-C23D-94B2-3BC6284FF7DE}"/>
          </ac:spMkLst>
        </pc:spChg>
        <pc:spChg chg="mod">
          <ac:chgData name="Greg Deckler" userId="38fedbb726841d9a" providerId="LiveId" clId="{0CCB27B3-0D03-4E8E-8D08-702661BB0D1D}" dt="2026-04-12T23:47:25.704" v="1543" actId="1036"/>
          <ac:spMkLst>
            <pc:docMk/>
            <pc:sldMk cId="2018279405" sldId="355"/>
            <ac:spMk id="12" creationId="{D9144BDB-3C2B-7B3C-09DE-C5D2A4C87F7F}"/>
          </ac:spMkLst>
        </pc:spChg>
        <pc:spChg chg="mod">
          <ac:chgData name="Greg Deckler" userId="38fedbb726841d9a" providerId="LiveId" clId="{0CCB27B3-0D03-4E8E-8D08-702661BB0D1D}" dt="2026-04-12T23:48:27.865" v="1578" actId="403"/>
          <ac:spMkLst>
            <pc:docMk/>
            <pc:sldMk cId="2018279405" sldId="355"/>
            <ac:spMk id="14" creationId="{7D82FDC8-D299-F057-89A9-97BCF60B1F2F}"/>
          </ac:spMkLst>
        </pc:spChg>
        <pc:spChg chg="mod">
          <ac:chgData name="Greg Deckler" userId="38fedbb726841d9a" providerId="LiveId" clId="{0CCB27B3-0D03-4E8E-8D08-702661BB0D1D}" dt="2026-04-12T23:48:18.565" v="1577" actId="403"/>
          <ac:spMkLst>
            <pc:docMk/>
            <pc:sldMk cId="2018279405" sldId="355"/>
            <ac:spMk id="16" creationId="{27337BF2-01BB-DDC3-0B67-CDF371B76AE3}"/>
          </ac:spMkLst>
        </pc:spChg>
        <pc:spChg chg="mod">
          <ac:chgData name="Greg Deckler" userId="38fedbb726841d9a" providerId="LiveId" clId="{0CCB27B3-0D03-4E8E-8D08-702661BB0D1D}" dt="2026-04-14T21:38:38.055" v="4087" actId="1036"/>
          <ac:spMkLst>
            <pc:docMk/>
            <pc:sldMk cId="2018279405" sldId="355"/>
            <ac:spMk id="17" creationId="{3FC4C37D-3506-74C1-7914-A499FE88A0F6}"/>
          </ac:spMkLst>
        </pc:spChg>
        <pc:spChg chg="mod">
          <ac:chgData name="Greg Deckler" userId="38fedbb726841d9a" providerId="LiveId" clId="{0CCB27B3-0D03-4E8E-8D08-702661BB0D1D}" dt="2026-04-14T21:38:13.489" v="4060" actId="1036"/>
          <ac:spMkLst>
            <pc:docMk/>
            <pc:sldMk cId="2018279405" sldId="355"/>
            <ac:spMk id="18" creationId="{F9780AD6-8A03-D53A-9370-8237809B5CA6}"/>
          </ac:spMkLst>
        </pc:spChg>
        <pc:spChg chg="mod">
          <ac:chgData name="Greg Deckler" userId="38fedbb726841d9a" providerId="LiveId" clId="{0CCB27B3-0D03-4E8E-8D08-702661BB0D1D}" dt="2026-04-14T21:38:36.327" v="4085" actId="1036"/>
          <ac:spMkLst>
            <pc:docMk/>
            <pc:sldMk cId="2018279405" sldId="355"/>
            <ac:spMk id="19" creationId="{FEFF3E45-810F-E638-B055-99AC83CA4467}"/>
          </ac:spMkLst>
        </pc:spChg>
        <pc:spChg chg="mod">
          <ac:chgData name="Greg Deckler" userId="38fedbb726841d9a" providerId="LiveId" clId="{0CCB27B3-0D03-4E8E-8D08-702661BB0D1D}" dt="2026-04-14T21:38:18.228" v="4062" actId="1036"/>
          <ac:spMkLst>
            <pc:docMk/>
            <pc:sldMk cId="2018279405" sldId="355"/>
            <ac:spMk id="20" creationId="{36E19476-0883-F919-A118-2D21880A3FDE}"/>
          </ac:spMkLst>
        </pc:spChg>
        <pc:spChg chg="mod">
          <ac:chgData name="Greg Deckler" userId="38fedbb726841d9a" providerId="LiveId" clId="{0CCB27B3-0D03-4E8E-8D08-702661BB0D1D}" dt="2026-04-14T21:38:34.497" v="4081" actId="1036"/>
          <ac:spMkLst>
            <pc:docMk/>
            <pc:sldMk cId="2018279405" sldId="355"/>
            <ac:spMk id="21" creationId="{3850E874-21C5-ABBB-B3D1-835240D00837}"/>
          </ac:spMkLst>
        </pc:spChg>
        <pc:spChg chg="mod">
          <ac:chgData name="Greg Deckler" userId="38fedbb726841d9a" providerId="LiveId" clId="{0CCB27B3-0D03-4E8E-8D08-702661BB0D1D}" dt="2026-04-14T21:38:22.356" v="4064" actId="1036"/>
          <ac:spMkLst>
            <pc:docMk/>
            <pc:sldMk cId="2018279405" sldId="355"/>
            <ac:spMk id="22" creationId="{2CDF2DA6-5E5A-0AF1-3A1D-8F9DF1F437F9}"/>
          </ac:spMkLst>
        </pc:spChg>
        <pc:spChg chg="mod">
          <ac:chgData name="Greg Deckler" userId="38fedbb726841d9a" providerId="LiveId" clId="{0CCB27B3-0D03-4E8E-8D08-702661BB0D1D}" dt="2026-04-14T21:38:32.239" v="4074" actId="1036"/>
          <ac:spMkLst>
            <pc:docMk/>
            <pc:sldMk cId="2018279405" sldId="355"/>
            <ac:spMk id="23" creationId="{BD3C6A50-6446-9FD2-1D4B-CB130EE031EC}"/>
          </ac:spMkLst>
        </pc:spChg>
        <pc:spChg chg="mod">
          <ac:chgData name="Greg Deckler" userId="38fedbb726841d9a" providerId="LiveId" clId="{0CCB27B3-0D03-4E8E-8D08-702661BB0D1D}" dt="2026-04-14T21:38:28.654" v="4066" actId="1036"/>
          <ac:spMkLst>
            <pc:docMk/>
            <pc:sldMk cId="2018279405" sldId="355"/>
            <ac:spMk id="24" creationId="{8F5821CB-B50D-8020-FD24-515AD10A6CA5}"/>
          </ac:spMkLst>
        </pc:spChg>
        <pc:spChg chg="mod">
          <ac:chgData name="Greg Deckler" userId="38fedbb726841d9a" providerId="LiveId" clId="{0CCB27B3-0D03-4E8E-8D08-702661BB0D1D}" dt="2026-04-12T23:48:33.282" v="1580" actId="14100"/>
          <ac:spMkLst>
            <pc:docMk/>
            <pc:sldMk cId="2018279405" sldId="355"/>
            <ac:spMk id="26" creationId="{F3450F00-E835-6712-C2B5-C1F078739377}"/>
          </ac:spMkLst>
        </pc:spChg>
        <pc:spChg chg="mod">
          <ac:chgData name="Greg Deckler" userId="38fedbb726841d9a" providerId="LiveId" clId="{0CCB27B3-0D03-4E8E-8D08-702661BB0D1D}" dt="2026-04-12T23:48:18.565" v="1577" actId="403"/>
          <ac:spMkLst>
            <pc:docMk/>
            <pc:sldMk cId="2018279405" sldId="355"/>
            <ac:spMk id="28" creationId="{9B5147C7-AE7B-CFEC-73C8-E8D76A5D7BBD}"/>
          </ac:spMkLst>
        </pc:spChg>
        <pc:spChg chg="mod">
          <ac:chgData name="Greg Deckler" userId="38fedbb726841d9a" providerId="LiveId" clId="{0CCB27B3-0D03-4E8E-8D08-702661BB0D1D}" dt="2026-04-14T21:39:04.518" v="4100" actId="1036"/>
          <ac:spMkLst>
            <pc:docMk/>
            <pc:sldMk cId="2018279405" sldId="355"/>
            <ac:spMk id="29" creationId="{E4536C1B-2AD5-1147-64DD-C15F2CF0AD6A}"/>
          </ac:spMkLst>
        </pc:spChg>
        <pc:spChg chg="mod">
          <ac:chgData name="Greg Deckler" userId="38fedbb726841d9a" providerId="LiveId" clId="{0CCB27B3-0D03-4E8E-8D08-702661BB0D1D}" dt="2026-04-14T21:38:45.205" v="4088" actId="1036"/>
          <ac:spMkLst>
            <pc:docMk/>
            <pc:sldMk cId="2018279405" sldId="355"/>
            <ac:spMk id="30" creationId="{D29A1F10-CCD3-AF72-F6DA-E4D09577B259}"/>
          </ac:spMkLst>
        </pc:spChg>
        <pc:spChg chg="mod">
          <ac:chgData name="Greg Deckler" userId="38fedbb726841d9a" providerId="LiveId" clId="{0CCB27B3-0D03-4E8E-8D08-702661BB0D1D}" dt="2026-04-14T21:39:02.792" v="4099" actId="1036"/>
          <ac:spMkLst>
            <pc:docMk/>
            <pc:sldMk cId="2018279405" sldId="355"/>
            <ac:spMk id="31" creationId="{2A1B4720-A69A-B92D-0C64-428BE2AA5364}"/>
          </ac:spMkLst>
        </pc:spChg>
        <pc:spChg chg="mod">
          <ac:chgData name="Greg Deckler" userId="38fedbb726841d9a" providerId="LiveId" clId="{0CCB27B3-0D03-4E8E-8D08-702661BB0D1D}" dt="2026-04-14T21:38:49.654" v="4089" actId="1036"/>
          <ac:spMkLst>
            <pc:docMk/>
            <pc:sldMk cId="2018279405" sldId="355"/>
            <ac:spMk id="32" creationId="{B2ED1872-B983-2D5E-1316-530B840F4D28}"/>
          </ac:spMkLst>
        </pc:spChg>
        <pc:spChg chg="mod">
          <ac:chgData name="Greg Deckler" userId="38fedbb726841d9a" providerId="LiveId" clId="{0CCB27B3-0D03-4E8E-8D08-702661BB0D1D}" dt="2026-04-14T21:39:00.953" v="4098" actId="1036"/>
          <ac:spMkLst>
            <pc:docMk/>
            <pc:sldMk cId="2018279405" sldId="355"/>
            <ac:spMk id="33" creationId="{DA773269-7585-B4FF-21C7-FB8C1D9A05EC}"/>
          </ac:spMkLst>
        </pc:spChg>
        <pc:spChg chg="mod">
          <ac:chgData name="Greg Deckler" userId="38fedbb726841d9a" providerId="LiveId" clId="{0CCB27B3-0D03-4E8E-8D08-702661BB0D1D}" dt="2026-04-14T21:38:52.815" v="4090" actId="1036"/>
          <ac:spMkLst>
            <pc:docMk/>
            <pc:sldMk cId="2018279405" sldId="355"/>
            <ac:spMk id="34" creationId="{4DAA7ED2-8A81-11CB-DF28-418072BC9BB4}"/>
          </ac:spMkLst>
        </pc:spChg>
        <pc:spChg chg="mod">
          <ac:chgData name="Greg Deckler" userId="38fedbb726841d9a" providerId="LiveId" clId="{0CCB27B3-0D03-4E8E-8D08-702661BB0D1D}" dt="2026-04-14T21:38:59.213" v="4095" actId="1036"/>
          <ac:spMkLst>
            <pc:docMk/>
            <pc:sldMk cId="2018279405" sldId="355"/>
            <ac:spMk id="35" creationId="{CF62FFCD-8380-3885-A9F5-121E00124346}"/>
          </ac:spMkLst>
        </pc:spChg>
        <pc:spChg chg="mod">
          <ac:chgData name="Greg Deckler" userId="38fedbb726841d9a" providerId="LiveId" clId="{0CCB27B3-0D03-4E8E-8D08-702661BB0D1D}" dt="2026-04-14T21:38:56.095" v="4091" actId="1036"/>
          <ac:spMkLst>
            <pc:docMk/>
            <pc:sldMk cId="2018279405" sldId="355"/>
            <ac:spMk id="36" creationId="{51ABCBEA-E052-377E-D6C0-50E6C1C5729F}"/>
          </ac:spMkLst>
        </pc:spChg>
        <pc:spChg chg="mod">
          <ac:chgData name="Greg Deckler" userId="38fedbb726841d9a" providerId="LiveId" clId="{0CCB27B3-0D03-4E8E-8D08-702661BB0D1D}" dt="2026-04-14T21:39:24.689" v="4103" actId="14100"/>
          <ac:spMkLst>
            <pc:docMk/>
            <pc:sldMk cId="2018279405" sldId="355"/>
            <ac:spMk id="37" creationId="{6A5DF5DC-92C3-4ECD-514C-4890A0375407}"/>
          </ac:spMkLst>
        </pc:spChg>
        <pc:spChg chg="mod">
          <ac:chgData name="Greg Deckler" userId="38fedbb726841d9a" providerId="LiveId" clId="{0CCB27B3-0D03-4E8E-8D08-702661BB0D1D}" dt="2026-04-14T21:39:32.866" v="4106" actId="20577"/>
          <ac:spMkLst>
            <pc:docMk/>
            <pc:sldMk cId="2018279405" sldId="355"/>
            <ac:spMk id="38" creationId="{8421E15B-CA04-0E6B-C715-83463A347CD9}"/>
          </ac:spMkLst>
        </pc:spChg>
      </pc:sldChg>
      <pc:sldChg chg="modSp mod">
        <pc:chgData name="Greg Deckler" userId="38fedbb726841d9a" providerId="LiveId" clId="{0CCB27B3-0D03-4E8E-8D08-702661BB0D1D}" dt="2026-04-14T14:28:59.448" v="1915" actId="6549"/>
        <pc:sldMkLst>
          <pc:docMk/>
          <pc:sldMk cId="3598150348" sldId="356"/>
        </pc:sldMkLst>
        <pc:spChg chg="mod">
          <ac:chgData name="Greg Deckler" userId="38fedbb726841d9a" providerId="LiveId" clId="{0CCB27B3-0D03-4E8E-8D08-702661BB0D1D}" dt="2026-04-12T23:46:57.475" v="1524" actId="14100"/>
          <ac:spMkLst>
            <pc:docMk/>
            <pc:sldMk cId="3598150348" sldId="356"/>
            <ac:spMk id="9" creationId="{3FB7D7D6-04A2-ED85-B914-BB2163216253}"/>
          </ac:spMkLst>
        </pc:spChg>
        <pc:spChg chg="mod">
          <ac:chgData name="Greg Deckler" userId="38fedbb726841d9a" providerId="LiveId" clId="{0CCB27B3-0D03-4E8E-8D08-702661BB0D1D}" dt="2026-04-12T23:47:06.390" v="1532" actId="1036"/>
          <ac:spMkLst>
            <pc:docMk/>
            <pc:sldMk cId="3598150348" sldId="356"/>
            <ac:spMk id="12" creationId="{899B2EF8-67D9-6E2E-85BA-83EBA3B9E183}"/>
          </ac:spMkLst>
        </pc:spChg>
        <pc:spChg chg="mod">
          <ac:chgData name="Greg Deckler" userId="38fedbb726841d9a" providerId="LiveId" clId="{0CCB27B3-0D03-4E8E-8D08-702661BB0D1D}" dt="2026-04-14T14:28:59.448" v="1915" actId="6549"/>
          <ac:spMkLst>
            <pc:docMk/>
            <pc:sldMk cId="3598150348" sldId="356"/>
            <ac:spMk id="49" creationId="{0675C8B8-EA00-0C79-96D7-917379955649}"/>
          </ac:spMkLst>
        </pc:spChg>
      </pc:sldChg>
      <pc:sldChg chg="addSp delSp modSp mod">
        <pc:chgData name="Greg Deckler" userId="38fedbb726841d9a" providerId="LiveId" clId="{0CCB27B3-0D03-4E8E-8D08-702661BB0D1D}" dt="2026-04-16T14:05:16.790" v="5598" actId="403"/>
        <pc:sldMkLst>
          <pc:docMk/>
          <pc:sldMk cId="3497426406" sldId="357"/>
        </pc:sldMkLst>
        <pc:spChg chg="mod">
          <ac:chgData name="Greg Deckler" userId="38fedbb726841d9a" providerId="LiveId" clId="{0CCB27B3-0D03-4E8E-8D08-702661BB0D1D}" dt="2026-04-12T23:46:23.754" v="1518" actId="1035"/>
          <ac:spMkLst>
            <pc:docMk/>
            <pc:sldMk cId="3497426406" sldId="357"/>
            <ac:spMk id="9" creationId="{817CEFD4-11B5-5A67-9013-E493CD441252}"/>
          </ac:spMkLst>
        </pc:spChg>
        <pc:spChg chg="mod">
          <ac:chgData name="Greg Deckler" userId="38fedbb726841d9a" providerId="LiveId" clId="{0CCB27B3-0D03-4E8E-8D08-702661BB0D1D}" dt="2026-04-12T23:46:21.226" v="1514" actId="14100"/>
          <ac:spMkLst>
            <pc:docMk/>
            <pc:sldMk cId="3497426406" sldId="357"/>
            <ac:spMk id="12" creationId="{92A159C0-A5AD-3A17-9450-8550297D3068}"/>
          </ac:spMkLst>
        </pc:spChg>
        <pc:spChg chg="mod">
          <ac:chgData name="Greg Deckler" userId="38fedbb726841d9a" providerId="LiveId" clId="{0CCB27B3-0D03-4E8E-8D08-702661BB0D1D}" dt="2026-04-15T18:17:57.519" v="5185" actId="1035"/>
          <ac:spMkLst>
            <pc:docMk/>
            <pc:sldMk cId="3497426406" sldId="357"/>
            <ac:spMk id="14" creationId="{A2435C0C-2302-FC8F-BDC1-A72D51190816}"/>
          </ac:spMkLst>
        </pc:spChg>
        <pc:spChg chg="mod">
          <ac:chgData name="Greg Deckler" userId="38fedbb726841d9a" providerId="LiveId" clId="{0CCB27B3-0D03-4E8E-8D08-702661BB0D1D}" dt="2026-04-15T18:17:57.519" v="5185" actId="1035"/>
          <ac:spMkLst>
            <pc:docMk/>
            <pc:sldMk cId="3497426406" sldId="357"/>
            <ac:spMk id="15" creationId="{D83DDAED-8ED8-80BD-E5DF-C67A9FA7067C}"/>
          </ac:spMkLst>
        </pc:spChg>
        <pc:spChg chg="mod">
          <ac:chgData name="Greg Deckler" userId="38fedbb726841d9a" providerId="LiveId" clId="{0CCB27B3-0D03-4E8E-8D08-702661BB0D1D}" dt="2026-04-15T18:17:57.519" v="5185" actId="1035"/>
          <ac:spMkLst>
            <pc:docMk/>
            <pc:sldMk cId="3497426406" sldId="357"/>
            <ac:spMk id="16" creationId="{3C99FF4A-59AF-0FE8-2A15-4B3426F65CE0}"/>
          </ac:spMkLst>
        </pc:spChg>
        <pc:spChg chg="mod">
          <ac:chgData name="Greg Deckler" userId="38fedbb726841d9a" providerId="LiveId" clId="{0CCB27B3-0D03-4E8E-8D08-702661BB0D1D}" dt="2026-04-15T18:17:57.519" v="5185" actId="1035"/>
          <ac:spMkLst>
            <pc:docMk/>
            <pc:sldMk cId="3497426406" sldId="357"/>
            <ac:spMk id="17" creationId="{7B8D279A-4FF6-DF8D-233D-F85C3E5B6A12}"/>
          </ac:spMkLst>
        </pc:spChg>
        <pc:spChg chg="mod">
          <ac:chgData name="Greg Deckler" userId="38fedbb726841d9a" providerId="LiveId" clId="{0CCB27B3-0D03-4E8E-8D08-702661BB0D1D}" dt="2026-04-15T18:17:57.519" v="5185" actId="1035"/>
          <ac:spMkLst>
            <pc:docMk/>
            <pc:sldMk cId="3497426406" sldId="357"/>
            <ac:spMk id="18" creationId="{46ACE267-CD73-0DA3-43F9-18B1296AC93F}"/>
          </ac:spMkLst>
        </pc:spChg>
        <pc:spChg chg="mod">
          <ac:chgData name="Greg Deckler" userId="38fedbb726841d9a" providerId="LiveId" clId="{0CCB27B3-0D03-4E8E-8D08-702661BB0D1D}" dt="2026-04-15T18:17:57.519" v="5185" actId="1035"/>
          <ac:spMkLst>
            <pc:docMk/>
            <pc:sldMk cId="3497426406" sldId="357"/>
            <ac:spMk id="20" creationId="{7CEF0339-A7E5-C3ED-BB06-3B69373FB5C8}"/>
          </ac:spMkLst>
        </pc:spChg>
        <pc:spChg chg="mod">
          <ac:chgData name="Greg Deckler" userId="38fedbb726841d9a" providerId="LiveId" clId="{0CCB27B3-0D03-4E8E-8D08-702661BB0D1D}" dt="2026-04-15T18:17:57.519" v="5185" actId="1035"/>
          <ac:spMkLst>
            <pc:docMk/>
            <pc:sldMk cId="3497426406" sldId="357"/>
            <ac:spMk id="21" creationId="{9B9FAA81-D82E-5F2E-5D9A-F82BAB6CFC7E}"/>
          </ac:spMkLst>
        </pc:spChg>
        <pc:spChg chg="mod">
          <ac:chgData name="Greg Deckler" userId="38fedbb726841d9a" providerId="LiveId" clId="{0CCB27B3-0D03-4E8E-8D08-702661BB0D1D}" dt="2026-04-15T18:17:57.519" v="5185" actId="1035"/>
          <ac:spMkLst>
            <pc:docMk/>
            <pc:sldMk cId="3497426406" sldId="357"/>
            <ac:spMk id="22" creationId="{9F86A517-7A60-6BB3-6AD2-63748E593AD2}"/>
          </ac:spMkLst>
        </pc:spChg>
        <pc:spChg chg="mod">
          <ac:chgData name="Greg Deckler" userId="38fedbb726841d9a" providerId="LiveId" clId="{0CCB27B3-0D03-4E8E-8D08-702661BB0D1D}" dt="2026-04-15T18:17:57.519" v="5185" actId="1035"/>
          <ac:spMkLst>
            <pc:docMk/>
            <pc:sldMk cId="3497426406" sldId="357"/>
            <ac:spMk id="23" creationId="{F4BFE19B-83CB-6990-4DDA-B1520388D98A}"/>
          </ac:spMkLst>
        </pc:spChg>
        <pc:spChg chg="mod">
          <ac:chgData name="Greg Deckler" userId="38fedbb726841d9a" providerId="LiveId" clId="{0CCB27B3-0D03-4E8E-8D08-702661BB0D1D}" dt="2026-04-15T18:17:57.519" v="5185" actId="1035"/>
          <ac:spMkLst>
            <pc:docMk/>
            <pc:sldMk cId="3497426406" sldId="357"/>
            <ac:spMk id="24" creationId="{525A7E4A-AF8A-FEEB-4FC0-682F8820D5F4}"/>
          </ac:spMkLst>
        </pc:spChg>
        <pc:spChg chg="mod">
          <ac:chgData name="Greg Deckler" userId="38fedbb726841d9a" providerId="LiveId" clId="{0CCB27B3-0D03-4E8E-8D08-702661BB0D1D}" dt="2026-04-12T23:46:36.392" v="1519" actId="14100"/>
          <ac:spMkLst>
            <pc:docMk/>
            <pc:sldMk cId="3497426406" sldId="357"/>
            <ac:spMk id="26" creationId="{F6FCEE65-7353-F427-0F75-0E2AB781780B}"/>
          </ac:spMkLst>
        </pc:spChg>
        <pc:spChg chg="add mod">
          <ac:chgData name="Greg Deckler" userId="38fedbb726841d9a" providerId="LiveId" clId="{0CCB27B3-0D03-4E8E-8D08-702661BB0D1D}" dt="2026-04-16T14:03:11.615" v="5589" actId="207"/>
          <ac:spMkLst>
            <pc:docMk/>
            <pc:sldMk cId="3497426406" sldId="357"/>
            <ac:spMk id="38" creationId="{B4D81CA2-7F21-5581-A9D2-DE677275840C}"/>
          </ac:spMkLst>
        </pc:spChg>
        <pc:spChg chg="add mod">
          <ac:chgData name="Greg Deckler" userId="38fedbb726841d9a" providerId="LiveId" clId="{0CCB27B3-0D03-4E8E-8D08-702661BB0D1D}" dt="2026-04-16T14:05:16.790" v="5598" actId="403"/>
          <ac:spMkLst>
            <pc:docMk/>
            <pc:sldMk cId="3497426406" sldId="357"/>
            <ac:spMk id="40" creationId="{FDC99368-75BD-7CCD-9BD1-9CC6DC7EDCE3}"/>
          </ac:spMkLst>
        </pc:spChg>
      </pc:sldChg>
      <pc:sldChg chg="delSp modSp mod">
        <pc:chgData name="Greg Deckler" userId="38fedbb726841d9a" providerId="LiveId" clId="{0CCB27B3-0D03-4E8E-8D08-702661BB0D1D}" dt="2026-04-14T14:28:55.547" v="1913" actId="478"/>
        <pc:sldMkLst>
          <pc:docMk/>
          <pc:sldMk cId="1047475816" sldId="358"/>
        </pc:sldMkLst>
        <pc:spChg chg="mod">
          <ac:chgData name="Greg Deckler" userId="38fedbb726841d9a" providerId="LiveId" clId="{0CCB27B3-0D03-4E8E-8D08-702661BB0D1D}" dt="2026-04-12T23:45:48.179" v="1495" actId="14100"/>
          <ac:spMkLst>
            <pc:docMk/>
            <pc:sldMk cId="1047475816" sldId="358"/>
            <ac:spMk id="38" creationId="{91E4B347-8DB6-AEE3-F1E9-5787EF2D955A}"/>
          </ac:spMkLst>
        </pc:spChg>
        <pc:spChg chg="mod">
          <ac:chgData name="Greg Deckler" userId="38fedbb726841d9a" providerId="LiveId" clId="{0CCB27B3-0D03-4E8E-8D08-702661BB0D1D}" dt="2026-04-12T23:45:57.631" v="1504" actId="1036"/>
          <ac:spMkLst>
            <pc:docMk/>
            <pc:sldMk cId="1047475816" sldId="358"/>
            <ac:spMk id="39" creationId="{13E86A06-A3AA-954F-3BC1-5A30EA71E569}"/>
          </ac:spMkLst>
        </pc:spChg>
        <pc:spChg chg="mod">
          <ac:chgData name="Greg Deckler" userId="38fedbb726841d9a" providerId="LiveId" clId="{0CCB27B3-0D03-4E8E-8D08-702661BB0D1D}" dt="2026-04-12T23:45:12.912" v="1473" actId="14100"/>
          <ac:spMkLst>
            <pc:docMk/>
            <pc:sldMk cId="1047475816" sldId="358"/>
            <ac:spMk id="42" creationId="{243C853F-B938-200E-D3C5-E0F413D2C093}"/>
          </ac:spMkLst>
        </pc:spChg>
        <pc:spChg chg="mod">
          <ac:chgData name="Greg Deckler" userId="38fedbb726841d9a" providerId="LiveId" clId="{0CCB27B3-0D03-4E8E-8D08-702661BB0D1D}" dt="2026-04-12T23:44:58.379" v="1469" actId="403"/>
          <ac:spMkLst>
            <pc:docMk/>
            <pc:sldMk cId="1047475816" sldId="358"/>
            <ac:spMk id="43" creationId="{3DE67055-920A-E4EA-7092-B975195F3A18}"/>
          </ac:spMkLst>
        </pc:spChg>
        <pc:spChg chg="mod">
          <ac:chgData name="Greg Deckler" userId="38fedbb726841d9a" providerId="LiveId" clId="{0CCB27B3-0D03-4E8E-8D08-702661BB0D1D}" dt="2026-04-12T23:45:19.936" v="1475" actId="14100"/>
          <ac:spMkLst>
            <pc:docMk/>
            <pc:sldMk cId="1047475816" sldId="358"/>
            <ac:spMk id="44" creationId="{0EE14B58-C9C5-78C4-C3FC-1B6F417657DD}"/>
          </ac:spMkLst>
        </pc:spChg>
        <pc:spChg chg="mod">
          <ac:chgData name="Greg Deckler" userId="38fedbb726841d9a" providerId="LiveId" clId="{0CCB27B3-0D03-4E8E-8D08-702661BB0D1D}" dt="2026-04-12T23:45:06.685" v="1471" actId="403"/>
          <ac:spMkLst>
            <pc:docMk/>
            <pc:sldMk cId="1047475816" sldId="358"/>
            <ac:spMk id="45" creationId="{54F0C5F4-AEC7-5FE5-7A50-1DC9636A2D57}"/>
          </ac:spMkLst>
        </pc:spChg>
        <pc:spChg chg="mod">
          <ac:chgData name="Greg Deckler" userId="38fedbb726841d9a" providerId="LiveId" clId="{0CCB27B3-0D03-4E8E-8D08-702661BB0D1D}" dt="2026-04-12T23:45:39.622" v="1492" actId="1036"/>
          <ac:spMkLst>
            <pc:docMk/>
            <pc:sldMk cId="1047475816" sldId="358"/>
            <ac:spMk id="50" creationId="{E8107334-8961-C3C0-BF2C-4F4252C6C917}"/>
          </ac:spMkLst>
        </pc:spChg>
        <pc:spChg chg="mod">
          <ac:chgData name="Greg Deckler" userId="38fedbb726841d9a" providerId="LiveId" clId="{0CCB27B3-0D03-4E8E-8D08-702661BB0D1D}" dt="2026-04-12T23:45:34.867" v="1486" actId="1036"/>
          <ac:spMkLst>
            <pc:docMk/>
            <pc:sldMk cId="1047475816" sldId="358"/>
            <ac:spMk id="51" creationId="{152A3B2F-E00F-0619-0650-93DF0CD5A7B1}"/>
          </ac:spMkLst>
        </pc:spChg>
        <pc:spChg chg="mod">
          <ac:chgData name="Greg Deckler" userId="38fedbb726841d9a" providerId="LiveId" clId="{0CCB27B3-0D03-4E8E-8D08-702661BB0D1D}" dt="2026-04-12T23:45:37.802" v="1489" actId="1036"/>
          <ac:spMkLst>
            <pc:docMk/>
            <pc:sldMk cId="1047475816" sldId="358"/>
            <ac:spMk id="52" creationId="{86477EB7-3436-39F3-3F45-8E3F597D3FE4}"/>
          </ac:spMkLst>
        </pc:spChg>
        <pc:spChg chg="mod">
          <ac:chgData name="Greg Deckler" userId="38fedbb726841d9a" providerId="LiveId" clId="{0CCB27B3-0D03-4E8E-8D08-702661BB0D1D}" dt="2026-04-12T23:45:32.482" v="1484" actId="1036"/>
          <ac:spMkLst>
            <pc:docMk/>
            <pc:sldMk cId="1047475816" sldId="358"/>
            <ac:spMk id="53" creationId="{0033DDB6-7D9F-9D43-6CEE-BE5C01C82ACA}"/>
          </ac:spMkLst>
        </pc:spChg>
        <pc:spChg chg="mod">
          <ac:chgData name="Greg Deckler" userId="38fedbb726841d9a" providerId="LiveId" clId="{0CCB27B3-0D03-4E8E-8D08-702661BB0D1D}" dt="2026-04-12T23:45:27.829" v="1481" actId="1036"/>
          <ac:spMkLst>
            <pc:docMk/>
            <pc:sldMk cId="1047475816" sldId="358"/>
            <ac:spMk id="60" creationId="{6D4F35E7-7CA2-19C6-499D-6D378B77B20F}"/>
          </ac:spMkLst>
        </pc:spChg>
        <pc:spChg chg="mod">
          <ac:chgData name="Greg Deckler" userId="38fedbb726841d9a" providerId="LiveId" clId="{0CCB27B3-0D03-4E8E-8D08-702661BB0D1D}" dt="2026-04-12T23:45:25.377" v="1478" actId="1036"/>
          <ac:spMkLst>
            <pc:docMk/>
            <pc:sldMk cId="1047475816" sldId="358"/>
            <ac:spMk id="61" creationId="{38F2132B-EB47-5895-2B79-63884B22F6BE}"/>
          </ac:spMkLst>
        </pc:spChg>
      </pc:sldChg>
      <pc:sldChg chg="addSp delSp modSp mod">
        <pc:chgData name="Greg Deckler" userId="38fedbb726841d9a" providerId="LiveId" clId="{0CCB27B3-0D03-4E8E-8D08-702661BB0D1D}" dt="2026-04-16T18:12:31.511" v="5665" actId="1035"/>
        <pc:sldMkLst>
          <pc:docMk/>
          <pc:sldMk cId="807777017" sldId="359"/>
        </pc:sldMkLst>
        <pc:spChg chg="mod">
          <ac:chgData name="Greg Deckler" userId="38fedbb726841d9a" providerId="LiveId" clId="{0CCB27B3-0D03-4E8E-8D08-702661BB0D1D}" dt="2026-04-14T21:37:27.021" v="4058" actId="14100"/>
          <ac:spMkLst>
            <pc:docMk/>
            <pc:sldMk cId="807777017" sldId="359"/>
            <ac:spMk id="9" creationId="{8D83767D-54DC-F512-DB7E-EB51A2EC6C08}"/>
          </ac:spMkLst>
        </pc:spChg>
        <pc:spChg chg="mod">
          <ac:chgData name="Greg Deckler" userId="38fedbb726841d9a" providerId="LiveId" clId="{0CCB27B3-0D03-4E8E-8D08-702661BB0D1D}" dt="2026-04-14T21:37:22.793" v="4055" actId="14100"/>
          <ac:spMkLst>
            <pc:docMk/>
            <pc:sldMk cId="807777017" sldId="359"/>
            <ac:spMk id="12" creationId="{889F8F38-246C-F9FD-7C9F-0972361A3FB7}"/>
          </ac:spMkLst>
        </pc:spChg>
        <pc:spChg chg="mod">
          <ac:chgData name="Greg Deckler" userId="38fedbb726841d9a" providerId="LiveId" clId="{0CCB27B3-0D03-4E8E-8D08-702661BB0D1D}" dt="2026-04-14T21:54:26.596" v="4161" actId="1037"/>
          <ac:spMkLst>
            <pc:docMk/>
            <pc:sldMk cId="807777017" sldId="359"/>
            <ac:spMk id="30" creationId="{0D785D5F-42A1-B3C1-25DD-5E87C52040B2}"/>
          </ac:spMkLst>
        </pc:spChg>
        <pc:spChg chg="mod">
          <ac:chgData name="Greg Deckler" userId="38fedbb726841d9a" providerId="LiveId" clId="{0CCB27B3-0D03-4E8E-8D08-702661BB0D1D}" dt="2026-04-14T21:55:55.076" v="4189" actId="14100"/>
          <ac:spMkLst>
            <pc:docMk/>
            <pc:sldMk cId="807777017" sldId="359"/>
            <ac:spMk id="31" creationId="{2C93A9ED-C0A9-D3A0-799E-79E3563463D8}"/>
          </ac:spMkLst>
        </pc:spChg>
        <pc:spChg chg="mod">
          <ac:chgData name="Greg Deckler" userId="38fedbb726841d9a" providerId="LiveId" clId="{0CCB27B3-0D03-4E8E-8D08-702661BB0D1D}" dt="2026-04-14T21:54:35.840" v="4170" actId="14100"/>
          <ac:spMkLst>
            <pc:docMk/>
            <pc:sldMk cId="807777017" sldId="359"/>
            <ac:spMk id="32" creationId="{F904F09F-CB55-3D7F-40D9-FE00FB342251}"/>
          </ac:spMkLst>
        </pc:spChg>
        <pc:spChg chg="mod">
          <ac:chgData name="Greg Deckler" userId="38fedbb726841d9a" providerId="LiveId" clId="{0CCB27B3-0D03-4E8E-8D08-702661BB0D1D}" dt="2026-04-15T19:35:30.055" v="5245" actId="1036"/>
          <ac:spMkLst>
            <pc:docMk/>
            <pc:sldMk cId="807777017" sldId="359"/>
            <ac:spMk id="33" creationId="{89A3EC31-94BF-ACF3-FCBB-EDACB6DD3998}"/>
          </ac:spMkLst>
        </pc:spChg>
        <pc:spChg chg="mod">
          <ac:chgData name="Greg Deckler" userId="38fedbb726841d9a" providerId="LiveId" clId="{0CCB27B3-0D03-4E8E-8D08-702661BB0D1D}" dt="2026-04-15T19:35:30.055" v="5245" actId="1036"/>
          <ac:spMkLst>
            <pc:docMk/>
            <pc:sldMk cId="807777017" sldId="359"/>
            <ac:spMk id="34" creationId="{3ED680B5-8B62-2658-2A48-6F777629B258}"/>
          </ac:spMkLst>
        </pc:spChg>
        <pc:spChg chg="mod">
          <ac:chgData name="Greg Deckler" userId="38fedbb726841d9a" providerId="LiveId" clId="{0CCB27B3-0D03-4E8E-8D08-702661BB0D1D}" dt="2026-04-15T19:35:30.055" v="5245" actId="1036"/>
          <ac:spMkLst>
            <pc:docMk/>
            <pc:sldMk cId="807777017" sldId="359"/>
            <ac:spMk id="35" creationId="{92AB7BF0-1DA6-5E50-E6E7-D3D1C39E22A8}"/>
          </ac:spMkLst>
        </pc:spChg>
        <pc:spChg chg="mod">
          <ac:chgData name="Greg Deckler" userId="38fedbb726841d9a" providerId="LiveId" clId="{0CCB27B3-0D03-4E8E-8D08-702661BB0D1D}" dt="2026-04-14T21:54:30.386" v="4169" actId="1038"/>
          <ac:spMkLst>
            <pc:docMk/>
            <pc:sldMk cId="807777017" sldId="359"/>
            <ac:spMk id="36" creationId="{905E6B9E-BB9F-FCCB-0DD8-2D07482765C4}"/>
          </ac:spMkLst>
        </pc:spChg>
        <pc:spChg chg="mod">
          <ac:chgData name="Greg Deckler" userId="38fedbb726841d9a" providerId="LiveId" clId="{0CCB27B3-0D03-4E8E-8D08-702661BB0D1D}" dt="2026-04-15T19:35:30.055" v="5245" actId="1036"/>
          <ac:spMkLst>
            <pc:docMk/>
            <pc:sldMk cId="807777017" sldId="359"/>
            <ac:spMk id="37" creationId="{BF201D9D-F2CD-34EA-E55B-15E09C3E4164}"/>
          </ac:spMkLst>
        </pc:spChg>
        <pc:spChg chg="mod">
          <ac:chgData name="Greg Deckler" userId="38fedbb726841d9a" providerId="LiveId" clId="{0CCB27B3-0D03-4E8E-8D08-702661BB0D1D}" dt="2026-04-14T21:56:17.470" v="4223" actId="20577"/>
          <ac:spMkLst>
            <pc:docMk/>
            <pc:sldMk cId="807777017" sldId="359"/>
            <ac:spMk id="38" creationId="{29B5D121-2ACB-D6B7-E7DF-6F0ABD38685D}"/>
          </ac:spMkLst>
        </pc:spChg>
        <pc:spChg chg="mod">
          <ac:chgData name="Greg Deckler" userId="38fedbb726841d9a" providerId="LiveId" clId="{0CCB27B3-0D03-4E8E-8D08-702661BB0D1D}" dt="2026-04-15T19:35:30.055" v="5245" actId="1036"/>
          <ac:spMkLst>
            <pc:docMk/>
            <pc:sldMk cId="807777017" sldId="359"/>
            <ac:spMk id="39" creationId="{3C84DD44-72DE-EE09-E862-C49C1F8B602D}"/>
          </ac:spMkLst>
        </pc:spChg>
        <pc:spChg chg="mod">
          <ac:chgData name="Greg Deckler" userId="38fedbb726841d9a" providerId="LiveId" clId="{0CCB27B3-0D03-4E8E-8D08-702661BB0D1D}" dt="2026-04-14T21:55:15.607" v="4178" actId="14100"/>
          <ac:spMkLst>
            <pc:docMk/>
            <pc:sldMk cId="807777017" sldId="359"/>
            <ac:spMk id="40" creationId="{7B85BD39-D8A0-C3BB-082F-98AC7D44E3C8}"/>
          </ac:spMkLst>
        </pc:spChg>
        <pc:spChg chg="mod">
          <ac:chgData name="Greg Deckler" userId="38fedbb726841d9a" providerId="LiveId" clId="{0CCB27B3-0D03-4E8E-8D08-702661BB0D1D}" dt="2026-04-15T19:35:30.055" v="5245" actId="1036"/>
          <ac:spMkLst>
            <pc:docMk/>
            <pc:sldMk cId="807777017" sldId="359"/>
            <ac:spMk id="41" creationId="{351BD6C2-F7D3-64A3-743B-66EA21029DED}"/>
          </ac:spMkLst>
        </pc:spChg>
        <pc:spChg chg="mod">
          <ac:chgData name="Greg Deckler" userId="38fedbb726841d9a" providerId="LiveId" clId="{0CCB27B3-0D03-4E8E-8D08-702661BB0D1D}" dt="2026-04-15T19:36:04.310" v="5284" actId="20577"/>
          <ac:spMkLst>
            <pc:docMk/>
            <pc:sldMk cId="807777017" sldId="359"/>
            <ac:spMk id="42" creationId="{B9787653-C450-6D31-EA25-FD18F71BC7AF}"/>
          </ac:spMkLst>
        </pc:spChg>
        <pc:spChg chg="mod">
          <ac:chgData name="Greg Deckler" userId="38fedbb726841d9a" providerId="LiveId" clId="{0CCB27B3-0D03-4E8E-8D08-702661BB0D1D}" dt="2026-04-15T19:35:30.055" v="5245" actId="1036"/>
          <ac:spMkLst>
            <pc:docMk/>
            <pc:sldMk cId="807777017" sldId="359"/>
            <ac:spMk id="43" creationId="{0E1C0B8F-A11D-F670-917F-817196CBA7EB}"/>
          </ac:spMkLst>
        </pc:spChg>
        <pc:spChg chg="mod">
          <ac:chgData name="Greg Deckler" userId="38fedbb726841d9a" providerId="LiveId" clId="{0CCB27B3-0D03-4E8E-8D08-702661BB0D1D}" dt="2026-04-14T21:56:39.205" v="4257" actId="20577"/>
          <ac:spMkLst>
            <pc:docMk/>
            <pc:sldMk cId="807777017" sldId="359"/>
            <ac:spMk id="44" creationId="{9A7124C2-24FF-6C08-674F-43FC148A8993}"/>
          </ac:spMkLst>
        </pc:spChg>
        <pc:spChg chg="mod">
          <ac:chgData name="Greg Deckler" userId="38fedbb726841d9a" providerId="LiveId" clId="{0CCB27B3-0D03-4E8E-8D08-702661BB0D1D}" dt="2026-04-15T19:35:30.055" v="5245" actId="1036"/>
          <ac:spMkLst>
            <pc:docMk/>
            <pc:sldMk cId="807777017" sldId="359"/>
            <ac:spMk id="45" creationId="{894801B9-8C7E-04CD-FD8B-33B301122823}"/>
          </ac:spMkLst>
        </pc:spChg>
        <pc:spChg chg="mod">
          <ac:chgData name="Greg Deckler" userId="38fedbb726841d9a" providerId="LiveId" clId="{0CCB27B3-0D03-4E8E-8D08-702661BB0D1D}" dt="2026-04-14T21:55:51.599" v="4188" actId="1035"/>
          <ac:spMkLst>
            <pc:docMk/>
            <pc:sldMk cId="807777017" sldId="359"/>
            <ac:spMk id="46" creationId="{A9348CFD-F1A1-812B-9714-D3959B0A49FD}"/>
          </ac:spMkLst>
        </pc:spChg>
        <pc:spChg chg="mod">
          <ac:chgData name="Greg Deckler" userId="38fedbb726841d9a" providerId="LiveId" clId="{0CCB27B3-0D03-4E8E-8D08-702661BB0D1D}" dt="2026-04-14T21:56:52.680" v="4276" actId="14100"/>
          <ac:spMkLst>
            <pc:docMk/>
            <pc:sldMk cId="807777017" sldId="359"/>
            <ac:spMk id="47" creationId="{51832804-4E10-0526-A460-C919AA240CC8}"/>
          </ac:spMkLst>
        </pc:spChg>
        <pc:spChg chg="mod">
          <ac:chgData name="Greg Deckler" userId="38fedbb726841d9a" providerId="LiveId" clId="{0CCB27B3-0D03-4E8E-8D08-702661BB0D1D}" dt="2026-04-15T19:37:26.190" v="5330" actId="20577"/>
          <ac:spMkLst>
            <pc:docMk/>
            <pc:sldMk cId="807777017" sldId="359"/>
            <ac:spMk id="48" creationId="{43E54BCA-D693-846A-E8FC-12463161BCAB}"/>
          </ac:spMkLst>
        </pc:spChg>
        <pc:spChg chg="mod">
          <ac:chgData name="Greg Deckler" userId="38fedbb726841d9a" providerId="LiveId" clId="{0CCB27B3-0D03-4E8E-8D08-702661BB0D1D}" dt="2026-04-14T21:55:40.658" v="4183" actId="14100"/>
          <ac:spMkLst>
            <pc:docMk/>
            <pc:sldMk cId="807777017" sldId="359"/>
            <ac:spMk id="49" creationId="{6BFBB831-C092-FCBE-EBFB-1E5ED283A893}"/>
          </ac:spMkLst>
        </pc:spChg>
        <pc:spChg chg="mod">
          <ac:chgData name="Greg Deckler" userId="38fedbb726841d9a" providerId="LiveId" clId="{0CCB27B3-0D03-4E8E-8D08-702661BB0D1D}" dt="2026-04-15T19:35:30.055" v="5245" actId="1036"/>
          <ac:spMkLst>
            <pc:docMk/>
            <pc:sldMk cId="807777017" sldId="359"/>
            <ac:spMk id="50" creationId="{EDD14401-CE68-66FB-4492-E2BF2CF6CCC3}"/>
          </ac:spMkLst>
        </pc:spChg>
        <pc:spChg chg="mod">
          <ac:chgData name="Greg Deckler" userId="38fedbb726841d9a" providerId="LiveId" clId="{0CCB27B3-0D03-4E8E-8D08-702661BB0D1D}" dt="2026-04-15T19:38:24.610" v="5341" actId="1076"/>
          <ac:spMkLst>
            <pc:docMk/>
            <pc:sldMk cId="807777017" sldId="359"/>
            <ac:spMk id="51" creationId="{19FC3EAC-1B97-B287-E483-53CFE00D0ACA}"/>
          </ac:spMkLst>
        </pc:spChg>
        <pc:spChg chg="mod">
          <ac:chgData name="Greg Deckler" userId="38fedbb726841d9a" providerId="LiveId" clId="{0CCB27B3-0D03-4E8E-8D08-702661BB0D1D}" dt="2026-04-15T19:35:30.055" v="5245" actId="1036"/>
          <ac:spMkLst>
            <pc:docMk/>
            <pc:sldMk cId="807777017" sldId="359"/>
            <ac:spMk id="52" creationId="{57605262-2432-6367-418B-4346DDB1DA9E}"/>
          </ac:spMkLst>
        </pc:spChg>
        <pc:spChg chg="mod">
          <ac:chgData name="Greg Deckler" userId="38fedbb726841d9a" providerId="LiveId" clId="{0CCB27B3-0D03-4E8E-8D08-702661BB0D1D}" dt="2026-04-14T21:54:09.251" v="4148" actId="1038"/>
          <ac:spMkLst>
            <pc:docMk/>
            <pc:sldMk cId="807777017" sldId="359"/>
            <ac:spMk id="55" creationId="{CA112142-469D-4569-6A89-DA66629AEF42}"/>
          </ac:spMkLst>
        </pc:spChg>
        <pc:spChg chg="mod">
          <ac:chgData name="Greg Deckler" userId="38fedbb726841d9a" providerId="LiveId" clId="{0CCB27B3-0D03-4E8E-8D08-702661BB0D1D}" dt="2026-04-14T21:54:09.251" v="4148" actId="1038"/>
          <ac:spMkLst>
            <pc:docMk/>
            <pc:sldMk cId="807777017" sldId="359"/>
            <ac:spMk id="57" creationId="{2206DB99-5159-8959-A1E9-CB493EA40F40}"/>
          </ac:spMkLst>
        </pc:spChg>
        <pc:spChg chg="mod">
          <ac:chgData name="Greg Deckler" userId="38fedbb726841d9a" providerId="LiveId" clId="{0CCB27B3-0D03-4E8E-8D08-702661BB0D1D}" dt="2026-04-14T21:54:09.251" v="4148" actId="1038"/>
          <ac:spMkLst>
            <pc:docMk/>
            <pc:sldMk cId="807777017" sldId="359"/>
            <ac:spMk id="59" creationId="{28D29594-42E3-D813-9CEB-E8EE1053AC5E}"/>
          </ac:spMkLst>
        </pc:spChg>
        <pc:spChg chg="mod">
          <ac:chgData name="Greg Deckler" userId="38fedbb726841d9a" providerId="LiveId" clId="{0CCB27B3-0D03-4E8E-8D08-702661BB0D1D}" dt="2026-04-14T21:54:09.251" v="4148" actId="1038"/>
          <ac:spMkLst>
            <pc:docMk/>
            <pc:sldMk cId="807777017" sldId="359"/>
            <ac:spMk id="60" creationId="{B3D78323-8A09-B91D-A1AB-7C750CE32C46}"/>
          </ac:spMkLst>
        </pc:spChg>
        <pc:spChg chg="mod">
          <ac:chgData name="Greg Deckler" userId="38fedbb726841d9a" providerId="LiveId" clId="{0CCB27B3-0D03-4E8E-8D08-702661BB0D1D}" dt="2026-04-14T21:54:09.251" v="4148" actId="1038"/>
          <ac:spMkLst>
            <pc:docMk/>
            <pc:sldMk cId="807777017" sldId="359"/>
            <ac:spMk id="61" creationId="{31E6425B-667F-9CD6-B54B-D0EDE49269B2}"/>
          </ac:spMkLst>
        </pc:spChg>
        <pc:spChg chg="mod">
          <ac:chgData name="Greg Deckler" userId="38fedbb726841d9a" providerId="LiveId" clId="{0CCB27B3-0D03-4E8E-8D08-702661BB0D1D}" dt="2026-04-14T21:54:09.251" v="4148" actId="1038"/>
          <ac:spMkLst>
            <pc:docMk/>
            <pc:sldMk cId="807777017" sldId="359"/>
            <ac:spMk id="62" creationId="{ED134124-4D5E-865F-35EF-D234F9D019AA}"/>
          </ac:spMkLst>
        </pc:spChg>
        <pc:spChg chg="mod">
          <ac:chgData name="Greg Deckler" userId="38fedbb726841d9a" providerId="LiveId" clId="{0CCB27B3-0D03-4E8E-8D08-702661BB0D1D}" dt="2026-04-14T21:54:09.251" v="4148" actId="1038"/>
          <ac:spMkLst>
            <pc:docMk/>
            <pc:sldMk cId="807777017" sldId="359"/>
            <ac:spMk id="63" creationId="{3C166F0D-89EA-1284-5618-E8C9BB7C775B}"/>
          </ac:spMkLst>
        </pc:spChg>
        <pc:spChg chg="mod">
          <ac:chgData name="Greg Deckler" userId="38fedbb726841d9a" providerId="LiveId" clId="{0CCB27B3-0D03-4E8E-8D08-702661BB0D1D}" dt="2026-04-14T21:54:09.251" v="4148" actId="1038"/>
          <ac:spMkLst>
            <pc:docMk/>
            <pc:sldMk cId="807777017" sldId="359"/>
            <ac:spMk id="64" creationId="{19B7D756-2E3A-AA44-7FCA-4B9ADBD114A3}"/>
          </ac:spMkLst>
        </pc:spChg>
        <pc:spChg chg="mod">
          <ac:chgData name="Greg Deckler" userId="38fedbb726841d9a" providerId="LiveId" clId="{0CCB27B3-0D03-4E8E-8D08-702661BB0D1D}" dt="2026-04-14T21:54:09.251" v="4148" actId="1038"/>
          <ac:spMkLst>
            <pc:docMk/>
            <pc:sldMk cId="807777017" sldId="359"/>
            <ac:spMk id="65" creationId="{2C540F64-AB5D-FD21-B17A-6788D5C89EA6}"/>
          </ac:spMkLst>
        </pc:spChg>
        <pc:spChg chg="mod">
          <ac:chgData name="Greg Deckler" userId="38fedbb726841d9a" providerId="LiveId" clId="{0CCB27B3-0D03-4E8E-8D08-702661BB0D1D}" dt="2026-04-14T21:54:09.251" v="4148" actId="1038"/>
          <ac:spMkLst>
            <pc:docMk/>
            <pc:sldMk cId="807777017" sldId="359"/>
            <ac:spMk id="67" creationId="{21427662-5011-C3D2-4D88-ED0B5E619524}"/>
          </ac:spMkLst>
        </pc:spChg>
        <pc:spChg chg="add mod">
          <ac:chgData name="Greg Deckler" userId="38fedbb726841d9a" providerId="LiveId" clId="{0CCB27B3-0D03-4E8E-8D08-702661BB0D1D}" dt="2026-04-15T19:35:44.872" v="5278" actId="20577"/>
          <ac:spMkLst>
            <pc:docMk/>
            <pc:sldMk cId="807777017" sldId="359"/>
            <ac:spMk id="69" creationId="{112A9D13-B0CB-ABBF-6038-727547EC6BC2}"/>
          </ac:spMkLst>
        </pc:spChg>
        <pc:spChg chg="add mod">
          <ac:chgData name="Greg Deckler" userId="38fedbb726841d9a" providerId="LiveId" clId="{0CCB27B3-0D03-4E8E-8D08-702661BB0D1D}" dt="2026-04-15T19:37:55.484" v="5340" actId="20577"/>
          <ac:spMkLst>
            <pc:docMk/>
            <pc:sldMk cId="807777017" sldId="359"/>
            <ac:spMk id="71" creationId="{D0AC3889-B822-15A5-1FA5-0344809946FD}"/>
          </ac:spMkLst>
        </pc:spChg>
        <pc:spChg chg="add">
          <ac:chgData name="Greg Deckler" userId="38fedbb726841d9a" providerId="LiveId" clId="{0CCB27B3-0D03-4E8E-8D08-702661BB0D1D}" dt="2026-04-15T19:35:32.630" v="5246" actId="22"/>
          <ac:spMkLst>
            <pc:docMk/>
            <pc:sldMk cId="807777017" sldId="359"/>
            <ac:spMk id="73" creationId="{CACC2513-78DB-4F07-0887-04EFF857FE21}"/>
          </ac:spMkLst>
        </pc:spChg>
        <pc:spChg chg="add del mod">
          <ac:chgData name="Greg Deckler" userId="38fedbb726841d9a" providerId="LiveId" clId="{0CCB27B3-0D03-4E8E-8D08-702661BB0D1D}" dt="2026-04-15T19:36:54.797" v="5298" actId="478"/>
          <ac:spMkLst>
            <pc:docMk/>
            <pc:sldMk cId="807777017" sldId="359"/>
            <ac:spMk id="75" creationId="{E965E135-B97C-8200-C2B7-10534806E2FD}"/>
          </ac:spMkLst>
        </pc:spChg>
        <pc:spChg chg="add mod">
          <ac:chgData name="Greg Deckler" userId="38fedbb726841d9a" providerId="LiveId" clId="{0CCB27B3-0D03-4E8E-8D08-702661BB0D1D}" dt="2026-04-15T19:37:20.738" v="5327" actId="20577"/>
          <ac:spMkLst>
            <pc:docMk/>
            <pc:sldMk cId="807777017" sldId="359"/>
            <ac:spMk id="77" creationId="{87043B59-3D4A-71C0-0209-43B8619E80D9}"/>
          </ac:spMkLst>
        </pc:spChg>
        <pc:spChg chg="add mod">
          <ac:chgData name="Greg Deckler" userId="38fedbb726841d9a" providerId="LiveId" clId="{0CCB27B3-0D03-4E8E-8D08-702661BB0D1D}" dt="2026-04-15T19:37:41.082" v="5338" actId="20577"/>
          <ac:spMkLst>
            <pc:docMk/>
            <pc:sldMk cId="807777017" sldId="359"/>
            <ac:spMk id="79" creationId="{DA6172DD-7AA0-68F0-B33F-667249D529DD}"/>
          </ac:spMkLst>
        </pc:spChg>
        <pc:spChg chg="add del mod">
          <ac:chgData name="Greg Deckler" userId="38fedbb726841d9a" providerId="LiveId" clId="{0CCB27B3-0D03-4E8E-8D08-702661BB0D1D}" dt="2026-04-15T19:36:46.437" v="5297" actId="1037"/>
          <ac:spMkLst>
            <pc:docMk/>
            <pc:sldMk cId="807777017" sldId="359"/>
            <ac:spMk id="81" creationId="{2778B8E1-0C39-CEC2-D376-0A71FF4AC1AE}"/>
          </ac:spMkLst>
        </pc:spChg>
        <pc:spChg chg="add del">
          <ac:chgData name="Greg Deckler" userId="38fedbb726841d9a" providerId="LiveId" clId="{0CCB27B3-0D03-4E8E-8D08-702661BB0D1D}" dt="2026-04-16T18:12:21.688" v="5654" actId="21"/>
          <ac:spMkLst>
            <pc:docMk/>
            <pc:sldMk cId="807777017" sldId="359"/>
            <ac:spMk id="83" creationId="{93695444-6505-F7B8-1433-1AC7F9F526FC}"/>
          </ac:spMkLst>
        </pc:spChg>
        <pc:spChg chg="add del mod">
          <ac:chgData name="Greg Deckler" userId="38fedbb726841d9a" providerId="LiveId" clId="{0CCB27B3-0D03-4E8E-8D08-702661BB0D1D}" dt="2026-04-16T18:12:21.688" v="5654" actId="21"/>
          <ac:spMkLst>
            <pc:docMk/>
            <pc:sldMk cId="807777017" sldId="359"/>
            <ac:spMk id="85" creationId="{138CBD6B-0167-8C9F-7C20-9FA9E8B6A0F9}"/>
          </ac:spMkLst>
        </pc:spChg>
        <pc:spChg chg="add mod">
          <ac:chgData name="Greg Deckler" userId="38fedbb726841d9a" providerId="LiveId" clId="{0CCB27B3-0D03-4E8E-8D08-702661BB0D1D}" dt="2026-04-16T18:12:31.511" v="5665" actId="1035"/>
          <ac:spMkLst>
            <pc:docMk/>
            <pc:sldMk cId="807777017" sldId="359"/>
            <ac:spMk id="87" creationId="{DB2FB11A-44C7-7AA7-B2EF-114B325CF9F9}"/>
          </ac:spMkLst>
        </pc:spChg>
        <pc:spChg chg="add mod">
          <ac:chgData name="Greg Deckler" userId="38fedbb726841d9a" providerId="LiveId" clId="{0CCB27B3-0D03-4E8E-8D08-702661BB0D1D}" dt="2026-04-16T18:12:31.511" v="5665" actId="1035"/>
          <ac:spMkLst>
            <pc:docMk/>
            <pc:sldMk cId="807777017" sldId="359"/>
            <ac:spMk id="89" creationId="{CD9634D9-183E-C0EC-BE1F-4BDA194FF837}"/>
          </ac:spMkLst>
        </pc:spChg>
      </pc:sldChg>
      <pc:sldChg chg="delSp modSp mod">
        <pc:chgData name="Greg Deckler" userId="38fedbb726841d9a" providerId="LiveId" clId="{0CCB27B3-0D03-4E8E-8D08-702661BB0D1D}" dt="2026-04-14T22:28:28.460" v="4532" actId="6549"/>
        <pc:sldMkLst>
          <pc:docMk/>
          <pc:sldMk cId="2770736052" sldId="360"/>
        </pc:sldMkLst>
        <pc:spChg chg="mod">
          <ac:chgData name="Greg Deckler" userId="38fedbb726841d9a" providerId="LiveId" clId="{0CCB27B3-0D03-4E8E-8D08-702661BB0D1D}" dt="2026-04-12T23:41:08.691" v="1073" actId="404"/>
          <ac:spMkLst>
            <pc:docMk/>
            <pc:sldMk cId="2770736052" sldId="360"/>
            <ac:spMk id="9" creationId="{9D8DF697-CC01-4990-778C-509931B1F54A}"/>
          </ac:spMkLst>
        </pc:spChg>
        <pc:spChg chg="mod">
          <ac:chgData name="Greg Deckler" userId="38fedbb726841d9a" providerId="LiveId" clId="{0CCB27B3-0D03-4E8E-8D08-702661BB0D1D}" dt="2026-04-14T22:28:28.460" v="4532" actId="6549"/>
          <ac:spMkLst>
            <pc:docMk/>
            <pc:sldMk cId="2770736052" sldId="360"/>
            <ac:spMk id="12" creationId="{9877C346-8C10-5079-8D5D-E1B012F26041}"/>
          </ac:spMkLst>
        </pc:spChg>
        <pc:spChg chg="mod">
          <ac:chgData name="Greg Deckler" userId="38fedbb726841d9a" providerId="LiveId" clId="{0CCB27B3-0D03-4E8E-8D08-702661BB0D1D}" dt="2026-04-12T23:41:53.016" v="1091" actId="403"/>
          <ac:spMkLst>
            <pc:docMk/>
            <pc:sldMk cId="2770736052" sldId="360"/>
            <ac:spMk id="15" creationId="{3527C2B8-7E2D-AFAD-3B86-4BB04B615412}"/>
          </ac:spMkLst>
        </pc:spChg>
        <pc:spChg chg="mod">
          <ac:chgData name="Greg Deckler" userId="38fedbb726841d9a" providerId="LiveId" clId="{0CCB27B3-0D03-4E8E-8D08-702661BB0D1D}" dt="2026-04-12T23:41:44.956" v="1089" actId="403"/>
          <ac:spMkLst>
            <pc:docMk/>
            <pc:sldMk cId="2770736052" sldId="360"/>
            <ac:spMk id="17" creationId="{2A701F82-3B59-4A99-F937-54817844A3DD}"/>
          </ac:spMkLst>
        </pc:spChg>
        <pc:spChg chg="mod">
          <ac:chgData name="Greg Deckler" userId="38fedbb726841d9a" providerId="LiveId" clId="{0CCB27B3-0D03-4E8E-8D08-702661BB0D1D}" dt="2026-04-12T23:42:28.466" v="1162" actId="1036"/>
          <ac:spMkLst>
            <pc:docMk/>
            <pc:sldMk cId="2770736052" sldId="360"/>
            <ac:spMk id="18" creationId="{A6AA80ED-6502-6157-51AC-82FC4F1F7C96}"/>
          </ac:spMkLst>
        </pc:spChg>
        <pc:spChg chg="mod">
          <ac:chgData name="Greg Deckler" userId="38fedbb726841d9a" providerId="LiveId" clId="{0CCB27B3-0D03-4E8E-8D08-702661BB0D1D}" dt="2026-04-12T23:42:19.542" v="1126" actId="1036"/>
          <ac:spMkLst>
            <pc:docMk/>
            <pc:sldMk cId="2770736052" sldId="360"/>
            <ac:spMk id="19" creationId="{75F33CFC-8C3D-C157-1FF4-49E58F0213F1}"/>
          </ac:spMkLst>
        </pc:spChg>
        <pc:spChg chg="mod">
          <ac:chgData name="Greg Deckler" userId="38fedbb726841d9a" providerId="LiveId" clId="{0CCB27B3-0D03-4E8E-8D08-702661BB0D1D}" dt="2026-04-12T23:42:26.664" v="1156" actId="1035"/>
          <ac:spMkLst>
            <pc:docMk/>
            <pc:sldMk cId="2770736052" sldId="360"/>
            <ac:spMk id="20" creationId="{96304ECA-722A-91D0-9F5F-3198C6B099FA}"/>
          </ac:spMkLst>
        </pc:spChg>
        <pc:spChg chg="mod">
          <ac:chgData name="Greg Deckler" userId="38fedbb726841d9a" providerId="LiveId" clId="{0CCB27B3-0D03-4E8E-8D08-702661BB0D1D}" dt="2026-04-12T23:42:14.630" v="1119" actId="1036"/>
          <ac:spMkLst>
            <pc:docMk/>
            <pc:sldMk cId="2770736052" sldId="360"/>
            <ac:spMk id="21" creationId="{1A008A15-0730-4819-6E93-2B92E8C59F6D}"/>
          </ac:spMkLst>
        </pc:spChg>
        <pc:spChg chg="mod">
          <ac:chgData name="Greg Deckler" userId="38fedbb726841d9a" providerId="LiveId" clId="{0CCB27B3-0D03-4E8E-8D08-702661BB0D1D}" dt="2026-04-12T23:42:22.998" v="1145" actId="1035"/>
          <ac:spMkLst>
            <pc:docMk/>
            <pc:sldMk cId="2770736052" sldId="360"/>
            <ac:spMk id="22" creationId="{77796DFD-5CAC-C159-204D-4363BC15BFB6}"/>
          </ac:spMkLst>
        </pc:spChg>
        <pc:spChg chg="mod">
          <ac:chgData name="Greg Deckler" userId="38fedbb726841d9a" providerId="LiveId" clId="{0CCB27B3-0D03-4E8E-8D08-702661BB0D1D}" dt="2026-04-12T23:42:09.224" v="1110" actId="1036"/>
          <ac:spMkLst>
            <pc:docMk/>
            <pc:sldMk cId="2770736052" sldId="360"/>
            <ac:spMk id="23" creationId="{9B145D42-C2D9-81FA-4FFB-386113F5B779}"/>
          </ac:spMkLst>
        </pc:spChg>
        <pc:spChg chg="mod">
          <ac:chgData name="Greg Deckler" userId="38fedbb726841d9a" providerId="LiveId" clId="{0CCB27B3-0D03-4E8E-8D08-702661BB0D1D}" dt="2026-04-12T23:41:50.110" v="1090" actId="403"/>
          <ac:spMkLst>
            <pc:docMk/>
            <pc:sldMk cId="2770736052" sldId="360"/>
            <ac:spMk id="26" creationId="{340917C7-E35B-5D4F-B987-DC135C6AA3E2}"/>
          </ac:spMkLst>
        </pc:spChg>
        <pc:spChg chg="mod">
          <ac:chgData name="Greg Deckler" userId="38fedbb726841d9a" providerId="LiveId" clId="{0CCB27B3-0D03-4E8E-8D08-702661BB0D1D}" dt="2026-04-12T23:41:44.956" v="1089" actId="403"/>
          <ac:spMkLst>
            <pc:docMk/>
            <pc:sldMk cId="2770736052" sldId="360"/>
            <ac:spMk id="28" creationId="{FDE76881-B91D-21D4-2A15-A7E8F32A3FD5}"/>
          </ac:spMkLst>
        </pc:spChg>
        <pc:spChg chg="mod">
          <ac:chgData name="Greg Deckler" userId="38fedbb726841d9a" providerId="LiveId" clId="{0CCB27B3-0D03-4E8E-8D08-702661BB0D1D}" dt="2026-04-12T23:43:21.830" v="1274" actId="1036"/>
          <ac:spMkLst>
            <pc:docMk/>
            <pc:sldMk cId="2770736052" sldId="360"/>
            <ac:spMk id="29" creationId="{F986DF50-276A-924C-A5B3-DA823E663BFF}"/>
          </ac:spMkLst>
        </pc:spChg>
        <pc:spChg chg="mod">
          <ac:chgData name="Greg Deckler" userId="38fedbb726841d9a" providerId="LiveId" clId="{0CCB27B3-0D03-4E8E-8D08-702661BB0D1D}" dt="2026-04-12T23:43:19.284" v="1265" actId="1036"/>
          <ac:spMkLst>
            <pc:docMk/>
            <pc:sldMk cId="2770736052" sldId="360"/>
            <ac:spMk id="30" creationId="{E3E5D145-0F7B-3791-C172-945AD334EE2A}"/>
          </ac:spMkLst>
        </pc:spChg>
        <pc:spChg chg="mod">
          <ac:chgData name="Greg Deckler" userId="38fedbb726841d9a" providerId="LiveId" clId="{0CCB27B3-0D03-4E8E-8D08-702661BB0D1D}" dt="2026-04-12T23:43:11.295" v="1262" actId="1036"/>
          <ac:spMkLst>
            <pc:docMk/>
            <pc:sldMk cId="2770736052" sldId="360"/>
            <ac:spMk id="31" creationId="{09337D6A-D7C9-0C6B-2812-72390581772D}"/>
          </ac:spMkLst>
        </pc:spChg>
        <pc:spChg chg="mod">
          <ac:chgData name="Greg Deckler" userId="38fedbb726841d9a" providerId="LiveId" clId="{0CCB27B3-0D03-4E8E-8D08-702661BB0D1D}" dt="2026-04-12T23:43:08.570" v="1260" actId="1036"/>
          <ac:spMkLst>
            <pc:docMk/>
            <pc:sldMk cId="2770736052" sldId="360"/>
            <ac:spMk id="32" creationId="{6EEE9BF2-06A4-FA93-13BD-1D21D117B60F}"/>
          </ac:spMkLst>
        </pc:spChg>
        <pc:spChg chg="mod">
          <ac:chgData name="Greg Deckler" userId="38fedbb726841d9a" providerId="LiveId" clId="{0CCB27B3-0D03-4E8E-8D08-702661BB0D1D}" dt="2026-04-12T23:43:02.494" v="1239" actId="1035"/>
          <ac:spMkLst>
            <pc:docMk/>
            <pc:sldMk cId="2770736052" sldId="360"/>
            <ac:spMk id="33" creationId="{276824F3-077A-787D-94BC-1D70852B6CA7}"/>
          </ac:spMkLst>
        </pc:spChg>
        <pc:spChg chg="mod">
          <ac:chgData name="Greg Deckler" userId="38fedbb726841d9a" providerId="LiveId" clId="{0CCB27B3-0D03-4E8E-8D08-702661BB0D1D}" dt="2026-04-12T23:42:45.374" v="1198" actId="1036"/>
          <ac:spMkLst>
            <pc:docMk/>
            <pc:sldMk cId="2770736052" sldId="360"/>
            <ac:spMk id="34" creationId="{7F779750-6E0F-33F4-8576-7C51FD58C7C3}"/>
          </ac:spMkLst>
        </pc:spChg>
        <pc:spChg chg="mod">
          <ac:chgData name="Greg Deckler" userId="38fedbb726841d9a" providerId="LiveId" clId="{0CCB27B3-0D03-4E8E-8D08-702661BB0D1D}" dt="2026-04-12T23:41:57.256" v="1092" actId="403"/>
          <ac:spMkLst>
            <pc:docMk/>
            <pc:sldMk cId="2770736052" sldId="360"/>
            <ac:spMk id="37" creationId="{096AA438-A5C1-40D8-F913-AD125F069521}"/>
          </ac:spMkLst>
        </pc:spChg>
        <pc:spChg chg="mod">
          <ac:chgData name="Greg Deckler" userId="38fedbb726841d9a" providerId="LiveId" clId="{0CCB27B3-0D03-4E8E-8D08-702661BB0D1D}" dt="2026-04-12T23:41:44.956" v="1089" actId="403"/>
          <ac:spMkLst>
            <pc:docMk/>
            <pc:sldMk cId="2770736052" sldId="360"/>
            <ac:spMk id="39" creationId="{F1314EB5-8E1E-F7A9-AEFC-619D9454F8DB}"/>
          </ac:spMkLst>
        </pc:spChg>
        <pc:spChg chg="mod">
          <ac:chgData name="Greg Deckler" userId="38fedbb726841d9a" providerId="LiveId" clId="{0CCB27B3-0D03-4E8E-8D08-702661BB0D1D}" dt="2026-04-12T23:43:51.247" v="1373" actId="1036"/>
          <ac:spMkLst>
            <pc:docMk/>
            <pc:sldMk cId="2770736052" sldId="360"/>
            <ac:spMk id="40" creationId="{45DE4DEC-0834-45D8-1EF0-B8E0A0221CB0}"/>
          </ac:spMkLst>
        </pc:spChg>
        <pc:spChg chg="mod">
          <ac:chgData name="Greg Deckler" userId="38fedbb726841d9a" providerId="LiveId" clId="{0CCB27B3-0D03-4E8E-8D08-702661BB0D1D}" dt="2026-04-12T23:43:37.674" v="1320" actId="1036"/>
          <ac:spMkLst>
            <pc:docMk/>
            <pc:sldMk cId="2770736052" sldId="360"/>
            <ac:spMk id="41" creationId="{EB654628-1CFA-A8FB-9A1B-EE0D859E700C}"/>
          </ac:spMkLst>
        </pc:spChg>
        <pc:spChg chg="mod">
          <ac:chgData name="Greg Deckler" userId="38fedbb726841d9a" providerId="LiveId" clId="{0CCB27B3-0D03-4E8E-8D08-702661BB0D1D}" dt="2026-04-12T23:43:45.718" v="1359" actId="1036"/>
          <ac:spMkLst>
            <pc:docMk/>
            <pc:sldMk cId="2770736052" sldId="360"/>
            <ac:spMk id="42" creationId="{79C01216-8068-CD4C-C038-0B0A26E99D6D}"/>
          </ac:spMkLst>
        </pc:spChg>
        <pc:spChg chg="mod">
          <ac:chgData name="Greg Deckler" userId="38fedbb726841d9a" providerId="LiveId" clId="{0CCB27B3-0D03-4E8E-8D08-702661BB0D1D}" dt="2026-04-12T23:43:39.411" v="1322" actId="1036"/>
          <ac:spMkLst>
            <pc:docMk/>
            <pc:sldMk cId="2770736052" sldId="360"/>
            <ac:spMk id="43" creationId="{48927BD1-FDB9-AC61-DAED-D52B5E574538}"/>
          </ac:spMkLst>
        </pc:spChg>
        <pc:spChg chg="mod">
          <ac:chgData name="Greg Deckler" userId="38fedbb726841d9a" providerId="LiveId" clId="{0CCB27B3-0D03-4E8E-8D08-702661BB0D1D}" dt="2026-04-12T23:43:48.189" v="1360" actId="1036"/>
          <ac:spMkLst>
            <pc:docMk/>
            <pc:sldMk cId="2770736052" sldId="360"/>
            <ac:spMk id="44" creationId="{87351DA0-233B-1F4A-A80A-1C4AFD73165A}"/>
          </ac:spMkLst>
        </pc:spChg>
        <pc:spChg chg="mod">
          <ac:chgData name="Greg Deckler" userId="38fedbb726841d9a" providerId="LiveId" clId="{0CCB27B3-0D03-4E8E-8D08-702661BB0D1D}" dt="2026-04-12T23:43:25.923" v="1294" actId="1036"/>
          <ac:spMkLst>
            <pc:docMk/>
            <pc:sldMk cId="2770736052" sldId="360"/>
            <ac:spMk id="45" creationId="{32F1A7D2-54B7-CFE5-3440-7BF4BFAA334E}"/>
          </ac:spMkLst>
        </pc:spChg>
        <pc:spChg chg="mod">
          <ac:chgData name="Greg Deckler" userId="38fedbb726841d9a" providerId="LiveId" clId="{0CCB27B3-0D03-4E8E-8D08-702661BB0D1D}" dt="2026-04-12T23:42:00.001" v="1093" actId="403"/>
          <ac:spMkLst>
            <pc:docMk/>
            <pc:sldMk cId="2770736052" sldId="360"/>
            <ac:spMk id="48" creationId="{6D511716-3EA0-3C0E-2A16-BF5F342DA471}"/>
          </ac:spMkLst>
        </pc:spChg>
        <pc:spChg chg="mod">
          <ac:chgData name="Greg Deckler" userId="38fedbb726841d9a" providerId="LiveId" clId="{0CCB27B3-0D03-4E8E-8D08-702661BB0D1D}" dt="2026-04-12T23:44:09.706" v="1467" actId="1035"/>
          <ac:spMkLst>
            <pc:docMk/>
            <pc:sldMk cId="2770736052" sldId="360"/>
            <ac:spMk id="51" creationId="{47B0D011-0D08-0F1C-6369-DFA621662391}"/>
          </ac:spMkLst>
        </pc:spChg>
        <pc:spChg chg="mod">
          <ac:chgData name="Greg Deckler" userId="38fedbb726841d9a" providerId="LiveId" clId="{0CCB27B3-0D03-4E8E-8D08-702661BB0D1D}" dt="2026-04-12T23:44:00.579" v="1417" actId="1035"/>
          <ac:spMkLst>
            <pc:docMk/>
            <pc:sldMk cId="2770736052" sldId="360"/>
            <ac:spMk id="52" creationId="{F94040C9-808E-DAEE-DBCC-CED9D06DA1C4}"/>
          </ac:spMkLst>
        </pc:spChg>
        <pc:spChg chg="mod">
          <ac:chgData name="Greg Deckler" userId="38fedbb726841d9a" providerId="LiveId" clId="{0CCB27B3-0D03-4E8E-8D08-702661BB0D1D}" dt="2026-04-12T23:44:06.097" v="1452" actId="1036"/>
          <ac:spMkLst>
            <pc:docMk/>
            <pc:sldMk cId="2770736052" sldId="360"/>
            <ac:spMk id="53" creationId="{3CEAEB6C-022D-1968-C231-F0C3C1583811}"/>
          </ac:spMkLst>
        </pc:spChg>
        <pc:spChg chg="mod">
          <ac:chgData name="Greg Deckler" userId="38fedbb726841d9a" providerId="LiveId" clId="{0CCB27B3-0D03-4E8E-8D08-702661BB0D1D}" dt="2026-04-12T23:43:57.226" v="1406" actId="1036"/>
          <ac:spMkLst>
            <pc:docMk/>
            <pc:sldMk cId="2770736052" sldId="360"/>
            <ac:spMk id="54" creationId="{733D52BE-3C58-0AA1-B3BD-0FC8EBDDDC83}"/>
          </ac:spMkLst>
        </pc:spChg>
        <pc:spChg chg="mod">
          <ac:chgData name="Greg Deckler" userId="38fedbb726841d9a" providerId="LiveId" clId="{0CCB27B3-0D03-4E8E-8D08-702661BB0D1D}" dt="2026-04-12T23:44:03.709" v="1437" actId="1036"/>
          <ac:spMkLst>
            <pc:docMk/>
            <pc:sldMk cId="2770736052" sldId="360"/>
            <ac:spMk id="55" creationId="{4B4BD8C6-A33F-999A-87BA-BA32AB57C385}"/>
          </ac:spMkLst>
        </pc:spChg>
        <pc:spChg chg="mod">
          <ac:chgData name="Greg Deckler" userId="38fedbb726841d9a" providerId="LiveId" clId="{0CCB27B3-0D03-4E8E-8D08-702661BB0D1D}" dt="2026-04-12T23:43:54.793" v="1392" actId="1036"/>
          <ac:spMkLst>
            <pc:docMk/>
            <pc:sldMk cId="2770736052" sldId="360"/>
            <ac:spMk id="56" creationId="{42E9ECC1-B328-57FD-A74A-7320C369FB0F}"/>
          </ac:spMkLst>
        </pc:spChg>
      </pc:sldChg>
      <pc:sldChg chg="addSp delSp modSp mod">
        <pc:chgData name="Greg Deckler" userId="38fedbb726841d9a" providerId="LiveId" clId="{0CCB27B3-0D03-4E8E-8D08-702661BB0D1D}" dt="2026-04-14T22:27:44.085" v="4531" actId="1037"/>
        <pc:sldMkLst>
          <pc:docMk/>
          <pc:sldMk cId="2618596201" sldId="361"/>
        </pc:sldMkLst>
        <pc:spChg chg="mod">
          <ac:chgData name="Greg Deckler" userId="38fedbb726841d9a" providerId="LiveId" clId="{0CCB27B3-0D03-4E8E-8D08-702661BB0D1D}" dt="2026-04-14T22:17:59.645" v="4353" actId="20577"/>
          <ac:spMkLst>
            <pc:docMk/>
            <pc:sldMk cId="2618596201" sldId="361"/>
            <ac:spMk id="9" creationId="{905041F0-3764-2075-FA15-E48A79E2F0D2}"/>
          </ac:spMkLst>
        </pc:spChg>
        <pc:spChg chg="mod">
          <ac:chgData name="Greg Deckler" userId="38fedbb726841d9a" providerId="LiveId" clId="{0CCB27B3-0D03-4E8E-8D08-702661BB0D1D}" dt="2026-04-12T23:40:49.404" v="1069" actId="14100"/>
          <ac:spMkLst>
            <pc:docMk/>
            <pc:sldMk cId="2618596201" sldId="361"/>
            <ac:spMk id="12" creationId="{11C50C6A-BC5C-9B67-626E-467219108F4F}"/>
          </ac:spMkLst>
        </pc:spChg>
        <pc:spChg chg="mod">
          <ac:chgData name="Greg Deckler" userId="38fedbb726841d9a" providerId="LiveId" clId="{0CCB27B3-0D03-4E8E-8D08-702661BB0D1D}" dt="2026-04-14T22:17:34.511" v="4351" actId="20577"/>
          <ac:spMkLst>
            <pc:docMk/>
            <pc:sldMk cId="2618596201" sldId="361"/>
            <ac:spMk id="14" creationId="{4B2C712E-4D0D-0BE1-D774-5686BE088959}"/>
          </ac:spMkLst>
        </pc:spChg>
        <pc:spChg chg="mod">
          <ac:chgData name="Greg Deckler" userId="38fedbb726841d9a" providerId="LiveId" clId="{0CCB27B3-0D03-4E8E-8D08-702661BB0D1D}" dt="2026-04-14T22:27:44.085" v="4531" actId="1037"/>
          <ac:spMkLst>
            <pc:docMk/>
            <pc:sldMk cId="2618596201" sldId="361"/>
            <ac:spMk id="15" creationId="{117A1A47-908B-4589-3E49-E3A615714F76}"/>
          </ac:spMkLst>
        </pc:spChg>
        <pc:spChg chg="mod">
          <ac:chgData name="Greg Deckler" userId="38fedbb726841d9a" providerId="LiveId" clId="{0CCB27B3-0D03-4E8E-8D08-702661BB0D1D}" dt="2026-04-14T22:26:56.916" v="4480" actId="1076"/>
          <ac:spMkLst>
            <pc:docMk/>
            <pc:sldMk cId="2618596201" sldId="361"/>
            <ac:spMk id="16" creationId="{E5979727-A3DB-42C4-49FB-FCFC40583F5E}"/>
          </ac:spMkLst>
        </pc:spChg>
        <pc:spChg chg="mod">
          <ac:chgData name="Greg Deckler" userId="38fedbb726841d9a" providerId="LiveId" clId="{0CCB27B3-0D03-4E8E-8D08-702661BB0D1D}" dt="2026-04-14T22:27:16.456" v="4505" actId="20577"/>
          <ac:spMkLst>
            <pc:docMk/>
            <pc:sldMk cId="2618596201" sldId="361"/>
            <ac:spMk id="17" creationId="{1F4C97D5-B3EB-E6FB-1699-9A88BEE23B93}"/>
          </ac:spMkLst>
        </pc:spChg>
        <pc:spChg chg="mod">
          <ac:chgData name="Greg Deckler" userId="38fedbb726841d9a" providerId="LiveId" clId="{0CCB27B3-0D03-4E8E-8D08-702661BB0D1D}" dt="2026-04-14T22:27:44.085" v="4531" actId="1037"/>
          <ac:spMkLst>
            <pc:docMk/>
            <pc:sldMk cId="2618596201" sldId="361"/>
            <ac:spMk id="18" creationId="{53022E26-E149-586F-E0EE-D238DB91A126}"/>
          </ac:spMkLst>
        </pc:spChg>
        <pc:spChg chg="mod">
          <ac:chgData name="Greg Deckler" userId="38fedbb726841d9a" providerId="LiveId" clId="{0CCB27B3-0D03-4E8E-8D08-702661BB0D1D}" dt="2026-04-14T22:27:29.026" v="4524" actId="20577"/>
          <ac:spMkLst>
            <pc:docMk/>
            <pc:sldMk cId="2618596201" sldId="361"/>
            <ac:spMk id="20" creationId="{3773C472-57E2-AD6A-61ED-B9871D53C9A1}"/>
          </ac:spMkLst>
        </pc:spChg>
        <pc:spChg chg="mod">
          <ac:chgData name="Greg Deckler" userId="38fedbb726841d9a" providerId="LiveId" clId="{0CCB27B3-0D03-4E8E-8D08-702661BB0D1D}" dt="2026-04-14T22:27:44.085" v="4531" actId="1037"/>
          <ac:spMkLst>
            <pc:docMk/>
            <pc:sldMk cId="2618596201" sldId="361"/>
            <ac:spMk id="21" creationId="{E6A1DD51-1892-8280-6CAE-5072AF03D3A3}"/>
          </ac:spMkLst>
        </pc:spChg>
        <pc:spChg chg="mod">
          <ac:chgData name="Greg Deckler" userId="38fedbb726841d9a" providerId="LiveId" clId="{0CCB27B3-0D03-4E8E-8D08-702661BB0D1D}" dt="2026-04-14T22:26:34.180" v="4463" actId="1076"/>
          <ac:spMkLst>
            <pc:docMk/>
            <pc:sldMk cId="2618596201" sldId="361"/>
            <ac:spMk id="22" creationId="{C66CD83F-EF22-0897-9C6C-BD3D253E6F9B}"/>
          </ac:spMkLst>
        </pc:spChg>
        <pc:spChg chg="mod">
          <ac:chgData name="Greg Deckler" userId="38fedbb726841d9a" providerId="LiveId" clId="{0CCB27B3-0D03-4E8E-8D08-702661BB0D1D}" dt="2026-04-14T22:26:34.180" v="4463" actId="1076"/>
          <ac:spMkLst>
            <pc:docMk/>
            <pc:sldMk cId="2618596201" sldId="361"/>
            <ac:spMk id="23" creationId="{CC9E6DA0-38E4-485B-25BA-478D6AB26E53}"/>
          </ac:spMkLst>
        </pc:spChg>
        <pc:spChg chg="mod">
          <ac:chgData name="Greg Deckler" userId="38fedbb726841d9a" providerId="LiveId" clId="{0CCB27B3-0D03-4E8E-8D08-702661BB0D1D}" dt="2026-04-14T22:27:44.085" v="4531" actId="1037"/>
          <ac:spMkLst>
            <pc:docMk/>
            <pc:sldMk cId="2618596201" sldId="361"/>
            <ac:spMk id="24" creationId="{B6784C18-EB09-7F7A-91D2-FA4F64B9B9DF}"/>
          </ac:spMkLst>
        </pc:spChg>
        <pc:spChg chg="mod">
          <ac:chgData name="Greg Deckler" userId="38fedbb726841d9a" providerId="LiveId" clId="{0CCB27B3-0D03-4E8E-8D08-702661BB0D1D}" dt="2026-04-14T22:26:43.597" v="4464" actId="1076"/>
          <ac:spMkLst>
            <pc:docMk/>
            <pc:sldMk cId="2618596201" sldId="361"/>
            <ac:spMk id="25" creationId="{2A6FF6C2-B011-05F6-4A18-445EFB3FAAE6}"/>
          </ac:spMkLst>
        </pc:spChg>
        <pc:spChg chg="mod">
          <ac:chgData name="Greg Deckler" userId="38fedbb726841d9a" providerId="LiveId" clId="{0CCB27B3-0D03-4E8E-8D08-702661BB0D1D}" dt="2026-04-14T22:26:43.597" v="4464" actId="1076"/>
          <ac:spMkLst>
            <pc:docMk/>
            <pc:sldMk cId="2618596201" sldId="361"/>
            <ac:spMk id="26" creationId="{F6956449-6F25-E732-9101-57310659A5B7}"/>
          </ac:spMkLst>
        </pc:spChg>
        <pc:spChg chg="mod">
          <ac:chgData name="Greg Deckler" userId="38fedbb726841d9a" providerId="LiveId" clId="{0CCB27B3-0D03-4E8E-8D08-702661BB0D1D}" dt="2026-04-14T22:27:44.085" v="4531" actId="1037"/>
          <ac:spMkLst>
            <pc:docMk/>
            <pc:sldMk cId="2618596201" sldId="361"/>
            <ac:spMk id="27" creationId="{70B591E1-9FDA-B0F4-22AF-761E41B25553}"/>
          </ac:spMkLst>
        </pc:spChg>
        <pc:spChg chg="mod">
          <ac:chgData name="Greg Deckler" userId="38fedbb726841d9a" providerId="LiveId" clId="{0CCB27B3-0D03-4E8E-8D08-702661BB0D1D}" dt="2026-04-14T22:26:49.785" v="4479" actId="1035"/>
          <ac:spMkLst>
            <pc:docMk/>
            <pc:sldMk cId="2618596201" sldId="361"/>
            <ac:spMk id="28" creationId="{F2CF0B87-CA62-712B-FE3E-15C82A3BADEA}"/>
          </ac:spMkLst>
        </pc:spChg>
        <pc:spChg chg="mod">
          <ac:chgData name="Greg Deckler" userId="38fedbb726841d9a" providerId="LiveId" clId="{0CCB27B3-0D03-4E8E-8D08-702661BB0D1D}" dt="2026-04-14T22:27:19.549" v="4507" actId="20577"/>
          <ac:spMkLst>
            <pc:docMk/>
            <pc:sldMk cId="2618596201" sldId="361"/>
            <ac:spMk id="29" creationId="{9E13658F-F1F6-3136-7D3D-E474FDCA317C}"/>
          </ac:spMkLst>
        </pc:spChg>
        <pc:spChg chg="mod">
          <ac:chgData name="Greg Deckler" userId="38fedbb726841d9a" providerId="LiveId" clId="{0CCB27B3-0D03-4E8E-8D08-702661BB0D1D}" dt="2026-04-14T22:27:44.085" v="4531" actId="1037"/>
          <ac:spMkLst>
            <pc:docMk/>
            <pc:sldMk cId="2618596201" sldId="361"/>
            <ac:spMk id="30" creationId="{1003003F-63B7-B47D-75EC-6E96CC77851E}"/>
          </ac:spMkLst>
        </pc:spChg>
        <pc:spChg chg="mod">
          <ac:chgData name="Greg Deckler" userId="38fedbb726841d9a" providerId="LiveId" clId="{0CCB27B3-0D03-4E8E-8D08-702661BB0D1D}" dt="2026-04-14T22:27:08.104" v="4502" actId="20577"/>
          <ac:spMkLst>
            <pc:docMk/>
            <pc:sldMk cId="2618596201" sldId="361"/>
            <ac:spMk id="32" creationId="{E9617AB6-CA78-2204-3C6F-A51064F3E585}"/>
          </ac:spMkLst>
        </pc:spChg>
        <pc:spChg chg="mod">
          <ac:chgData name="Greg Deckler" userId="38fedbb726841d9a" providerId="LiveId" clId="{0CCB27B3-0D03-4E8E-8D08-702661BB0D1D}" dt="2026-04-14T22:27:44.085" v="4531" actId="1037"/>
          <ac:spMkLst>
            <pc:docMk/>
            <pc:sldMk cId="2618596201" sldId="361"/>
            <ac:spMk id="33" creationId="{89D74152-6467-AC03-BCE0-4CD6247A6D97}"/>
          </ac:spMkLst>
        </pc:spChg>
        <pc:spChg chg="mod">
          <ac:chgData name="Greg Deckler" userId="38fedbb726841d9a" providerId="LiveId" clId="{0CCB27B3-0D03-4E8E-8D08-702661BB0D1D}" dt="2026-04-14T22:27:12.347" v="4503" actId="20577"/>
          <ac:spMkLst>
            <pc:docMk/>
            <pc:sldMk cId="2618596201" sldId="361"/>
            <ac:spMk id="35" creationId="{4D64E0EA-A5EC-9D55-4218-F69CE6E9524C}"/>
          </ac:spMkLst>
        </pc:spChg>
        <pc:spChg chg="mod">
          <ac:chgData name="Greg Deckler" userId="38fedbb726841d9a" providerId="LiveId" clId="{0CCB27B3-0D03-4E8E-8D08-702661BB0D1D}" dt="2026-04-14T22:27:44.085" v="4531" actId="1037"/>
          <ac:spMkLst>
            <pc:docMk/>
            <pc:sldMk cId="2618596201" sldId="361"/>
            <ac:spMk id="36" creationId="{0765F8F8-B61B-56B2-3C01-4B89EBFEDDD5}"/>
          </ac:spMkLst>
        </pc:spChg>
        <pc:spChg chg="add mod">
          <ac:chgData name="Greg Deckler" userId="38fedbb726841d9a" providerId="LiveId" clId="{0CCB27B3-0D03-4E8E-8D08-702661BB0D1D}" dt="2026-04-14T22:21:10.272" v="4355" actId="1076"/>
          <ac:spMkLst>
            <pc:docMk/>
            <pc:sldMk cId="2618596201" sldId="361"/>
            <ac:spMk id="38" creationId="{5F10E901-CFE3-3DAD-8D34-6CA324206AF1}"/>
          </ac:spMkLst>
        </pc:spChg>
        <pc:spChg chg="add mod">
          <ac:chgData name="Greg Deckler" userId="38fedbb726841d9a" providerId="LiveId" clId="{0CCB27B3-0D03-4E8E-8D08-702661BB0D1D}" dt="2026-04-14T22:21:22.507" v="4376" actId="20577"/>
          <ac:spMkLst>
            <pc:docMk/>
            <pc:sldMk cId="2618596201" sldId="361"/>
            <ac:spMk id="40" creationId="{A7917768-21BE-AAC1-4FBC-9667F324F217}"/>
          </ac:spMkLst>
        </pc:spChg>
        <pc:spChg chg="add mod">
          <ac:chgData name="Greg Deckler" userId="38fedbb726841d9a" providerId="LiveId" clId="{0CCB27B3-0D03-4E8E-8D08-702661BB0D1D}" dt="2026-04-14T22:27:44.085" v="4531" actId="1037"/>
          <ac:spMkLst>
            <pc:docMk/>
            <pc:sldMk cId="2618596201" sldId="361"/>
            <ac:spMk id="42" creationId="{0F60466A-E5F7-A7FA-6D34-8317810980DE}"/>
          </ac:spMkLst>
        </pc:spChg>
      </pc:sldChg>
      <pc:sldChg chg="addSp delSp modSp mod">
        <pc:chgData name="Greg Deckler" userId="38fedbb726841d9a" providerId="LiveId" clId="{0CCB27B3-0D03-4E8E-8D08-702661BB0D1D}" dt="2026-04-14T14:28:38.927" v="1908" actId="478"/>
        <pc:sldMkLst>
          <pc:docMk/>
          <pc:sldMk cId="3889150264" sldId="362"/>
        </pc:sldMkLst>
        <pc:spChg chg="mod">
          <ac:chgData name="Greg Deckler" userId="38fedbb726841d9a" providerId="LiveId" clId="{0CCB27B3-0D03-4E8E-8D08-702661BB0D1D}" dt="2026-04-12T23:37:58.501" v="956" actId="403"/>
          <ac:spMkLst>
            <pc:docMk/>
            <pc:sldMk cId="3889150264" sldId="362"/>
            <ac:spMk id="9" creationId="{21BF1052-1515-2D6A-747E-8BABF80C0850}"/>
          </ac:spMkLst>
        </pc:spChg>
        <pc:spChg chg="mod">
          <ac:chgData name="Greg Deckler" userId="38fedbb726841d9a" providerId="LiveId" clId="{0CCB27B3-0D03-4E8E-8D08-702661BB0D1D}" dt="2026-04-12T23:39:37.201" v="1025" actId="1036"/>
          <ac:spMkLst>
            <pc:docMk/>
            <pc:sldMk cId="3889150264" sldId="362"/>
            <ac:spMk id="12" creationId="{303ED591-D17B-972F-A6A9-971396E258A1}"/>
          </ac:spMkLst>
        </pc:spChg>
        <pc:spChg chg="mod">
          <ac:chgData name="Greg Deckler" userId="38fedbb726841d9a" providerId="LiveId" clId="{0CCB27B3-0D03-4E8E-8D08-702661BB0D1D}" dt="2026-04-12T23:38:46.783" v="979" actId="20577"/>
          <ac:spMkLst>
            <pc:docMk/>
            <pc:sldMk cId="3889150264" sldId="362"/>
            <ac:spMk id="22" creationId="{E8517517-D4B7-C2F8-ABA5-EEF8F40681AB}"/>
          </ac:spMkLst>
        </pc:spChg>
        <pc:spChg chg="mod">
          <ac:chgData name="Greg Deckler" userId="38fedbb726841d9a" providerId="LiveId" clId="{0CCB27B3-0D03-4E8E-8D08-702661BB0D1D}" dt="2026-04-12T23:38:52.982" v="992" actId="20577"/>
          <ac:spMkLst>
            <pc:docMk/>
            <pc:sldMk cId="3889150264" sldId="362"/>
            <ac:spMk id="25" creationId="{B060AE7D-2863-EF9F-5312-8A87FBE97E74}"/>
          </ac:spMkLst>
        </pc:spChg>
        <pc:spChg chg="mod">
          <ac:chgData name="Greg Deckler" userId="38fedbb726841d9a" providerId="LiveId" clId="{0CCB27B3-0D03-4E8E-8D08-702661BB0D1D}" dt="2026-04-12T23:38:15.365" v="965" actId="403"/>
          <ac:spMkLst>
            <pc:docMk/>
            <pc:sldMk cId="3889150264" sldId="362"/>
            <ac:spMk id="27" creationId="{8586703A-11CC-3DB9-BF34-5753943690AC}"/>
          </ac:spMkLst>
        </pc:spChg>
        <pc:spChg chg="add mod">
          <ac:chgData name="Greg Deckler" userId="38fedbb726841d9a" providerId="LiveId" clId="{0CCB27B3-0D03-4E8E-8D08-702661BB0D1D}" dt="2026-04-12T23:39:04.597" v="994" actId="1076"/>
          <ac:spMkLst>
            <pc:docMk/>
            <pc:sldMk cId="3889150264" sldId="362"/>
            <ac:spMk id="30" creationId="{7BE3DDBF-2611-1AA4-F63E-9E90A8C1C650}"/>
          </ac:spMkLst>
        </pc:spChg>
        <pc:spChg chg="add mod">
          <ac:chgData name="Greg Deckler" userId="38fedbb726841d9a" providerId="LiveId" clId="{0CCB27B3-0D03-4E8E-8D08-702661BB0D1D}" dt="2026-04-12T23:39:15.305" v="1024" actId="20577"/>
          <ac:spMkLst>
            <pc:docMk/>
            <pc:sldMk cId="3889150264" sldId="362"/>
            <ac:spMk id="32" creationId="{E097DD6B-865F-66CD-A82A-2995601CB441}"/>
          </ac:spMkLst>
        </pc:spChg>
        <pc:spChg chg="add mod">
          <ac:chgData name="Greg Deckler" userId="38fedbb726841d9a" providerId="LiveId" clId="{0CCB27B3-0D03-4E8E-8D08-702661BB0D1D}" dt="2026-04-12T23:39:47.546" v="1053" actId="20577"/>
          <ac:spMkLst>
            <pc:docMk/>
            <pc:sldMk cId="3889150264" sldId="362"/>
            <ac:spMk id="34" creationId="{AF7C2204-5057-DD25-63BF-2C9C170FA3E6}"/>
          </ac:spMkLst>
        </pc:spChg>
      </pc:sldChg>
      <pc:sldChg chg="addSp delSp modSp add mod ord">
        <pc:chgData name="Greg Deckler" userId="38fedbb726841d9a" providerId="LiveId" clId="{0CCB27B3-0D03-4E8E-8D08-702661BB0D1D}" dt="2026-04-14T21:30:58.015" v="4034" actId="20577"/>
        <pc:sldMkLst>
          <pc:docMk/>
          <pc:sldMk cId="542539684" sldId="363"/>
        </pc:sldMkLst>
        <pc:spChg chg="mod">
          <ac:chgData name="Greg Deckler" userId="38fedbb726841d9a" providerId="LiveId" clId="{0CCB27B3-0D03-4E8E-8D08-702661BB0D1D}" dt="2026-04-14T21:30:48.465" v="4017"/>
          <ac:spMkLst>
            <pc:docMk/>
            <pc:sldMk cId="542539684" sldId="363"/>
            <ac:spMk id="10" creationId="{73665ED3-A4FA-FF83-8776-A055A35733C9}"/>
          </ac:spMkLst>
        </pc:spChg>
        <pc:spChg chg="mod">
          <ac:chgData name="Greg Deckler" userId="38fedbb726841d9a" providerId="LiveId" clId="{0CCB27B3-0D03-4E8E-8D08-702661BB0D1D}" dt="2026-04-14T21:30:58.015" v="4034" actId="20577"/>
          <ac:spMkLst>
            <pc:docMk/>
            <pc:sldMk cId="542539684" sldId="363"/>
            <ac:spMk id="11" creationId="{60798481-B82B-7DDE-AF06-3C7E5C8C4B57}"/>
          </ac:spMkLst>
        </pc:spChg>
        <pc:picChg chg="add mod">
          <ac:chgData name="Greg Deckler" userId="38fedbb726841d9a" providerId="LiveId" clId="{0CCB27B3-0D03-4E8E-8D08-702661BB0D1D}" dt="2026-04-14T19:42:47.169" v="2020" actId="14100"/>
          <ac:picMkLst>
            <pc:docMk/>
            <pc:sldMk cId="542539684" sldId="363"/>
            <ac:picMk id="16" creationId="{362E399A-51D4-979C-5A94-E2656D0BA95C}"/>
          </ac:picMkLst>
        </pc:picChg>
      </pc:sldChg>
      <pc:sldChg chg="addSp delSp modSp add mod">
        <pc:chgData name="Greg Deckler" userId="38fedbb726841d9a" providerId="LiveId" clId="{0CCB27B3-0D03-4E8E-8D08-702661BB0D1D}" dt="2026-04-14T20:29:30.147" v="2868" actId="6549"/>
        <pc:sldMkLst>
          <pc:docMk/>
          <pc:sldMk cId="1518527150" sldId="364"/>
        </pc:sldMkLst>
        <pc:spChg chg="mod">
          <ac:chgData name="Greg Deckler" userId="38fedbb726841d9a" providerId="LiveId" clId="{0CCB27B3-0D03-4E8E-8D08-702661BB0D1D}" dt="2026-04-14T20:27:09.590" v="2822" actId="1035"/>
          <ac:spMkLst>
            <pc:docMk/>
            <pc:sldMk cId="1518527150" sldId="364"/>
            <ac:spMk id="9" creationId="{704962A7-FCCB-8F4C-C453-24F3436132BA}"/>
          </ac:spMkLst>
        </pc:spChg>
        <pc:spChg chg="add mod">
          <ac:chgData name="Greg Deckler" userId="38fedbb726841d9a" providerId="LiveId" clId="{0CCB27B3-0D03-4E8E-8D08-702661BB0D1D}" dt="2026-04-14T20:29:30.147" v="2868" actId="6549"/>
          <ac:spMkLst>
            <pc:docMk/>
            <pc:sldMk cId="1518527150" sldId="364"/>
            <ac:spMk id="43" creationId="{30B145BB-0B2D-0835-DC9D-A9CB5FDE97DB}"/>
          </ac:spMkLst>
        </pc:spChg>
        <pc:spChg chg="add mod">
          <ac:chgData name="Greg Deckler" userId="38fedbb726841d9a" providerId="LiveId" clId="{0CCB27B3-0D03-4E8E-8D08-702661BB0D1D}" dt="2026-04-14T20:28:50.379" v="2840" actId="1037"/>
          <ac:spMkLst>
            <pc:docMk/>
            <pc:sldMk cId="1518527150" sldId="364"/>
            <ac:spMk id="44" creationId="{E9F1067D-8245-18DB-2AF9-B4C9A3475DC6}"/>
          </ac:spMkLst>
        </pc:spChg>
      </pc:sldChg>
      <pc:sldChg chg="addSp delSp modSp add mod">
        <pc:chgData name="Greg Deckler" userId="38fedbb726841d9a" providerId="LiveId" clId="{0CCB27B3-0D03-4E8E-8D08-702661BB0D1D}" dt="2026-04-14T20:30:14.113" v="2915" actId="27636"/>
        <pc:sldMkLst>
          <pc:docMk/>
          <pc:sldMk cId="3790710605" sldId="365"/>
        </pc:sldMkLst>
        <pc:spChg chg="add mod">
          <ac:chgData name="Greg Deckler" userId="38fedbb726841d9a" providerId="LiveId" clId="{0CCB27B3-0D03-4E8E-8D08-702661BB0D1D}" dt="2026-04-14T20:30:14.113" v="2915" actId="27636"/>
          <ac:spMkLst>
            <pc:docMk/>
            <pc:sldMk cId="3790710605" sldId="365"/>
            <ac:spMk id="12" creationId="{7129B007-02A1-37D5-F986-25734325438F}"/>
          </ac:spMkLst>
        </pc:spChg>
        <pc:spChg chg="mod">
          <ac:chgData name="Greg Deckler" userId="38fedbb726841d9a" providerId="LiveId" clId="{0CCB27B3-0D03-4E8E-8D08-702661BB0D1D}" dt="2026-04-14T20:29:55.149" v="2907" actId="20577"/>
          <ac:spMkLst>
            <pc:docMk/>
            <pc:sldMk cId="3790710605" sldId="365"/>
            <ac:spMk id="43" creationId="{4502F6E2-7EDB-D742-BCC4-4DBD69FF5F82}"/>
          </ac:spMkLst>
        </pc:spChg>
      </pc:sldChg>
      <pc:sldChg chg="modSp add mod">
        <pc:chgData name="Greg Deckler" userId="38fedbb726841d9a" providerId="LiveId" clId="{0CCB27B3-0D03-4E8E-8D08-702661BB0D1D}" dt="2026-04-14T20:57:06.234" v="3569" actId="20577"/>
        <pc:sldMkLst>
          <pc:docMk/>
          <pc:sldMk cId="2093070071" sldId="367"/>
        </pc:sldMkLst>
        <pc:spChg chg="mod">
          <ac:chgData name="Greg Deckler" userId="38fedbb726841d9a" providerId="LiveId" clId="{0CCB27B3-0D03-4E8E-8D08-702661BB0D1D}" dt="2026-04-14T20:57:06.234" v="3569" actId="20577"/>
          <ac:spMkLst>
            <pc:docMk/>
            <pc:sldMk cId="2093070071" sldId="367"/>
            <ac:spMk id="13" creationId="{7638B6F5-B5A2-4FEF-C23F-25ADDB701B34}"/>
          </ac:spMkLst>
        </pc:spChg>
      </pc:sldChg>
      <pc:sldChg chg="delSp modSp add mod">
        <pc:chgData name="Greg Deckler" userId="38fedbb726841d9a" providerId="LiveId" clId="{0CCB27B3-0D03-4E8E-8D08-702661BB0D1D}" dt="2026-04-14T20:42:47.321" v="3009" actId="20577"/>
        <pc:sldMkLst>
          <pc:docMk/>
          <pc:sldMk cId="4136250660" sldId="368"/>
        </pc:sldMkLst>
        <pc:spChg chg="mod">
          <ac:chgData name="Greg Deckler" userId="38fedbb726841d9a" providerId="LiveId" clId="{0CCB27B3-0D03-4E8E-8D08-702661BB0D1D}" dt="2026-04-14T20:42:47.321" v="3009" actId="20577"/>
          <ac:spMkLst>
            <pc:docMk/>
            <pc:sldMk cId="4136250660" sldId="368"/>
            <ac:spMk id="13" creationId="{34EC049D-2B51-4407-A052-E0311BED915E}"/>
          </ac:spMkLst>
        </pc:spChg>
        <pc:spChg chg="mod">
          <ac:chgData name="Greg Deckler" userId="38fedbb726841d9a" providerId="LiveId" clId="{0CCB27B3-0D03-4E8E-8D08-702661BB0D1D}" dt="2026-04-14T20:41:24.621" v="2963"/>
          <ac:spMkLst>
            <pc:docMk/>
            <pc:sldMk cId="4136250660" sldId="368"/>
            <ac:spMk id="43" creationId="{E8AF93A3-ACCD-E237-B3DA-DDCD19C5AE54}"/>
          </ac:spMkLst>
        </pc:spChg>
      </pc:sldChg>
      <pc:sldChg chg="modSp add mod">
        <pc:chgData name="Greg Deckler" userId="38fedbb726841d9a" providerId="LiveId" clId="{0CCB27B3-0D03-4E8E-8D08-702661BB0D1D}" dt="2026-04-14T20:43:58.993" v="3014" actId="207"/>
        <pc:sldMkLst>
          <pc:docMk/>
          <pc:sldMk cId="3729552430" sldId="369"/>
        </pc:sldMkLst>
        <pc:spChg chg="mod">
          <ac:chgData name="Greg Deckler" userId="38fedbb726841d9a" providerId="LiveId" clId="{0CCB27B3-0D03-4E8E-8D08-702661BB0D1D}" dt="2026-04-14T20:43:58.993" v="3014" actId="207"/>
          <ac:spMkLst>
            <pc:docMk/>
            <pc:sldMk cId="3729552430" sldId="369"/>
            <ac:spMk id="13" creationId="{D2706578-EB02-D755-6829-D2F2EBFBB4E5}"/>
          </ac:spMkLst>
        </pc:spChg>
        <pc:spChg chg="mod">
          <ac:chgData name="Greg Deckler" userId="38fedbb726841d9a" providerId="LiveId" clId="{0CCB27B3-0D03-4E8E-8D08-702661BB0D1D}" dt="2026-04-14T20:43:46.939" v="3012" actId="207"/>
          <ac:spMkLst>
            <pc:docMk/>
            <pc:sldMk cId="3729552430" sldId="369"/>
            <ac:spMk id="43" creationId="{D4485C30-358F-177B-8AEC-9A65D18A090A}"/>
          </ac:spMkLst>
        </pc:spChg>
      </pc:sldChg>
      <pc:sldChg chg="modSp add mod">
        <pc:chgData name="Greg Deckler" userId="38fedbb726841d9a" providerId="LiveId" clId="{0CCB27B3-0D03-4E8E-8D08-702661BB0D1D}" dt="2026-04-14T20:44:45.585" v="3019" actId="207"/>
        <pc:sldMkLst>
          <pc:docMk/>
          <pc:sldMk cId="3557374565" sldId="370"/>
        </pc:sldMkLst>
        <pc:spChg chg="mod">
          <ac:chgData name="Greg Deckler" userId="38fedbb726841d9a" providerId="LiveId" clId="{0CCB27B3-0D03-4E8E-8D08-702661BB0D1D}" dt="2026-04-14T20:44:45.585" v="3019" actId="207"/>
          <ac:spMkLst>
            <pc:docMk/>
            <pc:sldMk cId="3557374565" sldId="370"/>
            <ac:spMk id="13" creationId="{8AF18EB6-F77D-4A93-0CF2-B5546CD853EB}"/>
          </ac:spMkLst>
        </pc:spChg>
        <pc:spChg chg="mod">
          <ac:chgData name="Greg Deckler" userId="38fedbb726841d9a" providerId="LiveId" clId="{0CCB27B3-0D03-4E8E-8D08-702661BB0D1D}" dt="2026-04-14T20:44:34.777" v="3017" actId="207"/>
          <ac:spMkLst>
            <pc:docMk/>
            <pc:sldMk cId="3557374565" sldId="370"/>
            <ac:spMk id="43" creationId="{21A50F2C-2272-DBAC-68AC-4485764828BB}"/>
          </ac:spMkLst>
        </pc:spChg>
      </pc:sldChg>
      <pc:sldChg chg="modSp add mod">
        <pc:chgData name="Greg Deckler" userId="38fedbb726841d9a" providerId="LiveId" clId="{0CCB27B3-0D03-4E8E-8D08-702661BB0D1D}" dt="2026-04-14T20:45:29.047" v="3024" actId="207"/>
        <pc:sldMkLst>
          <pc:docMk/>
          <pc:sldMk cId="1233619462" sldId="371"/>
        </pc:sldMkLst>
        <pc:spChg chg="mod">
          <ac:chgData name="Greg Deckler" userId="38fedbb726841d9a" providerId="LiveId" clId="{0CCB27B3-0D03-4E8E-8D08-702661BB0D1D}" dt="2026-04-14T20:45:29.047" v="3024" actId="207"/>
          <ac:spMkLst>
            <pc:docMk/>
            <pc:sldMk cId="1233619462" sldId="371"/>
            <ac:spMk id="13" creationId="{02DE5951-5BD6-7B80-EE18-9D164F3C1A75}"/>
          </ac:spMkLst>
        </pc:spChg>
        <pc:spChg chg="mod">
          <ac:chgData name="Greg Deckler" userId="38fedbb726841d9a" providerId="LiveId" clId="{0CCB27B3-0D03-4E8E-8D08-702661BB0D1D}" dt="2026-04-14T20:45:12.859" v="3022" actId="207"/>
          <ac:spMkLst>
            <pc:docMk/>
            <pc:sldMk cId="1233619462" sldId="371"/>
            <ac:spMk id="43" creationId="{46F152F5-978D-84C0-C5E1-D27781E82D3F}"/>
          </ac:spMkLst>
        </pc:spChg>
      </pc:sldChg>
      <pc:sldChg chg="addSp delSp modSp add mod">
        <pc:chgData name="Greg Deckler" userId="38fedbb726841d9a" providerId="LiveId" clId="{0CCB27B3-0D03-4E8E-8D08-702661BB0D1D}" dt="2026-04-14T20:46:55.891" v="3044" actId="14100"/>
        <pc:sldMkLst>
          <pc:docMk/>
          <pc:sldMk cId="2114392022" sldId="372"/>
        </pc:sldMkLst>
        <pc:spChg chg="mod">
          <ac:chgData name="Greg Deckler" userId="38fedbb726841d9a" providerId="LiveId" clId="{0CCB27B3-0D03-4E8E-8D08-702661BB0D1D}" dt="2026-04-14T20:46:42.436" v="3042" actId="207"/>
          <ac:spMkLst>
            <pc:docMk/>
            <pc:sldMk cId="2114392022" sldId="372"/>
            <ac:spMk id="2" creationId="{48FC60B1-370A-2D23-16D3-D2EC56349637}"/>
          </ac:spMkLst>
        </pc:spChg>
        <pc:spChg chg="mod">
          <ac:chgData name="Greg Deckler" userId="38fedbb726841d9a" providerId="LiveId" clId="{0CCB27B3-0D03-4E8E-8D08-702661BB0D1D}" dt="2026-04-14T20:46:42.436" v="3042" actId="207"/>
          <ac:spMkLst>
            <pc:docMk/>
            <pc:sldMk cId="2114392022" sldId="372"/>
            <ac:spMk id="3" creationId="{C7E69B4C-49BD-6A57-E488-4EC563555742}"/>
          </ac:spMkLst>
        </pc:spChg>
        <pc:spChg chg="mod">
          <ac:chgData name="Greg Deckler" userId="38fedbb726841d9a" providerId="LiveId" clId="{0CCB27B3-0D03-4E8E-8D08-702661BB0D1D}" dt="2026-04-14T20:46:42.436" v="3042" actId="207"/>
          <ac:spMkLst>
            <pc:docMk/>
            <pc:sldMk cId="2114392022" sldId="372"/>
            <ac:spMk id="5" creationId="{8D98CD06-AEF6-9153-CA54-1BEE589609A6}"/>
          </ac:spMkLst>
        </pc:spChg>
        <pc:spChg chg="mod">
          <ac:chgData name="Greg Deckler" userId="38fedbb726841d9a" providerId="LiveId" clId="{0CCB27B3-0D03-4E8E-8D08-702661BB0D1D}" dt="2026-04-14T20:46:42.436" v="3042" actId="207"/>
          <ac:spMkLst>
            <pc:docMk/>
            <pc:sldMk cId="2114392022" sldId="372"/>
            <ac:spMk id="6" creationId="{70EDFC94-106B-7A3F-2F33-0580E1B81C9E}"/>
          </ac:spMkLst>
        </pc:spChg>
        <pc:spChg chg="mod">
          <ac:chgData name="Greg Deckler" userId="38fedbb726841d9a" providerId="LiveId" clId="{0CCB27B3-0D03-4E8E-8D08-702661BB0D1D}" dt="2026-04-14T20:46:42.436" v="3042" actId="207"/>
          <ac:spMkLst>
            <pc:docMk/>
            <pc:sldMk cId="2114392022" sldId="372"/>
            <ac:spMk id="7" creationId="{6C16A554-CEC4-7723-C788-0C5F7B0129FA}"/>
          </ac:spMkLst>
        </pc:spChg>
        <pc:spChg chg="mod">
          <ac:chgData name="Greg Deckler" userId="38fedbb726841d9a" providerId="LiveId" clId="{0CCB27B3-0D03-4E8E-8D08-702661BB0D1D}" dt="2026-04-14T20:46:42.436" v="3042" actId="207"/>
          <ac:spMkLst>
            <pc:docMk/>
            <pc:sldMk cId="2114392022" sldId="372"/>
            <ac:spMk id="8" creationId="{DE1E4E86-E9A0-2D5B-9A87-13B7E579086F}"/>
          </ac:spMkLst>
        </pc:spChg>
        <pc:spChg chg="mod">
          <ac:chgData name="Greg Deckler" userId="38fedbb726841d9a" providerId="LiveId" clId="{0CCB27B3-0D03-4E8E-8D08-702661BB0D1D}" dt="2026-04-14T20:46:42.436" v="3042" actId="207"/>
          <ac:spMkLst>
            <pc:docMk/>
            <pc:sldMk cId="2114392022" sldId="372"/>
            <ac:spMk id="9" creationId="{87C3D96B-4138-46C2-F663-8233BFB0FCAA}"/>
          </ac:spMkLst>
        </pc:spChg>
        <pc:spChg chg="mod">
          <ac:chgData name="Greg Deckler" userId="38fedbb726841d9a" providerId="LiveId" clId="{0CCB27B3-0D03-4E8E-8D08-702661BB0D1D}" dt="2026-04-14T20:46:42.436" v="3042" actId="207"/>
          <ac:spMkLst>
            <pc:docMk/>
            <pc:sldMk cId="2114392022" sldId="372"/>
            <ac:spMk id="10" creationId="{8FF20946-D571-62E2-F9C8-4C6107E4EB22}"/>
          </ac:spMkLst>
        </pc:spChg>
        <pc:spChg chg="mod">
          <ac:chgData name="Greg Deckler" userId="38fedbb726841d9a" providerId="LiveId" clId="{0CCB27B3-0D03-4E8E-8D08-702661BB0D1D}" dt="2026-04-14T20:46:42.436" v="3042" actId="207"/>
          <ac:spMkLst>
            <pc:docMk/>
            <pc:sldMk cId="2114392022" sldId="372"/>
            <ac:spMk id="11" creationId="{10A42670-194E-5F71-1768-3600D5A3062D}"/>
          </ac:spMkLst>
        </pc:spChg>
        <pc:spChg chg="mod">
          <ac:chgData name="Greg Deckler" userId="38fedbb726841d9a" providerId="LiveId" clId="{0CCB27B3-0D03-4E8E-8D08-702661BB0D1D}" dt="2026-04-14T20:46:42.436" v="3042" actId="207"/>
          <ac:spMkLst>
            <pc:docMk/>
            <pc:sldMk cId="2114392022" sldId="372"/>
            <ac:spMk id="43" creationId="{B5A14E99-5201-AA47-1BE4-DEFD7AFD55C4}"/>
          </ac:spMkLst>
        </pc:spChg>
        <pc:graphicFrameChg chg="add mod modGraphic">
          <ac:chgData name="Greg Deckler" userId="38fedbb726841d9a" providerId="LiveId" clId="{0CCB27B3-0D03-4E8E-8D08-702661BB0D1D}" dt="2026-04-14T20:46:55.891" v="3044" actId="14100"/>
          <ac:graphicFrameMkLst>
            <pc:docMk/>
            <pc:sldMk cId="2114392022" sldId="372"/>
            <ac:graphicFrameMk id="12" creationId="{CF856A41-A166-6D96-7ABE-0AA9434370EA}"/>
          </ac:graphicFrameMkLst>
        </pc:graphicFrameChg>
      </pc:sldChg>
      <pc:sldChg chg="addSp delSp modSp add mod">
        <pc:chgData name="Greg Deckler" userId="38fedbb726841d9a" providerId="LiveId" clId="{0CCB27B3-0D03-4E8E-8D08-702661BB0D1D}" dt="2026-04-14T20:48:17.544" v="3066" actId="20577"/>
        <pc:sldMkLst>
          <pc:docMk/>
          <pc:sldMk cId="2279309882" sldId="373"/>
        </pc:sldMkLst>
        <pc:spChg chg="add mod">
          <ac:chgData name="Greg Deckler" userId="38fedbb726841d9a" providerId="LiveId" clId="{0CCB27B3-0D03-4E8E-8D08-702661BB0D1D}" dt="2026-04-14T20:47:59.319" v="3054" actId="207"/>
          <ac:spMkLst>
            <pc:docMk/>
            <pc:sldMk cId="2279309882" sldId="373"/>
            <ac:spMk id="12" creationId="{A08C4FB0-E7CE-266D-5963-428F70020EC4}"/>
          </ac:spMkLst>
        </pc:spChg>
        <pc:spChg chg="mod">
          <ac:chgData name="Greg Deckler" userId="38fedbb726841d9a" providerId="LiveId" clId="{0CCB27B3-0D03-4E8E-8D08-702661BB0D1D}" dt="2026-04-14T20:48:17.544" v="3066" actId="20577"/>
          <ac:spMkLst>
            <pc:docMk/>
            <pc:sldMk cId="2279309882" sldId="373"/>
            <ac:spMk id="43" creationId="{05A238A4-B9F8-3867-C02B-684BD5E9ACAC}"/>
          </ac:spMkLst>
        </pc:spChg>
      </pc:sldChg>
      <pc:sldChg chg="addSp delSp modSp add mod ord">
        <pc:chgData name="Greg Deckler" userId="38fedbb726841d9a" providerId="LiveId" clId="{0CCB27B3-0D03-4E8E-8D08-702661BB0D1D}" dt="2026-04-14T20:57:28.364" v="3575" actId="1036"/>
        <pc:sldMkLst>
          <pc:docMk/>
          <pc:sldMk cId="35433348" sldId="374"/>
        </pc:sldMkLst>
        <pc:spChg chg="mod">
          <ac:chgData name="Greg Deckler" userId="38fedbb726841d9a" providerId="LiveId" clId="{0CCB27B3-0D03-4E8E-8D08-702661BB0D1D}" dt="2026-04-14T20:50:45.118" v="3246" actId="20577"/>
          <ac:spMkLst>
            <pc:docMk/>
            <pc:sldMk cId="35433348" sldId="374"/>
            <ac:spMk id="9" creationId="{7DB730E2-9A54-F10D-4127-0F7953F7F205}"/>
          </ac:spMkLst>
        </pc:spChg>
        <pc:spChg chg="mod">
          <ac:chgData name="Greg Deckler" userId="38fedbb726841d9a" providerId="LiveId" clId="{0CCB27B3-0D03-4E8E-8D08-702661BB0D1D}" dt="2026-04-14T20:57:28.364" v="3575" actId="1036"/>
          <ac:spMkLst>
            <pc:docMk/>
            <pc:sldMk cId="35433348" sldId="374"/>
            <ac:spMk id="14" creationId="{43204606-036E-BF37-663A-574816247ADB}"/>
          </ac:spMkLst>
        </pc:spChg>
        <pc:spChg chg="mod">
          <ac:chgData name="Greg Deckler" userId="38fedbb726841d9a" providerId="LiveId" clId="{0CCB27B3-0D03-4E8E-8D08-702661BB0D1D}" dt="2026-04-14T20:57:28.364" v="3575" actId="1036"/>
          <ac:spMkLst>
            <pc:docMk/>
            <pc:sldMk cId="35433348" sldId="374"/>
            <ac:spMk id="17" creationId="{3BE0E308-AA62-C8FC-2BC2-0EF8E5ECB321}"/>
          </ac:spMkLst>
        </pc:spChg>
        <pc:spChg chg="mod">
          <ac:chgData name="Greg Deckler" userId="38fedbb726841d9a" providerId="LiveId" clId="{0CCB27B3-0D03-4E8E-8D08-702661BB0D1D}" dt="2026-04-14T20:57:28.364" v="3575" actId="1036"/>
          <ac:spMkLst>
            <pc:docMk/>
            <pc:sldMk cId="35433348" sldId="374"/>
            <ac:spMk id="30" creationId="{477B26F9-1641-C099-907C-1E7B4314CB5D}"/>
          </ac:spMkLst>
        </pc:spChg>
        <pc:spChg chg="mod">
          <ac:chgData name="Greg Deckler" userId="38fedbb726841d9a" providerId="LiveId" clId="{0CCB27B3-0D03-4E8E-8D08-702661BB0D1D}" dt="2026-04-14T20:57:28.364" v="3575" actId="1036"/>
          <ac:spMkLst>
            <pc:docMk/>
            <pc:sldMk cId="35433348" sldId="374"/>
            <ac:spMk id="31" creationId="{AFD95829-2B63-78A1-D254-06D8FA7673A7}"/>
          </ac:spMkLst>
        </pc:spChg>
        <pc:spChg chg="mod">
          <ac:chgData name="Greg Deckler" userId="38fedbb726841d9a" providerId="LiveId" clId="{0CCB27B3-0D03-4E8E-8D08-702661BB0D1D}" dt="2026-04-14T20:57:28.364" v="3575" actId="1036"/>
          <ac:spMkLst>
            <pc:docMk/>
            <pc:sldMk cId="35433348" sldId="374"/>
            <ac:spMk id="32" creationId="{FE45D635-A079-CE98-0761-3D5DE19A6E1E}"/>
          </ac:spMkLst>
        </pc:spChg>
        <pc:spChg chg="mod">
          <ac:chgData name="Greg Deckler" userId="38fedbb726841d9a" providerId="LiveId" clId="{0CCB27B3-0D03-4E8E-8D08-702661BB0D1D}" dt="2026-04-14T20:57:28.364" v="3575" actId="1036"/>
          <ac:spMkLst>
            <pc:docMk/>
            <pc:sldMk cId="35433348" sldId="374"/>
            <ac:spMk id="33" creationId="{CB9E4296-2D16-41D8-2933-6D4F27652217}"/>
          </ac:spMkLst>
        </pc:spChg>
        <pc:spChg chg="mod">
          <ac:chgData name="Greg Deckler" userId="38fedbb726841d9a" providerId="LiveId" clId="{0CCB27B3-0D03-4E8E-8D08-702661BB0D1D}" dt="2026-04-14T20:57:28.364" v="3575" actId="1036"/>
          <ac:spMkLst>
            <pc:docMk/>
            <pc:sldMk cId="35433348" sldId="374"/>
            <ac:spMk id="34" creationId="{8CD334A7-C0A4-A504-B6AD-8936B8BB778F}"/>
          </ac:spMkLst>
        </pc:spChg>
        <pc:spChg chg="mod">
          <ac:chgData name="Greg Deckler" userId="38fedbb726841d9a" providerId="LiveId" clId="{0CCB27B3-0D03-4E8E-8D08-702661BB0D1D}" dt="2026-04-14T20:57:28.364" v="3575" actId="1036"/>
          <ac:spMkLst>
            <pc:docMk/>
            <pc:sldMk cId="35433348" sldId="374"/>
            <ac:spMk id="35" creationId="{AFC9BA87-4361-92DE-B319-7DF327FB3C1C}"/>
          </ac:spMkLst>
        </pc:spChg>
        <pc:spChg chg="mod">
          <ac:chgData name="Greg Deckler" userId="38fedbb726841d9a" providerId="LiveId" clId="{0CCB27B3-0D03-4E8E-8D08-702661BB0D1D}" dt="2026-04-14T20:51:49.441" v="3344" actId="20577"/>
          <ac:spMkLst>
            <pc:docMk/>
            <pc:sldMk cId="35433348" sldId="374"/>
            <ac:spMk id="37" creationId="{247C9F3B-E02E-66D5-7900-B5AD24C9E202}"/>
          </ac:spMkLst>
        </pc:spChg>
        <pc:spChg chg="mod">
          <ac:chgData name="Greg Deckler" userId="38fedbb726841d9a" providerId="LiveId" clId="{0CCB27B3-0D03-4E8E-8D08-702661BB0D1D}" dt="2026-04-14T20:51:59.147" v="3345" actId="1076"/>
          <ac:spMkLst>
            <pc:docMk/>
            <pc:sldMk cId="35433348" sldId="374"/>
            <ac:spMk id="39" creationId="{D3ADC288-B50E-D307-9CE6-81B201AE0DD9}"/>
          </ac:spMkLst>
        </pc:spChg>
        <pc:spChg chg="add mod">
          <ac:chgData name="Greg Deckler" userId="38fedbb726841d9a" providerId="LiveId" clId="{0CCB27B3-0D03-4E8E-8D08-702661BB0D1D}" dt="2026-04-14T20:50:22.407" v="3222" actId="313"/>
          <ac:spMkLst>
            <pc:docMk/>
            <pc:sldMk cId="35433348" sldId="374"/>
            <ac:spMk id="40" creationId="{D6802473-D556-5447-858B-FB1B4CA94A5C}"/>
          </ac:spMkLst>
        </pc:spChg>
        <pc:spChg chg="mod">
          <ac:chgData name="Greg Deckler" userId="38fedbb726841d9a" providerId="LiveId" clId="{0CCB27B3-0D03-4E8E-8D08-702661BB0D1D}" dt="2026-04-14T20:51:59.147" v="3345" actId="1076"/>
          <ac:spMkLst>
            <pc:docMk/>
            <pc:sldMk cId="35433348" sldId="374"/>
            <ac:spMk id="41" creationId="{5319425B-D0FD-BAB4-AA65-4738CEE23863}"/>
          </ac:spMkLst>
        </pc:spChg>
        <pc:spChg chg="mod">
          <ac:chgData name="Greg Deckler" userId="38fedbb726841d9a" providerId="LiveId" clId="{0CCB27B3-0D03-4E8E-8D08-702661BB0D1D}" dt="2026-04-14T20:51:59.147" v="3345" actId="1076"/>
          <ac:spMkLst>
            <pc:docMk/>
            <pc:sldMk cId="35433348" sldId="374"/>
            <ac:spMk id="43" creationId="{651A3C53-A80F-1106-54D9-28EFE9EF2774}"/>
          </ac:spMkLst>
        </pc:spChg>
        <pc:spChg chg="add mod">
          <ac:chgData name="Greg Deckler" userId="38fedbb726841d9a" providerId="LiveId" clId="{0CCB27B3-0D03-4E8E-8D08-702661BB0D1D}" dt="2026-04-14T20:52:11.691" v="3347" actId="1076"/>
          <ac:spMkLst>
            <pc:docMk/>
            <pc:sldMk cId="35433348" sldId="374"/>
            <ac:spMk id="44" creationId="{386B40F8-DE66-8BD3-3F05-13CA33D45359}"/>
          </ac:spMkLst>
        </pc:spChg>
        <pc:spChg chg="mod">
          <ac:chgData name="Greg Deckler" userId="38fedbb726841d9a" providerId="LiveId" clId="{0CCB27B3-0D03-4E8E-8D08-702661BB0D1D}" dt="2026-04-14T20:51:59.147" v="3345" actId="1076"/>
          <ac:spMkLst>
            <pc:docMk/>
            <pc:sldMk cId="35433348" sldId="374"/>
            <ac:spMk id="45" creationId="{5D223D47-963F-E53F-8D0B-12E7E0A148AF}"/>
          </ac:spMkLst>
        </pc:spChg>
        <pc:spChg chg="mod">
          <ac:chgData name="Greg Deckler" userId="38fedbb726841d9a" providerId="LiveId" clId="{0CCB27B3-0D03-4E8E-8D08-702661BB0D1D}" dt="2026-04-14T20:51:59.147" v="3345" actId="1076"/>
          <ac:spMkLst>
            <pc:docMk/>
            <pc:sldMk cId="35433348" sldId="374"/>
            <ac:spMk id="47" creationId="{D9202704-9F91-8879-8DF6-B31773C63013}"/>
          </ac:spMkLst>
        </pc:spChg>
        <pc:spChg chg="add mod">
          <ac:chgData name="Greg Deckler" userId="38fedbb726841d9a" providerId="LiveId" clId="{0CCB27B3-0D03-4E8E-8D08-702661BB0D1D}" dt="2026-04-14T20:52:22.065" v="3369" actId="14100"/>
          <ac:spMkLst>
            <pc:docMk/>
            <pc:sldMk cId="35433348" sldId="374"/>
            <ac:spMk id="48" creationId="{001684AA-C7BC-1E4E-A8A9-FF7EB950C8B3}"/>
          </ac:spMkLst>
        </pc:spChg>
        <pc:spChg chg="mod">
          <ac:chgData name="Greg Deckler" userId="38fedbb726841d9a" providerId="LiveId" clId="{0CCB27B3-0D03-4E8E-8D08-702661BB0D1D}" dt="2026-04-14T20:51:59.147" v="3345" actId="1076"/>
          <ac:spMkLst>
            <pc:docMk/>
            <pc:sldMk cId="35433348" sldId="374"/>
            <ac:spMk id="49" creationId="{42A699A4-19F2-1FC6-1125-FB4C93886B82}"/>
          </ac:spMkLst>
        </pc:spChg>
        <pc:spChg chg="mod">
          <ac:chgData name="Greg Deckler" userId="38fedbb726841d9a" providerId="LiveId" clId="{0CCB27B3-0D03-4E8E-8D08-702661BB0D1D}" dt="2026-04-14T20:51:59.147" v="3345" actId="1076"/>
          <ac:spMkLst>
            <pc:docMk/>
            <pc:sldMk cId="35433348" sldId="374"/>
            <ac:spMk id="51" creationId="{95C56B1E-121F-A350-F6B0-712B1FDB40EF}"/>
          </ac:spMkLst>
        </pc:spChg>
        <pc:spChg chg="add mod">
          <ac:chgData name="Greg Deckler" userId="38fedbb726841d9a" providerId="LiveId" clId="{0CCB27B3-0D03-4E8E-8D08-702661BB0D1D}" dt="2026-04-14T20:52:11.691" v="3347" actId="1076"/>
          <ac:spMkLst>
            <pc:docMk/>
            <pc:sldMk cId="35433348" sldId="374"/>
            <ac:spMk id="52" creationId="{CE4D9FC3-C3B9-3D90-686E-E0E0213FF59F}"/>
          </ac:spMkLst>
        </pc:spChg>
        <pc:spChg chg="mod">
          <ac:chgData name="Greg Deckler" userId="38fedbb726841d9a" providerId="LiveId" clId="{0CCB27B3-0D03-4E8E-8D08-702661BB0D1D}" dt="2026-04-14T20:53:32.850" v="3502" actId="20577"/>
          <ac:spMkLst>
            <pc:docMk/>
            <pc:sldMk cId="35433348" sldId="374"/>
            <ac:spMk id="53" creationId="{FCF7C185-22CD-F040-631C-2A30C8279E1E}"/>
          </ac:spMkLst>
        </pc:spChg>
        <pc:spChg chg="add mod">
          <ac:chgData name="Greg Deckler" userId="38fedbb726841d9a" providerId="LiveId" clId="{0CCB27B3-0D03-4E8E-8D08-702661BB0D1D}" dt="2026-04-14T20:52:11.691" v="3347" actId="1076"/>
          <ac:spMkLst>
            <pc:docMk/>
            <pc:sldMk cId="35433348" sldId="374"/>
            <ac:spMk id="55" creationId="{4014DBE1-98E8-B15A-DAC6-945C562873D1}"/>
          </ac:spMkLst>
        </pc:spChg>
        <pc:spChg chg="add mod">
          <ac:chgData name="Greg Deckler" userId="38fedbb726841d9a" providerId="LiveId" clId="{0CCB27B3-0D03-4E8E-8D08-702661BB0D1D}" dt="2026-04-14T20:52:11.691" v="3347" actId="1076"/>
          <ac:spMkLst>
            <pc:docMk/>
            <pc:sldMk cId="35433348" sldId="374"/>
            <ac:spMk id="57" creationId="{A35159FE-D4E4-E0A0-916D-3CB3EAA3A712}"/>
          </ac:spMkLst>
        </pc:spChg>
        <pc:spChg chg="add mod">
          <ac:chgData name="Greg Deckler" userId="38fedbb726841d9a" providerId="LiveId" clId="{0CCB27B3-0D03-4E8E-8D08-702661BB0D1D}" dt="2026-04-14T20:52:40.848" v="3404" actId="1036"/>
          <ac:spMkLst>
            <pc:docMk/>
            <pc:sldMk cId="35433348" sldId="374"/>
            <ac:spMk id="59" creationId="{EFC5ABFA-B25C-EAE9-4ACD-5D563C1529F6}"/>
          </ac:spMkLst>
        </pc:spChg>
        <pc:spChg chg="add mod">
          <ac:chgData name="Greg Deckler" userId="38fedbb726841d9a" providerId="LiveId" clId="{0CCB27B3-0D03-4E8E-8D08-702661BB0D1D}" dt="2026-04-14T20:53:11.657" v="3482" actId="1036"/>
          <ac:spMkLst>
            <pc:docMk/>
            <pc:sldMk cId="35433348" sldId="374"/>
            <ac:spMk id="61" creationId="{8A8F032E-BEBF-267A-8088-ADEA8C033970}"/>
          </ac:spMkLst>
        </pc:spChg>
        <pc:spChg chg="add mod">
          <ac:chgData name="Greg Deckler" userId="38fedbb726841d9a" providerId="LiveId" clId="{0CCB27B3-0D03-4E8E-8D08-702661BB0D1D}" dt="2026-04-14T20:53:04.593" v="3478" actId="6549"/>
          <ac:spMkLst>
            <pc:docMk/>
            <pc:sldMk cId="35433348" sldId="374"/>
            <ac:spMk id="63" creationId="{84429841-5160-9A9C-9B9B-73830F5723D5}"/>
          </ac:spMkLst>
        </pc:spChg>
      </pc:sldChg>
      <pc:sldChg chg="addSp delSp modSp add mod">
        <pc:chgData name="Greg Deckler" userId="38fedbb726841d9a" providerId="LiveId" clId="{0CCB27B3-0D03-4E8E-8D08-702661BB0D1D}" dt="2026-04-14T21:07:16.837" v="3658" actId="1076"/>
        <pc:sldMkLst>
          <pc:docMk/>
          <pc:sldMk cId="3585140721" sldId="375"/>
        </pc:sldMkLst>
        <pc:spChg chg="mod">
          <ac:chgData name="Greg Deckler" userId="38fedbb726841d9a" providerId="LiveId" clId="{0CCB27B3-0D03-4E8E-8D08-702661BB0D1D}" dt="2026-04-14T21:03:10.207" v="3610" actId="20577"/>
          <ac:spMkLst>
            <pc:docMk/>
            <pc:sldMk cId="3585140721" sldId="375"/>
            <ac:spMk id="9" creationId="{9817CBA4-4490-B895-05E0-37AA0CD85914}"/>
          </ac:spMkLst>
        </pc:spChg>
        <pc:spChg chg="add mod">
          <ac:chgData name="Greg Deckler" userId="38fedbb726841d9a" providerId="LiveId" clId="{0CCB27B3-0D03-4E8E-8D08-702661BB0D1D}" dt="2026-04-14T21:07:05.379" v="3655" actId="2710"/>
          <ac:spMkLst>
            <pc:docMk/>
            <pc:sldMk cId="3585140721" sldId="375"/>
            <ac:spMk id="50" creationId="{03430002-0163-3B7D-D2C0-45AD92429EDE}"/>
          </ac:spMkLst>
        </pc:spChg>
        <pc:spChg chg="add mod">
          <ac:chgData name="Greg Deckler" userId="38fedbb726841d9a" providerId="LiveId" clId="{0CCB27B3-0D03-4E8E-8D08-702661BB0D1D}" dt="2026-04-14T21:05:16.923" v="3625" actId="1037"/>
          <ac:spMkLst>
            <pc:docMk/>
            <pc:sldMk cId="3585140721" sldId="375"/>
            <ac:spMk id="52" creationId="{9A1ED0D3-B3E8-8CB4-F746-3BCE973415B9}"/>
          </ac:spMkLst>
        </pc:spChg>
        <pc:picChg chg="add mod">
          <ac:chgData name="Greg Deckler" userId="38fedbb726841d9a" providerId="LiveId" clId="{0CCB27B3-0D03-4E8E-8D08-702661BB0D1D}" dt="2026-04-14T21:07:16.837" v="3658" actId="1076"/>
          <ac:picMkLst>
            <pc:docMk/>
            <pc:sldMk cId="3585140721" sldId="375"/>
            <ac:picMk id="53" creationId="{FF55883A-AC88-CFFA-4A5E-192358595239}"/>
          </ac:picMkLst>
        </pc:picChg>
      </pc:sldChg>
      <pc:sldChg chg="addSp delSp modSp add mod">
        <pc:chgData name="Greg Deckler" userId="38fedbb726841d9a" providerId="LiveId" clId="{0CCB27B3-0D03-4E8E-8D08-702661BB0D1D}" dt="2026-04-14T21:09:45.757" v="3720" actId="14100"/>
        <pc:sldMkLst>
          <pc:docMk/>
          <pc:sldMk cId="3850335706" sldId="376"/>
        </pc:sldMkLst>
        <pc:spChg chg="mod">
          <ac:chgData name="Greg Deckler" userId="38fedbb726841d9a" providerId="LiveId" clId="{0CCB27B3-0D03-4E8E-8D08-702661BB0D1D}" dt="2026-04-14T21:09:14.766" v="3712" actId="20577"/>
          <ac:spMkLst>
            <pc:docMk/>
            <pc:sldMk cId="3850335706" sldId="376"/>
            <ac:spMk id="52" creationId="{F0EFAFCD-5315-C979-6045-C9C7F77C0BF1}"/>
          </ac:spMkLst>
        </pc:spChg>
        <pc:picChg chg="add mod">
          <ac:chgData name="Greg Deckler" userId="38fedbb726841d9a" providerId="LiveId" clId="{0CCB27B3-0D03-4E8E-8D08-702661BB0D1D}" dt="2026-04-14T21:09:25.720" v="3717" actId="1076"/>
          <ac:picMkLst>
            <pc:docMk/>
            <pc:sldMk cId="3850335706" sldId="376"/>
            <ac:picMk id="12" creationId="{C48C6185-F2B3-972B-F778-7C3B5901CE2E}"/>
          </ac:picMkLst>
        </pc:picChg>
        <pc:picChg chg="add mod">
          <ac:chgData name="Greg Deckler" userId="38fedbb726841d9a" providerId="LiveId" clId="{0CCB27B3-0D03-4E8E-8D08-702661BB0D1D}" dt="2026-04-14T21:09:45.757" v="3720" actId="14100"/>
          <ac:picMkLst>
            <pc:docMk/>
            <pc:sldMk cId="3850335706" sldId="376"/>
            <ac:picMk id="13" creationId="{6DB0E8EF-73FA-6DBD-1119-9A8D06F2E060}"/>
          </ac:picMkLst>
        </pc:picChg>
      </pc:sldChg>
      <pc:sldChg chg="addSp delSp modSp add mod">
        <pc:chgData name="Greg Deckler" userId="38fedbb726841d9a" providerId="LiveId" clId="{0CCB27B3-0D03-4E8E-8D08-702661BB0D1D}" dt="2026-04-14T21:23:16.053" v="4003" actId="1076"/>
        <pc:sldMkLst>
          <pc:docMk/>
          <pc:sldMk cId="3460971656" sldId="377"/>
        </pc:sldMkLst>
        <pc:spChg chg="mod">
          <ac:chgData name="Greg Deckler" userId="38fedbb726841d9a" providerId="LiveId" clId="{0CCB27B3-0D03-4E8E-8D08-702661BB0D1D}" dt="2026-04-14T21:21:57.455" v="3997" actId="20577"/>
          <ac:spMkLst>
            <pc:docMk/>
            <pc:sldMk cId="3460971656" sldId="377"/>
            <ac:spMk id="52" creationId="{4CD94C16-2118-2FA6-1D21-956579B612DA}"/>
          </ac:spMkLst>
        </pc:spChg>
        <pc:picChg chg="add mod">
          <ac:chgData name="Greg Deckler" userId="38fedbb726841d9a" providerId="LiveId" clId="{0CCB27B3-0D03-4E8E-8D08-702661BB0D1D}" dt="2026-04-14T21:23:16.053" v="4003" actId="1076"/>
          <ac:picMkLst>
            <pc:docMk/>
            <pc:sldMk cId="3460971656" sldId="377"/>
            <ac:picMk id="15" creationId="{B1397EA7-B7C1-2630-168F-3CE10292DF40}"/>
          </ac:picMkLst>
        </pc:picChg>
      </pc:sldChg>
      <pc:sldChg chg="addSp delSp modSp add mod">
        <pc:chgData name="Greg Deckler" userId="38fedbb726841d9a" providerId="LiveId" clId="{0CCB27B3-0D03-4E8E-8D08-702661BB0D1D}" dt="2026-04-16T14:07:55.466" v="5614" actId="20577"/>
        <pc:sldMkLst>
          <pc:docMk/>
          <pc:sldMk cId="1992000576" sldId="378"/>
        </pc:sldMkLst>
        <pc:spChg chg="mod">
          <ac:chgData name="Greg Deckler" userId="38fedbb726841d9a" providerId="LiveId" clId="{0CCB27B3-0D03-4E8E-8D08-702661BB0D1D}" dt="2026-04-15T00:14:46.590" v="4929" actId="20577"/>
          <ac:spMkLst>
            <pc:docMk/>
            <pc:sldMk cId="1992000576" sldId="378"/>
            <ac:spMk id="9" creationId="{91FFDF63-855B-3AEF-E746-E59D868578D7}"/>
          </ac:spMkLst>
        </pc:spChg>
        <pc:spChg chg="add mod">
          <ac:chgData name="Greg Deckler" userId="38fedbb726841d9a" providerId="LiveId" clId="{0CCB27B3-0D03-4E8E-8D08-702661BB0D1D}" dt="2026-04-16T14:07:39.453" v="5612" actId="1076"/>
          <ac:spMkLst>
            <pc:docMk/>
            <pc:sldMk cId="1992000576" sldId="378"/>
            <ac:spMk id="13" creationId="{DCF065EB-519E-ADC4-0084-F2CD7324F858}"/>
          </ac:spMkLst>
        </pc:spChg>
        <pc:spChg chg="add mod">
          <ac:chgData name="Greg Deckler" userId="38fedbb726841d9a" providerId="LiveId" clId="{0CCB27B3-0D03-4E8E-8D08-702661BB0D1D}" dt="2026-04-16T14:07:55.466" v="5614" actId="20577"/>
          <ac:spMkLst>
            <pc:docMk/>
            <pc:sldMk cId="1992000576" sldId="378"/>
            <ac:spMk id="15" creationId="{B3DFE77C-92E4-0B56-B5DD-66AB27281142}"/>
          </ac:spMkLst>
        </pc:spChg>
        <pc:spChg chg="add mod">
          <ac:chgData name="Greg Deckler" userId="38fedbb726841d9a" providerId="LiveId" clId="{0CCB27B3-0D03-4E8E-8D08-702661BB0D1D}" dt="2026-04-16T14:07:33.029" v="5610" actId="6549"/>
          <ac:spMkLst>
            <pc:docMk/>
            <pc:sldMk cId="1992000576" sldId="378"/>
            <ac:spMk id="57" creationId="{0076C04A-0775-F516-D368-79900C9B99B0}"/>
          </ac:spMkLst>
        </pc:spChg>
        <pc:picChg chg="add mod">
          <ac:chgData name="Greg Deckler" userId="38fedbb726841d9a" providerId="LiveId" clId="{0CCB27B3-0D03-4E8E-8D08-702661BB0D1D}" dt="2026-04-14T23:13:58.260" v="4604" actId="14100"/>
          <ac:picMkLst>
            <pc:docMk/>
            <pc:sldMk cId="1992000576" sldId="378"/>
            <ac:picMk id="59" creationId="{342BD45D-BA48-6CA8-991F-E6E316749C33}"/>
          </ac:picMkLst>
        </pc:picChg>
      </pc:sldChg>
      <pc:sldChg chg="add">
        <pc:chgData name="Greg Deckler" userId="38fedbb726841d9a" providerId="LiveId" clId="{0CCB27B3-0D03-4E8E-8D08-702661BB0D1D}" dt="2026-04-16T13:42:00.656" v="5432" actId="2890"/>
        <pc:sldMkLst>
          <pc:docMk/>
          <pc:sldMk cId="730792662" sldId="379"/>
        </pc:sldMkLst>
      </pc:sldChg>
      <pc:sldChg chg="addSp delSp modSp add mod">
        <pc:chgData name="Greg Deckler" userId="38fedbb726841d9a" providerId="LiveId" clId="{0CCB27B3-0D03-4E8E-8D08-702661BB0D1D}" dt="2026-04-16T21:43:10.556" v="5796" actId="1036"/>
        <pc:sldMkLst>
          <pc:docMk/>
          <pc:sldMk cId="336318153" sldId="380"/>
        </pc:sldMkLst>
        <pc:spChg chg="del">
          <ac:chgData name="Greg Deckler" userId="38fedbb726841d9a" providerId="LiveId" clId="{0CCB27B3-0D03-4E8E-8D08-702661BB0D1D}" dt="2026-04-16T21:35:17.395" v="5678" actId="478"/>
          <ac:spMkLst>
            <pc:docMk/>
            <pc:sldMk cId="336318153" sldId="380"/>
            <ac:spMk id="9" creationId="{6268B010-ED0C-9854-A21E-758727B1049E}"/>
          </ac:spMkLst>
        </pc:spChg>
        <pc:spChg chg="del">
          <ac:chgData name="Greg Deckler" userId="38fedbb726841d9a" providerId="LiveId" clId="{0CCB27B3-0D03-4E8E-8D08-702661BB0D1D}" dt="2026-04-16T21:35:17.395" v="5678" actId="478"/>
          <ac:spMkLst>
            <pc:docMk/>
            <pc:sldMk cId="336318153" sldId="380"/>
            <ac:spMk id="13" creationId="{478525F4-CD37-D3D3-7497-54A833CEC885}"/>
          </ac:spMkLst>
        </pc:spChg>
        <pc:spChg chg="del">
          <ac:chgData name="Greg Deckler" userId="38fedbb726841d9a" providerId="LiveId" clId="{0CCB27B3-0D03-4E8E-8D08-702661BB0D1D}" dt="2026-04-16T21:35:17.395" v="5678" actId="478"/>
          <ac:spMkLst>
            <pc:docMk/>
            <pc:sldMk cId="336318153" sldId="380"/>
            <ac:spMk id="16" creationId="{EC107FE1-105C-4D5E-14EB-C73CFD5DC046}"/>
          </ac:spMkLst>
        </pc:spChg>
        <pc:spChg chg="del">
          <ac:chgData name="Greg Deckler" userId="38fedbb726841d9a" providerId="LiveId" clId="{0CCB27B3-0D03-4E8E-8D08-702661BB0D1D}" dt="2026-04-16T21:35:17.395" v="5678" actId="478"/>
          <ac:spMkLst>
            <pc:docMk/>
            <pc:sldMk cId="336318153" sldId="380"/>
            <ac:spMk id="17" creationId="{7DAAE1CA-F1EF-13D2-6B8E-EF28AF125D76}"/>
          </ac:spMkLst>
        </pc:spChg>
        <pc:spChg chg="del">
          <ac:chgData name="Greg Deckler" userId="38fedbb726841d9a" providerId="LiveId" clId="{0CCB27B3-0D03-4E8E-8D08-702661BB0D1D}" dt="2026-04-16T21:35:17.395" v="5678" actId="478"/>
          <ac:spMkLst>
            <pc:docMk/>
            <pc:sldMk cId="336318153" sldId="380"/>
            <ac:spMk id="24" creationId="{68F2BFBC-444D-B036-9786-4B266B6FCFC8}"/>
          </ac:spMkLst>
        </pc:spChg>
        <pc:spChg chg="del">
          <ac:chgData name="Greg Deckler" userId="38fedbb726841d9a" providerId="LiveId" clId="{0CCB27B3-0D03-4E8E-8D08-702661BB0D1D}" dt="2026-04-16T21:35:17.395" v="5678" actId="478"/>
          <ac:spMkLst>
            <pc:docMk/>
            <pc:sldMk cId="336318153" sldId="380"/>
            <ac:spMk id="27" creationId="{59BAD705-3AB2-2F3D-1DCA-DB541A8CBB55}"/>
          </ac:spMkLst>
        </pc:spChg>
        <pc:spChg chg="del">
          <ac:chgData name="Greg Deckler" userId="38fedbb726841d9a" providerId="LiveId" clId="{0CCB27B3-0D03-4E8E-8D08-702661BB0D1D}" dt="2026-04-16T21:35:17.395" v="5678" actId="478"/>
          <ac:spMkLst>
            <pc:docMk/>
            <pc:sldMk cId="336318153" sldId="380"/>
            <ac:spMk id="28" creationId="{3D45E356-4904-181E-6A93-90DBBA562C1A}"/>
          </ac:spMkLst>
        </pc:spChg>
        <pc:spChg chg="del">
          <ac:chgData name="Greg Deckler" userId="38fedbb726841d9a" providerId="LiveId" clId="{0CCB27B3-0D03-4E8E-8D08-702661BB0D1D}" dt="2026-04-16T21:35:17.395" v="5678" actId="478"/>
          <ac:spMkLst>
            <pc:docMk/>
            <pc:sldMk cId="336318153" sldId="380"/>
            <ac:spMk id="30" creationId="{842673C2-8AD0-5F4D-EFB8-239167D74B23}"/>
          </ac:spMkLst>
        </pc:spChg>
        <pc:spChg chg="del">
          <ac:chgData name="Greg Deckler" userId="38fedbb726841d9a" providerId="LiveId" clId="{0CCB27B3-0D03-4E8E-8D08-702661BB0D1D}" dt="2026-04-16T21:35:17.395" v="5678" actId="478"/>
          <ac:spMkLst>
            <pc:docMk/>
            <pc:sldMk cId="336318153" sldId="380"/>
            <ac:spMk id="33" creationId="{40EFBDED-597A-1C39-9B09-E3261176F27C}"/>
          </ac:spMkLst>
        </pc:spChg>
        <pc:spChg chg="del">
          <ac:chgData name="Greg Deckler" userId="38fedbb726841d9a" providerId="LiveId" clId="{0CCB27B3-0D03-4E8E-8D08-702661BB0D1D}" dt="2026-04-16T21:35:17.395" v="5678" actId="478"/>
          <ac:spMkLst>
            <pc:docMk/>
            <pc:sldMk cId="336318153" sldId="380"/>
            <ac:spMk id="35" creationId="{FE2978B1-316D-CC1B-8FCA-E5D3C5FD3B7F}"/>
          </ac:spMkLst>
        </pc:spChg>
        <pc:spChg chg="add mod">
          <ac:chgData name="Greg Deckler" userId="38fedbb726841d9a" providerId="LiveId" clId="{0CCB27B3-0D03-4E8E-8D08-702661BB0D1D}" dt="2026-04-16T21:43:10.556" v="5796" actId="1036"/>
          <ac:spMkLst>
            <pc:docMk/>
            <pc:sldMk cId="336318153" sldId="380"/>
            <ac:spMk id="36" creationId="{7681E314-3D39-BD36-670F-A94726682FCE}"/>
          </ac:spMkLst>
        </pc:spChg>
        <pc:spChg chg="mod">
          <ac:chgData name="Greg Deckler" userId="38fedbb726841d9a" providerId="LiveId" clId="{0CCB27B3-0D03-4E8E-8D08-702661BB0D1D}" dt="2026-04-16T21:35:59.684" v="5698" actId="14100"/>
          <ac:spMkLst>
            <pc:docMk/>
            <pc:sldMk cId="336318153" sldId="380"/>
            <ac:spMk id="37" creationId="{1CC147C8-C864-92EA-84B6-DEC4CB1B61B9}"/>
          </ac:spMkLst>
        </pc:spChg>
        <pc:spChg chg="add mod">
          <ac:chgData name="Greg Deckler" userId="38fedbb726841d9a" providerId="LiveId" clId="{0CCB27B3-0D03-4E8E-8D08-702661BB0D1D}" dt="2026-04-16T21:36:03.436" v="5702" actId="1036"/>
          <ac:spMkLst>
            <pc:docMk/>
            <pc:sldMk cId="336318153" sldId="380"/>
            <ac:spMk id="38" creationId="{1863A357-F84E-680B-30EF-C9F435F35822}"/>
          </ac:spMkLst>
        </pc:spChg>
        <pc:spChg chg="mod">
          <ac:chgData name="Greg Deckler" userId="38fedbb726841d9a" providerId="LiveId" clId="{0CCB27B3-0D03-4E8E-8D08-702661BB0D1D}" dt="2026-04-16T21:36:08.833" v="5703" actId="403"/>
          <ac:spMkLst>
            <pc:docMk/>
            <pc:sldMk cId="336318153" sldId="380"/>
            <ac:spMk id="39" creationId="{0BEB2345-9427-A596-14D4-C5CB47641FA1}"/>
          </ac:spMkLst>
        </pc:spChg>
        <pc:spChg chg="mod">
          <ac:chgData name="Greg Deckler" userId="38fedbb726841d9a" providerId="LiveId" clId="{0CCB27B3-0D03-4E8E-8D08-702661BB0D1D}" dt="2026-04-16T21:36:29.222" v="5713" actId="403"/>
          <ac:spMkLst>
            <pc:docMk/>
            <pc:sldMk cId="336318153" sldId="380"/>
            <ac:spMk id="40" creationId="{FFC5CE7A-345A-1101-0195-05ACAB912ECF}"/>
          </ac:spMkLst>
        </pc:spChg>
        <pc:spChg chg="mod">
          <ac:chgData name="Greg Deckler" userId="38fedbb726841d9a" providerId="LiveId" clId="{0CCB27B3-0D03-4E8E-8D08-702661BB0D1D}" dt="2026-04-16T21:36:36.904" v="5721" actId="403"/>
          <ac:spMkLst>
            <pc:docMk/>
            <pc:sldMk cId="336318153" sldId="380"/>
            <ac:spMk id="41" creationId="{65D1E80F-A081-BB3E-190F-E04A6CC50E02}"/>
          </ac:spMkLst>
        </pc:spChg>
        <pc:spChg chg="mod">
          <ac:chgData name="Greg Deckler" userId="38fedbb726841d9a" providerId="LiveId" clId="{0CCB27B3-0D03-4E8E-8D08-702661BB0D1D}" dt="2026-04-16T21:36:36.904" v="5721" actId="403"/>
          <ac:spMkLst>
            <pc:docMk/>
            <pc:sldMk cId="336318153" sldId="380"/>
            <ac:spMk id="42" creationId="{3A8C54A6-D65D-977B-AF31-05983093DC7B}"/>
          </ac:spMkLst>
        </pc:spChg>
        <pc:spChg chg="mod">
          <ac:chgData name="Greg Deckler" userId="38fedbb726841d9a" providerId="LiveId" clId="{0CCB27B3-0D03-4E8E-8D08-702661BB0D1D}" dt="2026-04-16T21:36:03.436" v="5702" actId="1036"/>
          <ac:spMkLst>
            <pc:docMk/>
            <pc:sldMk cId="336318153" sldId="380"/>
            <ac:spMk id="43" creationId="{718F7C15-6C83-F4FA-5A65-51E17DF7E265}"/>
          </ac:spMkLst>
        </pc:spChg>
        <pc:spChg chg="add mod">
          <ac:chgData name="Greg Deckler" userId="38fedbb726841d9a" providerId="LiveId" clId="{0CCB27B3-0D03-4E8E-8D08-702661BB0D1D}" dt="2026-04-16T21:36:43.637" v="5723" actId="403"/>
          <ac:spMkLst>
            <pc:docMk/>
            <pc:sldMk cId="336318153" sldId="380"/>
            <ac:spMk id="44" creationId="{A90A9876-AA31-E617-654F-CED89A35ABFE}"/>
          </ac:spMkLst>
        </pc:spChg>
        <pc:spChg chg="add mod">
          <ac:chgData name="Greg Deckler" userId="38fedbb726841d9a" providerId="LiveId" clId="{0CCB27B3-0D03-4E8E-8D08-702661BB0D1D}" dt="2026-04-16T21:36:11.840" v="5704" actId="403"/>
          <ac:spMkLst>
            <pc:docMk/>
            <pc:sldMk cId="336318153" sldId="380"/>
            <ac:spMk id="46" creationId="{ABDDFAF3-226F-097E-328A-52FD1643D492}"/>
          </ac:spMkLst>
        </pc:spChg>
        <pc:spChg chg="mod">
          <ac:chgData name="Greg Deckler" userId="38fedbb726841d9a" providerId="LiveId" clId="{0CCB27B3-0D03-4E8E-8D08-702661BB0D1D}" dt="2026-04-16T21:36:56.858" v="5726" actId="403"/>
          <ac:spMkLst>
            <pc:docMk/>
            <pc:sldMk cId="336318153" sldId="380"/>
            <ac:spMk id="47" creationId="{2B9C1C53-9A51-9000-2B7C-1930B104B12A}"/>
          </ac:spMkLst>
        </pc:spChg>
        <pc:spChg chg="add mod">
          <ac:chgData name="Greg Deckler" userId="38fedbb726841d9a" providerId="LiveId" clId="{0CCB27B3-0D03-4E8E-8D08-702661BB0D1D}" dt="2026-04-16T21:36:03.436" v="5702" actId="1036"/>
          <ac:spMkLst>
            <pc:docMk/>
            <pc:sldMk cId="336318153" sldId="380"/>
            <ac:spMk id="48" creationId="{F675C2B3-6A9C-98E9-C3D6-61F305AEC754}"/>
          </ac:spMkLst>
        </pc:spChg>
        <pc:spChg chg="add mod">
          <ac:chgData name="Greg Deckler" userId="38fedbb726841d9a" providerId="LiveId" clId="{0CCB27B3-0D03-4E8E-8D08-702661BB0D1D}" dt="2026-04-16T21:37:08.120" v="5733" actId="1037"/>
          <ac:spMkLst>
            <pc:docMk/>
            <pc:sldMk cId="336318153" sldId="380"/>
            <ac:spMk id="50" creationId="{C6847D83-B2E7-860E-9895-E9CC7428AAD5}"/>
          </ac:spMkLst>
        </pc:spChg>
        <pc:spChg chg="mod">
          <ac:chgData name="Greg Deckler" userId="38fedbb726841d9a" providerId="LiveId" clId="{0CCB27B3-0D03-4E8E-8D08-702661BB0D1D}" dt="2026-04-16T21:37:49.142" v="5764" actId="403"/>
          <ac:spMkLst>
            <pc:docMk/>
            <pc:sldMk cId="336318153" sldId="380"/>
            <ac:spMk id="51" creationId="{C186855E-FE44-4013-3F2E-F0573765E33D}"/>
          </ac:spMkLst>
        </pc:spChg>
        <pc:spChg chg="add mod">
          <ac:chgData name="Greg Deckler" userId="38fedbb726841d9a" providerId="LiveId" clId="{0CCB27B3-0D03-4E8E-8D08-702661BB0D1D}" dt="2026-04-16T21:37:20.656" v="5749" actId="1036"/>
          <ac:spMkLst>
            <pc:docMk/>
            <pc:sldMk cId="336318153" sldId="380"/>
            <ac:spMk id="53" creationId="{668ADA23-AB51-7C61-5328-83024E6AD7C8}"/>
          </ac:spMkLst>
        </pc:spChg>
        <pc:spChg chg="add mod">
          <ac:chgData name="Greg Deckler" userId="38fedbb726841d9a" providerId="LiveId" clId="{0CCB27B3-0D03-4E8E-8D08-702661BB0D1D}" dt="2026-04-16T21:37:13.470" v="5737" actId="403"/>
          <ac:spMkLst>
            <pc:docMk/>
            <pc:sldMk cId="336318153" sldId="380"/>
            <ac:spMk id="57" creationId="{67FEE499-FAAC-1786-0E83-B61864EDE426}"/>
          </ac:spMkLst>
        </pc:spChg>
        <pc:spChg chg="mod">
          <ac:chgData name="Greg Deckler" userId="38fedbb726841d9a" providerId="LiveId" clId="{0CCB27B3-0D03-4E8E-8D08-702661BB0D1D}" dt="2026-04-16T21:37:55.514" v="5767" actId="1035"/>
          <ac:spMkLst>
            <pc:docMk/>
            <pc:sldMk cId="336318153" sldId="380"/>
            <ac:spMk id="58" creationId="{927AAD6A-6252-EC54-7542-1BE184F32829}"/>
          </ac:spMkLst>
        </pc:spChg>
        <pc:spChg chg="mod">
          <ac:chgData name="Greg Deckler" userId="38fedbb726841d9a" providerId="LiveId" clId="{0CCB27B3-0D03-4E8E-8D08-702661BB0D1D}" dt="2026-04-16T21:37:55.514" v="5767" actId="1035"/>
          <ac:spMkLst>
            <pc:docMk/>
            <pc:sldMk cId="336318153" sldId="380"/>
            <ac:spMk id="59" creationId="{6C0CDCCB-A6FF-43A1-C977-0B20E4E68CDB}"/>
          </ac:spMkLst>
        </pc:spChg>
        <pc:spChg chg="mod">
          <ac:chgData name="Greg Deckler" userId="38fedbb726841d9a" providerId="LiveId" clId="{0CCB27B3-0D03-4E8E-8D08-702661BB0D1D}" dt="2026-04-16T21:37:55.514" v="5767" actId="1035"/>
          <ac:spMkLst>
            <pc:docMk/>
            <pc:sldMk cId="336318153" sldId="380"/>
            <ac:spMk id="60" creationId="{050C1E0C-E402-5414-127F-DFD89AFFAECE}"/>
          </ac:spMkLst>
        </pc:spChg>
        <pc:spChg chg="mod">
          <ac:chgData name="Greg Deckler" userId="38fedbb726841d9a" providerId="LiveId" clId="{0CCB27B3-0D03-4E8E-8D08-702661BB0D1D}" dt="2026-04-16T21:37:55.514" v="5767" actId="1035"/>
          <ac:spMkLst>
            <pc:docMk/>
            <pc:sldMk cId="336318153" sldId="380"/>
            <ac:spMk id="61" creationId="{2012C5AA-954A-5600-CC0E-F2FCBF9D4926}"/>
          </ac:spMkLst>
        </pc:spChg>
        <pc:spChg chg="mod">
          <ac:chgData name="Greg Deckler" userId="38fedbb726841d9a" providerId="LiveId" clId="{0CCB27B3-0D03-4E8E-8D08-702661BB0D1D}" dt="2026-04-16T21:37:55.514" v="5767" actId="1035"/>
          <ac:spMkLst>
            <pc:docMk/>
            <pc:sldMk cId="336318153" sldId="380"/>
            <ac:spMk id="62" creationId="{31A2CFC9-5C95-CC4E-8C40-0973F81B0764}"/>
          </ac:spMkLst>
        </pc:spChg>
        <pc:spChg chg="mod">
          <ac:chgData name="Greg Deckler" userId="38fedbb726841d9a" providerId="LiveId" clId="{0CCB27B3-0D03-4E8E-8D08-702661BB0D1D}" dt="2026-04-16T21:37:55.514" v="5767" actId="1035"/>
          <ac:spMkLst>
            <pc:docMk/>
            <pc:sldMk cId="336318153" sldId="380"/>
            <ac:spMk id="63" creationId="{A3B35B79-A18E-BAF5-BCEC-BEFD285D5705}"/>
          </ac:spMkLst>
        </pc:spChg>
        <pc:spChg chg="mod">
          <ac:chgData name="Greg Deckler" userId="38fedbb726841d9a" providerId="LiveId" clId="{0CCB27B3-0D03-4E8E-8D08-702661BB0D1D}" dt="2026-04-16T21:38:15.334" v="5771" actId="14100"/>
          <ac:spMkLst>
            <pc:docMk/>
            <pc:sldMk cId="336318153" sldId="380"/>
            <ac:spMk id="64" creationId="{D504F978-C800-F579-5F5D-6A83EE6F3E81}"/>
          </ac:spMkLst>
        </pc:spChg>
        <pc:spChg chg="add mod">
          <ac:chgData name="Greg Deckler" userId="38fedbb726841d9a" providerId="LiveId" clId="{0CCB27B3-0D03-4E8E-8D08-702661BB0D1D}" dt="2026-04-16T21:38:21.364" v="5774" actId="1037"/>
          <ac:spMkLst>
            <pc:docMk/>
            <pc:sldMk cId="336318153" sldId="380"/>
            <ac:spMk id="65" creationId="{1FB1AEB1-6001-D1BC-1F2F-D3045C1EEAF3}"/>
          </ac:spMkLst>
        </pc:spChg>
        <pc:spChg chg="mod">
          <ac:chgData name="Greg Deckler" userId="38fedbb726841d9a" providerId="LiveId" clId="{0CCB27B3-0D03-4E8E-8D08-702661BB0D1D}" dt="2026-04-16T21:38:37.450" v="5781" actId="14100"/>
          <ac:spMkLst>
            <pc:docMk/>
            <pc:sldMk cId="336318153" sldId="380"/>
            <ac:spMk id="66" creationId="{3DEF77C7-DDD8-FB23-A704-08E778C42E70}"/>
          </ac:spMkLst>
        </pc:spChg>
        <pc:spChg chg="add mod">
          <ac:chgData name="Greg Deckler" userId="38fedbb726841d9a" providerId="LiveId" clId="{0CCB27B3-0D03-4E8E-8D08-702661BB0D1D}" dt="2026-04-16T21:38:46.496" v="5790" actId="1036"/>
          <ac:spMkLst>
            <pc:docMk/>
            <pc:sldMk cId="336318153" sldId="380"/>
            <ac:spMk id="67" creationId="{FAC696D6-D89B-5C2C-8B3D-7B8C938E407B}"/>
          </ac:spMkLst>
        </pc:spChg>
      </pc:sldChg>
      <pc:sldChg chg="addSp delSp modSp add mod">
        <pc:chgData name="Greg Deckler" userId="38fedbb726841d9a" providerId="LiveId" clId="{0CCB27B3-0D03-4E8E-8D08-702661BB0D1D}" dt="2026-04-16T21:55:35.685" v="6190" actId="20577"/>
        <pc:sldMkLst>
          <pc:docMk/>
          <pc:sldMk cId="1381693826" sldId="381"/>
        </pc:sldMkLst>
        <pc:spChg chg="mod">
          <ac:chgData name="Greg Deckler" userId="38fedbb726841d9a" providerId="LiveId" clId="{0CCB27B3-0D03-4E8E-8D08-702661BB0D1D}" dt="2026-04-16T21:43:43.161" v="5804" actId="403"/>
          <ac:spMkLst>
            <pc:docMk/>
            <pc:sldMk cId="1381693826" sldId="381"/>
            <ac:spMk id="9" creationId="{FD8EE74A-8559-2BBB-CE04-58A50799A66E}"/>
          </ac:spMkLst>
        </pc:spChg>
        <pc:spChg chg="add mod">
          <ac:chgData name="Greg Deckler" userId="38fedbb726841d9a" providerId="LiveId" clId="{0CCB27B3-0D03-4E8E-8D08-702661BB0D1D}" dt="2026-04-16T21:44:05.110" v="5824" actId="1035"/>
          <ac:spMkLst>
            <pc:docMk/>
            <pc:sldMk cId="1381693826" sldId="381"/>
            <ac:spMk id="12" creationId="{8C9F7A0E-1F86-3098-7FF4-E2A937F4A275}"/>
          </ac:spMkLst>
        </pc:spChg>
        <pc:spChg chg="mod">
          <ac:chgData name="Greg Deckler" userId="38fedbb726841d9a" providerId="LiveId" clId="{0CCB27B3-0D03-4E8E-8D08-702661BB0D1D}" dt="2026-04-16T21:44:27.572" v="5828" actId="14100"/>
          <ac:spMkLst>
            <pc:docMk/>
            <pc:sldMk cId="1381693826" sldId="381"/>
            <ac:spMk id="13" creationId="{63A365FB-14F2-DA4A-371C-3EF0B917E0DD}"/>
          </ac:spMkLst>
        </pc:spChg>
        <pc:spChg chg="add mod">
          <ac:chgData name="Greg Deckler" userId="38fedbb726841d9a" providerId="LiveId" clId="{0CCB27B3-0D03-4E8E-8D08-702661BB0D1D}" dt="2026-04-16T21:44:17.119" v="5827" actId="403"/>
          <ac:spMkLst>
            <pc:docMk/>
            <pc:sldMk cId="1381693826" sldId="381"/>
            <ac:spMk id="14" creationId="{18FCA6E3-3C0F-DEC9-BB21-CBE460354D7B}"/>
          </ac:spMkLst>
        </pc:spChg>
        <pc:spChg chg="mod">
          <ac:chgData name="Greg Deckler" userId="38fedbb726841d9a" providerId="LiveId" clId="{0CCB27B3-0D03-4E8E-8D08-702661BB0D1D}" dt="2026-04-16T21:44:34.759" v="5840" actId="403"/>
          <ac:spMkLst>
            <pc:docMk/>
            <pc:sldMk cId="1381693826" sldId="381"/>
            <ac:spMk id="15" creationId="{61AAE0FF-F3F5-CFF2-7B43-265FAC987230}"/>
          </ac:spMkLst>
        </pc:spChg>
        <pc:spChg chg="add mod">
          <ac:chgData name="Greg Deckler" userId="38fedbb726841d9a" providerId="LiveId" clId="{0CCB27B3-0D03-4E8E-8D08-702661BB0D1D}" dt="2026-04-16T21:44:43.781" v="5844" actId="404"/>
          <ac:spMkLst>
            <pc:docMk/>
            <pc:sldMk cId="1381693826" sldId="381"/>
            <ac:spMk id="16" creationId="{A103A4E9-582A-0913-23FB-0D3BB9A43D8C}"/>
          </ac:spMkLst>
        </pc:spChg>
        <pc:spChg chg="add mod">
          <ac:chgData name="Greg Deckler" userId="38fedbb726841d9a" providerId="LiveId" clId="{0CCB27B3-0D03-4E8E-8D08-702661BB0D1D}" dt="2026-04-16T21:52:41.933" v="6082" actId="14100"/>
          <ac:spMkLst>
            <pc:docMk/>
            <pc:sldMk cId="1381693826" sldId="381"/>
            <ac:spMk id="17" creationId="{6DB773BD-C627-52B9-3B22-BC7D876D22CD}"/>
          </ac:spMkLst>
        </pc:spChg>
        <pc:spChg chg="mod">
          <ac:chgData name="Greg Deckler" userId="38fedbb726841d9a" providerId="LiveId" clId="{0CCB27B3-0D03-4E8E-8D08-702661BB0D1D}" dt="2026-04-16T21:44:51.207" v="5848" actId="14100"/>
          <ac:spMkLst>
            <pc:docMk/>
            <pc:sldMk cId="1381693826" sldId="381"/>
            <ac:spMk id="18" creationId="{53ACB19D-E0FC-276B-DB22-2FF922FE7387}"/>
          </ac:spMkLst>
        </pc:spChg>
        <pc:spChg chg="mod">
          <ac:chgData name="Greg Deckler" userId="38fedbb726841d9a" providerId="LiveId" clId="{0CCB27B3-0D03-4E8E-8D08-702661BB0D1D}" dt="2026-04-16T21:46:50.017" v="5904" actId="1036"/>
          <ac:spMkLst>
            <pc:docMk/>
            <pc:sldMk cId="1381693826" sldId="381"/>
            <ac:spMk id="19" creationId="{887E48FB-A89F-0CCD-90DF-E34D22EE6390}"/>
          </ac:spMkLst>
        </pc:spChg>
        <pc:spChg chg="mod">
          <ac:chgData name="Greg Deckler" userId="38fedbb726841d9a" providerId="LiveId" clId="{0CCB27B3-0D03-4E8E-8D08-702661BB0D1D}" dt="2026-04-16T21:50:00.249" v="6009" actId="1038"/>
          <ac:spMkLst>
            <pc:docMk/>
            <pc:sldMk cId="1381693826" sldId="381"/>
            <ac:spMk id="20" creationId="{F8539312-BCBF-E4FA-AD3C-7D34D390257F}"/>
          </ac:spMkLst>
        </pc:spChg>
        <pc:spChg chg="mod">
          <ac:chgData name="Greg Deckler" userId="38fedbb726841d9a" providerId="LiveId" clId="{0CCB27B3-0D03-4E8E-8D08-702661BB0D1D}" dt="2026-04-16T21:50:15.597" v="6015" actId="1076"/>
          <ac:spMkLst>
            <pc:docMk/>
            <pc:sldMk cId="1381693826" sldId="381"/>
            <ac:spMk id="21" creationId="{9BF68D27-CC98-AB56-F543-D1DFD91E8031}"/>
          </ac:spMkLst>
        </pc:spChg>
        <pc:spChg chg="mod">
          <ac:chgData name="Greg Deckler" userId="38fedbb726841d9a" providerId="LiveId" clId="{0CCB27B3-0D03-4E8E-8D08-702661BB0D1D}" dt="2026-04-16T21:50:33.887" v="6023" actId="1076"/>
          <ac:spMkLst>
            <pc:docMk/>
            <pc:sldMk cId="1381693826" sldId="381"/>
            <ac:spMk id="22" creationId="{5872D067-8186-B8BB-F958-EDB7A20748A4}"/>
          </ac:spMkLst>
        </pc:spChg>
        <pc:spChg chg="mod">
          <ac:chgData name="Greg Deckler" userId="38fedbb726841d9a" providerId="LiveId" clId="{0CCB27B3-0D03-4E8E-8D08-702661BB0D1D}" dt="2026-04-16T21:48:04.240" v="5932" actId="14100"/>
          <ac:spMkLst>
            <pc:docMk/>
            <pc:sldMk cId="1381693826" sldId="381"/>
            <ac:spMk id="23" creationId="{EDABA01E-5E9D-5611-2274-18DE792C7DAF}"/>
          </ac:spMkLst>
        </pc:spChg>
        <pc:spChg chg="mod">
          <ac:chgData name="Greg Deckler" userId="38fedbb726841d9a" providerId="LiveId" clId="{0CCB27B3-0D03-4E8E-8D08-702661BB0D1D}" dt="2026-04-16T21:47:53.067" v="5925" actId="1037"/>
          <ac:spMkLst>
            <pc:docMk/>
            <pc:sldMk cId="1381693826" sldId="381"/>
            <ac:spMk id="24" creationId="{72215B2E-E88F-8BF4-901C-BC38CC4B196E}"/>
          </ac:spMkLst>
        </pc:spChg>
        <pc:spChg chg="add mod">
          <ac:chgData name="Greg Deckler" userId="38fedbb726841d9a" providerId="LiveId" clId="{0CCB27B3-0D03-4E8E-8D08-702661BB0D1D}" dt="2026-04-16T21:47:45.148" v="5920" actId="14100"/>
          <ac:spMkLst>
            <pc:docMk/>
            <pc:sldMk cId="1381693826" sldId="381"/>
            <ac:spMk id="25" creationId="{F522E435-C659-7A05-EB3A-3BF71FC79D59}"/>
          </ac:spMkLst>
        </pc:spChg>
        <pc:spChg chg="mod">
          <ac:chgData name="Greg Deckler" userId="38fedbb726841d9a" providerId="LiveId" clId="{0CCB27B3-0D03-4E8E-8D08-702661BB0D1D}" dt="2026-04-16T21:49:50.196" v="6006" actId="1035"/>
          <ac:spMkLst>
            <pc:docMk/>
            <pc:sldMk cId="1381693826" sldId="381"/>
            <ac:spMk id="26" creationId="{1884BC1C-714B-620D-3D80-558D05247AE9}"/>
          </ac:spMkLst>
        </pc:spChg>
        <pc:spChg chg="add mod">
          <ac:chgData name="Greg Deckler" userId="38fedbb726841d9a" providerId="LiveId" clId="{0CCB27B3-0D03-4E8E-8D08-702661BB0D1D}" dt="2026-04-16T21:48:34.593" v="5950" actId="403"/>
          <ac:spMkLst>
            <pc:docMk/>
            <pc:sldMk cId="1381693826" sldId="381"/>
            <ac:spMk id="27" creationId="{2A7D9D53-7F75-C9BD-B06D-171EE6631784}"/>
          </ac:spMkLst>
        </pc:spChg>
        <pc:spChg chg="mod">
          <ac:chgData name="Greg Deckler" userId="38fedbb726841d9a" providerId="LiveId" clId="{0CCB27B3-0D03-4E8E-8D08-702661BB0D1D}" dt="2026-04-16T21:50:05.844" v="6014" actId="1038"/>
          <ac:spMkLst>
            <pc:docMk/>
            <pc:sldMk cId="1381693826" sldId="381"/>
            <ac:spMk id="28" creationId="{048DE8DD-A40C-4102-A866-B17A4FDD19D9}"/>
          </ac:spMkLst>
        </pc:spChg>
        <pc:spChg chg="mod">
          <ac:chgData name="Greg Deckler" userId="38fedbb726841d9a" providerId="LiveId" clId="{0CCB27B3-0D03-4E8E-8D08-702661BB0D1D}" dt="2026-04-16T21:50:05.844" v="6014" actId="1038"/>
          <ac:spMkLst>
            <pc:docMk/>
            <pc:sldMk cId="1381693826" sldId="381"/>
            <ac:spMk id="29" creationId="{B4D480DD-A14E-925C-374E-FA149810BF0F}"/>
          </ac:spMkLst>
        </pc:spChg>
        <pc:spChg chg="add mod">
          <ac:chgData name="Greg Deckler" userId="38fedbb726841d9a" providerId="LiveId" clId="{0CCB27B3-0D03-4E8E-8D08-702661BB0D1D}" dt="2026-04-16T21:50:05.844" v="6014" actId="1038"/>
          <ac:spMkLst>
            <pc:docMk/>
            <pc:sldMk cId="1381693826" sldId="381"/>
            <ac:spMk id="30" creationId="{D52493D6-1A83-E1D3-42EA-386901785B34}"/>
          </ac:spMkLst>
        </pc:spChg>
        <pc:spChg chg="mod">
          <ac:chgData name="Greg Deckler" userId="38fedbb726841d9a" providerId="LiveId" clId="{0CCB27B3-0D03-4E8E-8D08-702661BB0D1D}" dt="2026-04-16T21:50:05.844" v="6014" actId="1038"/>
          <ac:spMkLst>
            <pc:docMk/>
            <pc:sldMk cId="1381693826" sldId="381"/>
            <ac:spMk id="31" creationId="{443BBF64-FBED-45FB-9DA0-5882CADF4979}"/>
          </ac:spMkLst>
        </pc:spChg>
        <pc:spChg chg="mod">
          <ac:chgData name="Greg Deckler" userId="38fedbb726841d9a" providerId="LiveId" clId="{0CCB27B3-0D03-4E8E-8D08-702661BB0D1D}" dt="2026-04-16T21:50:05.844" v="6014" actId="1038"/>
          <ac:spMkLst>
            <pc:docMk/>
            <pc:sldMk cId="1381693826" sldId="381"/>
            <ac:spMk id="32" creationId="{BD4774B7-365B-361F-AB85-AFEC474A65FE}"/>
          </ac:spMkLst>
        </pc:spChg>
        <pc:spChg chg="mod">
          <ac:chgData name="Greg Deckler" userId="38fedbb726841d9a" providerId="LiveId" clId="{0CCB27B3-0D03-4E8E-8D08-702661BB0D1D}" dt="2026-04-16T21:51:08.794" v="6040" actId="1076"/>
          <ac:spMkLst>
            <pc:docMk/>
            <pc:sldMk cId="1381693826" sldId="381"/>
            <ac:spMk id="33" creationId="{32996A57-A8EF-1368-C287-C91280CDD7F4}"/>
          </ac:spMkLst>
        </pc:spChg>
        <pc:spChg chg="add mod">
          <ac:chgData name="Greg Deckler" userId="38fedbb726841d9a" providerId="LiveId" clId="{0CCB27B3-0D03-4E8E-8D08-702661BB0D1D}" dt="2026-04-16T21:50:38.384" v="6024" actId="14100"/>
          <ac:spMkLst>
            <pc:docMk/>
            <pc:sldMk cId="1381693826" sldId="381"/>
            <ac:spMk id="34" creationId="{E3D988FA-1943-6402-701E-41B561D56779}"/>
          </ac:spMkLst>
        </pc:spChg>
        <pc:spChg chg="mod">
          <ac:chgData name="Greg Deckler" userId="38fedbb726841d9a" providerId="LiveId" clId="{0CCB27B3-0D03-4E8E-8D08-702661BB0D1D}" dt="2026-04-16T21:51:22.417" v="6046" actId="1036"/>
          <ac:spMkLst>
            <pc:docMk/>
            <pc:sldMk cId="1381693826" sldId="381"/>
            <ac:spMk id="35" creationId="{3D16BEB4-7DF5-7CA3-7ED8-F82AA9BB4E9A}"/>
          </ac:spMkLst>
        </pc:spChg>
        <pc:spChg chg="del">
          <ac:chgData name="Greg Deckler" userId="38fedbb726841d9a" providerId="LiveId" clId="{0CCB27B3-0D03-4E8E-8D08-702661BB0D1D}" dt="2026-04-16T21:43:23.196" v="5798" actId="478"/>
          <ac:spMkLst>
            <pc:docMk/>
            <pc:sldMk cId="1381693826" sldId="381"/>
            <ac:spMk id="37" creationId="{BD0D4F4B-3340-F8F4-C2FB-03CBCC2DCFB1}"/>
          </ac:spMkLst>
        </pc:spChg>
        <pc:spChg chg="del">
          <ac:chgData name="Greg Deckler" userId="38fedbb726841d9a" providerId="LiveId" clId="{0CCB27B3-0D03-4E8E-8D08-702661BB0D1D}" dt="2026-04-16T21:43:20.307" v="5797" actId="478"/>
          <ac:spMkLst>
            <pc:docMk/>
            <pc:sldMk cId="1381693826" sldId="381"/>
            <ac:spMk id="40" creationId="{CA4D32EE-ABB5-A8B4-FAB2-D4573CCBCF72}"/>
          </ac:spMkLst>
        </pc:spChg>
        <pc:spChg chg="del">
          <ac:chgData name="Greg Deckler" userId="38fedbb726841d9a" providerId="LiveId" clId="{0CCB27B3-0D03-4E8E-8D08-702661BB0D1D}" dt="2026-04-16T21:43:20.307" v="5797" actId="478"/>
          <ac:spMkLst>
            <pc:docMk/>
            <pc:sldMk cId="1381693826" sldId="381"/>
            <ac:spMk id="42" creationId="{A1582E11-8F3F-EDDF-D602-EF98A82AA954}"/>
          </ac:spMkLst>
        </pc:spChg>
        <pc:spChg chg="del">
          <ac:chgData name="Greg Deckler" userId="38fedbb726841d9a" providerId="LiveId" clId="{0CCB27B3-0D03-4E8E-8D08-702661BB0D1D}" dt="2026-04-16T21:43:20.307" v="5797" actId="478"/>
          <ac:spMkLst>
            <pc:docMk/>
            <pc:sldMk cId="1381693826" sldId="381"/>
            <ac:spMk id="46" creationId="{296D3854-1B3D-BFC8-A046-16A25B08443F}"/>
          </ac:spMkLst>
        </pc:spChg>
        <pc:spChg chg="del">
          <ac:chgData name="Greg Deckler" userId="38fedbb726841d9a" providerId="LiveId" clId="{0CCB27B3-0D03-4E8E-8D08-702661BB0D1D}" dt="2026-04-16T21:43:20.307" v="5797" actId="478"/>
          <ac:spMkLst>
            <pc:docMk/>
            <pc:sldMk cId="1381693826" sldId="381"/>
            <ac:spMk id="47" creationId="{907DB1A1-0DA7-0A4A-A7D9-567CF98D2D8F}"/>
          </ac:spMkLst>
        </pc:spChg>
        <pc:spChg chg="del">
          <ac:chgData name="Greg Deckler" userId="38fedbb726841d9a" providerId="LiveId" clId="{0CCB27B3-0D03-4E8E-8D08-702661BB0D1D}" dt="2026-04-16T21:43:20.307" v="5797" actId="478"/>
          <ac:spMkLst>
            <pc:docMk/>
            <pc:sldMk cId="1381693826" sldId="381"/>
            <ac:spMk id="51" creationId="{05D73BC4-9810-E16C-9722-FB78EF8245F8}"/>
          </ac:spMkLst>
        </pc:spChg>
        <pc:spChg chg="del">
          <ac:chgData name="Greg Deckler" userId="38fedbb726841d9a" providerId="LiveId" clId="{0CCB27B3-0D03-4E8E-8D08-702661BB0D1D}" dt="2026-04-16T21:43:20.307" v="5797" actId="478"/>
          <ac:spMkLst>
            <pc:docMk/>
            <pc:sldMk cId="1381693826" sldId="381"/>
            <ac:spMk id="52" creationId="{F132E446-3489-C503-E0D5-85F9A342605C}"/>
          </ac:spMkLst>
        </pc:spChg>
        <pc:spChg chg="del">
          <ac:chgData name="Greg Deckler" userId="38fedbb726841d9a" providerId="LiveId" clId="{0CCB27B3-0D03-4E8E-8D08-702661BB0D1D}" dt="2026-04-16T21:43:20.307" v="5797" actId="478"/>
          <ac:spMkLst>
            <pc:docMk/>
            <pc:sldMk cId="1381693826" sldId="381"/>
            <ac:spMk id="57" creationId="{4EBB4172-7818-6BB8-AC2A-CFE2209F0BBF}"/>
          </ac:spMkLst>
        </pc:spChg>
        <pc:spChg chg="del">
          <ac:chgData name="Greg Deckler" userId="38fedbb726841d9a" providerId="LiveId" clId="{0CCB27B3-0D03-4E8E-8D08-702661BB0D1D}" dt="2026-04-16T21:43:20.307" v="5797" actId="478"/>
          <ac:spMkLst>
            <pc:docMk/>
            <pc:sldMk cId="1381693826" sldId="381"/>
            <ac:spMk id="64" creationId="{4D931ADF-97A3-556B-6023-82F5C4E51262}"/>
          </ac:spMkLst>
        </pc:spChg>
        <pc:spChg chg="del">
          <ac:chgData name="Greg Deckler" userId="38fedbb726841d9a" providerId="LiveId" clId="{0CCB27B3-0D03-4E8E-8D08-702661BB0D1D}" dt="2026-04-16T21:43:20.307" v="5797" actId="478"/>
          <ac:spMkLst>
            <pc:docMk/>
            <pc:sldMk cId="1381693826" sldId="381"/>
            <ac:spMk id="65" creationId="{F18AA8A4-85AB-195B-95AE-4D8C87769ABD}"/>
          </ac:spMkLst>
        </pc:spChg>
        <pc:spChg chg="del">
          <ac:chgData name="Greg Deckler" userId="38fedbb726841d9a" providerId="LiveId" clId="{0CCB27B3-0D03-4E8E-8D08-702661BB0D1D}" dt="2026-04-16T21:43:20.307" v="5797" actId="478"/>
          <ac:spMkLst>
            <pc:docMk/>
            <pc:sldMk cId="1381693826" sldId="381"/>
            <ac:spMk id="66" creationId="{9A03E776-BA33-13B9-B092-0DBD725A2D27}"/>
          </ac:spMkLst>
        </pc:spChg>
        <pc:spChg chg="mod">
          <ac:chgData name="Greg Deckler" userId="38fedbb726841d9a" providerId="LiveId" clId="{0CCB27B3-0D03-4E8E-8D08-702661BB0D1D}" dt="2026-04-16T21:51:56.016" v="6063" actId="1036"/>
          <ac:spMkLst>
            <pc:docMk/>
            <pc:sldMk cId="1381693826" sldId="381"/>
            <ac:spMk id="68" creationId="{EFA5E17D-B403-603D-623E-71FD34ACAE44}"/>
          </ac:spMkLst>
        </pc:spChg>
        <pc:spChg chg="mod">
          <ac:chgData name="Greg Deckler" userId="38fedbb726841d9a" providerId="LiveId" clId="{0CCB27B3-0D03-4E8E-8D08-702661BB0D1D}" dt="2026-04-16T21:52:09.315" v="6073" actId="1036"/>
          <ac:spMkLst>
            <pc:docMk/>
            <pc:sldMk cId="1381693826" sldId="381"/>
            <ac:spMk id="69" creationId="{A1049CC5-C0C9-5759-3092-D954BB77CB74}"/>
          </ac:spMkLst>
        </pc:spChg>
        <pc:spChg chg="add mod">
          <ac:chgData name="Greg Deckler" userId="38fedbb726841d9a" providerId="LiveId" clId="{0CCB27B3-0D03-4E8E-8D08-702661BB0D1D}" dt="2026-04-16T21:52:18.504" v="6075" actId="1038"/>
          <ac:spMkLst>
            <pc:docMk/>
            <pc:sldMk cId="1381693826" sldId="381"/>
            <ac:spMk id="70" creationId="{01E08B39-6842-72B0-81FC-CA902170CB35}"/>
          </ac:spMkLst>
        </pc:spChg>
        <pc:spChg chg="mod">
          <ac:chgData name="Greg Deckler" userId="38fedbb726841d9a" providerId="LiveId" clId="{0CCB27B3-0D03-4E8E-8D08-702661BB0D1D}" dt="2026-04-16T21:52:25.781" v="6077" actId="14100"/>
          <ac:spMkLst>
            <pc:docMk/>
            <pc:sldMk cId="1381693826" sldId="381"/>
            <ac:spMk id="71" creationId="{C1221521-F385-29D3-2307-17EA511F792E}"/>
          </ac:spMkLst>
        </pc:spChg>
        <pc:spChg chg="mod">
          <ac:chgData name="Greg Deckler" userId="38fedbb726841d9a" providerId="LiveId" clId="{0CCB27B3-0D03-4E8E-8D08-702661BB0D1D}" dt="2026-04-16T21:53:31.513" v="6115" actId="1035"/>
          <ac:spMkLst>
            <pc:docMk/>
            <pc:sldMk cId="1381693826" sldId="381"/>
            <ac:spMk id="72" creationId="{097AD275-74E0-39CB-3531-A2892CAAA817}"/>
          </ac:spMkLst>
        </pc:spChg>
        <pc:spChg chg="mod">
          <ac:chgData name="Greg Deckler" userId="38fedbb726841d9a" providerId="LiveId" clId="{0CCB27B3-0D03-4E8E-8D08-702661BB0D1D}" dt="2026-04-16T21:54:08.840" v="6153" actId="1076"/>
          <ac:spMkLst>
            <pc:docMk/>
            <pc:sldMk cId="1381693826" sldId="381"/>
            <ac:spMk id="73" creationId="{7F752D66-E298-1705-701D-0E7378169858}"/>
          </ac:spMkLst>
        </pc:spChg>
        <pc:spChg chg="mod">
          <ac:chgData name="Greg Deckler" userId="38fedbb726841d9a" providerId="LiveId" clId="{0CCB27B3-0D03-4E8E-8D08-702661BB0D1D}" dt="2026-04-16T21:53:06.186" v="6096" actId="1038"/>
          <ac:spMkLst>
            <pc:docMk/>
            <pc:sldMk cId="1381693826" sldId="381"/>
            <ac:spMk id="74" creationId="{0215F2FE-481F-B347-25A4-C61E8DAA836F}"/>
          </ac:spMkLst>
        </pc:spChg>
        <pc:spChg chg="mod">
          <ac:chgData name="Greg Deckler" userId="38fedbb726841d9a" providerId="LiveId" clId="{0CCB27B3-0D03-4E8E-8D08-702661BB0D1D}" dt="2026-04-16T21:54:37.841" v="6162" actId="14100"/>
          <ac:spMkLst>
            <pc:docMk/>
            <pc:sldMk cId="1381693826" sldId="381"/>
            <ac:spMk id="75" creationId="{E3CC9078-F82A-597B-1B92-DD8713C650A9}"/>
          </ac:spMkLst>
        </pc:spChg>
        <pc:spChg chg="mod">
          <ac:chgData name="Greg Deckler" userId="38fedbb726841d9a" providerId="LiveId" clId="{0CCB27B3-0D03-4E8E-8D08-702661BB0D1D}" dt="2026-04-16T21:45:11.923" v="5856" actId="14100"/>
          <ac:spMkLst>
            <pc:docMk/>
            <pc:sldMk cId="1381693826" sldId="381"/>
            <ac:spMk id="76" creationId="{EF72FC29-9CFA-FA39-261D-EA878A5ED3DF}"/>
          </ac:spMkLst>
        </pc:spChg>
        <pc:spChg chg="mod">
          <ac:chgData name="Greg Deckler" userId="38fedbb726841d9a" providerId="LiveId" clId="{0CCB27B3-0D03-4E8E-8D08-702661BB0D1D}" dt="2026-04-16T21:46:07.306" v="5888" actId="14100"/>
          <ac:spMkLst>
            <pc:docMk/>
            <pc:sldMk cId="1381693826" sldId="381"/>
            <ac:spMk id="77" creationId="{BE1E6ED7-368E-21D6-A40F-5B0B49B62375}"/>
          </ac:spMkLst>
        </pc:spChg>
        <pc:spChg chg="mod">
          <ac:chgData name="Greg Deckler" userId="38fedbb726841d9a" providerId="LiveId" clId="{0CCB27B3-0D03-4E8E-8D08-702661BB0D1D}" dt="2026-04-16T21:45:20.434" v="5860" actId="403"/>
          <ac:spMkLst>
            <pc:docMk/>
            <pc:sldMk cId="1381693826" sldId="381"/>
            <ac:spMk id="78" creationId="{FB331D31-F8EF-7223-1FD7-CE33B2528AE0}"/>
          </ac:spMkLst>
        </pc:spChg>
        <pc:spChg chg="mod">
          <ac:chgData name="Greg Deckler" userId="38fedbb726841d9a" providerId="LiveId" clId="{0CCB27B3-0D03-4E8E-8D08-702661BB0D1D}" dt="2026-04-16T21:46:22.597" v="5891" actId="14100"/>
          <ac:spMkLst>
            <pc:docMk/>
            <pc:sldMk cId="1381693826" sldId="381"/>
            <ac:spMk id="79" creationId="{B0C898C9-4383-8078-3B2C-CB3C36D0E5C8}"/>
          </ac:spMkLst>
        </pc:spChg>
        <pc:spChg chg="mod">
          <ac:chgData name="Greg Deckler" userId="38fedbb726841d9a" providerId="LiveId" clId="{0CCB27B3-0D03-4E8E-8D08-702661BB0D1D}" dt="2026-04-16T21:46:09.413" v="5889" actId="14100"/>
          <ac:spMkLst>
            <pc:docMk/>
            <pc:sldMk cId="1381693826" sldId="381"/>
            <ac:spMk id="80" creationId="{2B9CA602-9CDB-5766-4C88-158FAA040D9D}"/>
          </ac:spMkLst>
        </pc:spChg>
        <pc:spChg chg="mod">
          <ac:chgData name="Greg Deckler" userId="38fedbb726841d9a" providerId="LiveId" clId="{0CCB27B3-0D03-4E8E-8D08-702661BB0D1D}" dt="2026-04-16T21:45:24.566" v="5863" actId="403"/>
          <ac:spMkLst>
            <pc:docMk/>
            <pc:sldMk cId="1381693826" sldId="381"/>
            <ac:spMk id="81" creationId="{1138E299-3492-EA8B-F57D-C4732067C39C}"/>
          </ac:spMkLst>
        </pc:spChg>
        <pc:spChg chg="add mod">
          <ac:chgData name="Greg Deckler" userId="38fedbb726841d9a" providerId="LiveId" clId="{0CCB27B3-0D03-4E8E-8D08-702661BB0D1D}" dt="2026-04-16T21:46:29.820" v="5897" actId="14100"/>
          <ac:spMkLst>
            <pc:docMk/>
            <pc:sldMk cId="1381693826" sldId="381"/>
            <ac:spMk id="82" creationId="{C389ED0E-4DAB-3770-9B77-299B7746D2C0}"/>
          </ac:spMkLst>
        </pc:spChg>
        <pc:spChg chg="mod">
          <ac:chgData name="Greg Deckler" userId="38fedbb726841d9a" providerId="LiveId" clId="{0CCB27B3-0D03-4E8E-8D08-702661BB0D1D}" dt="2026-04-16T21:46:12.257" v="5890" actId="14100"/>
          <ac:spMkLst>
            <pc:docMk/>
            <pc:sldMk cId="1381693826" sldId="381"/>
            <ac:spMk id="83" creationId="{6569C348-6329-9692-893D-B9B053C35AB4}"/>
          </ac:spMkLst>
        </pc:spChg>
        <pc:spChg chg="mod">
          <ac:chgData name="Greg Deckler" userId="38fedbb726841d9a" providerId="LiveId" clId="{0CCB27B3-0D03-4E8E-8D08-702661BB0D1D}" dt="2026-04-16T21:45:29.563" v="5866" actId="403"/>
          <ac:spMkLst>
            <pc:docMk/>
            <pc:sldMk cId="1381693826" sldId="381"/>
            <ac:spMk id="84" creationId="{FEE13DDC-5B52-DD8D-6EDC-C66072419532}"/>
          </ac:spMkLst>
        </pc:spChg>
        <pc:spChg chg="mod">
          <ac:chgData name="Greg Deckler" userId="38fedbb726841d9a" providerId="LiveId" clId="{0CCB27B3-0D03-4E8E-8D08-702661BB0D1D}" dt="2026-04-16T21:46:38.055" v="5903" actId="14100"/>
          <ac:spMkLst>
            <pc:docMk/>
            <pc:sldMk cId="1381693826" sldId="381"/>
            <ac:spMk id="85" creationId="{E43C0FB8-EC47-DA82-48E9-9101768D7CEA}"/>
          </ac:spMkLst>
        </pc:spChg>
        <pc:spChg chg="mod">
          <ac:chgData name="Greg Deckler" userId="38fedbb726841d9a" providerId="LiveId" clId="{0CCB27B3-0D03-4E8E-8D08-702661BB0D1D}" dt="2026-04-16T21:55:35.685" v="6190" actId="20577"/>
          <ac:spMkLst>
            <pc:docMk/>
            <pc:sldMk cId="1381693826" sldId="381"/>
            <ac:spMk id="86" creationId="{96893BCB-CECE-8170-42C4-B55046318DE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5078440345257442"/>
          <c:y val="0"/>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j-lt"/>
              <a:ea typeface="+mn-ea"/>
              <a:cs typeface="+mn-cs"/>
            </a:defRPr>
          </a:pPr>
          <a:endParaRPr lang="en-US"/>
        </a:p>
      </c:txPr>
    </c:title>
    <c:autoTitleDeleted val="0"/>
    <c:plotArea>
      <c:layout>
        <c:manualLayout>
          <c:layoutTarget val="inner"/>
          <c:xMode val="edge"/>
          <c:yMode val="edge"/>
          <c:x val="2.971089535651731E-2"/>
          <c:y val="0.11525175902233246"/>
          <c:w val="0.95769248282842401"/>
          <c:h val="0.70073134306589957"/>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FB5-4DB6-AE70-C4AB2C312494}"/>
            </c:ext>
          </c:extLst>
        </c:ser>
        <c:ser>
          <c:idx val="1"/>
          <c:order val="1"/>
          <c:tx>
            <c:strRef>
              <c:f>Sheet1!$C$1</c:f>
              <c:strCache>
                <c:ptCount val="1"/>
                <c:pt idx="0">
                  <c:v>Series 2</c:v>
                </c:pt>
              </c:strCache>
            </c:strRef>
          </c:tx>
          <c:spPr>
            <a:solidFill>
              <a:schemeClr val="accent5"/>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FB5-4DB6-AE70-C4AB2C312494}"/>
            </c:ext>
          </c:extLst>
        </c:ser>
        <c:ser>
          <c:idx val="2"/>
          <c:order val="2"/>
          <c:tx>
            <c:strRef>
              <c:f>Sheet1!$D$1</c:f>
              <c:strCache>
                <c:ptCount val="1"/>
                <c:pt idx="0">
                  <c:v>Series 3</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FB5-4DB6-AE70-C4AB2C312494}"/>
            </c:ext>
          </c:extLst>
        </c:ser>
        <c:dLbls>
          <c:showLegendKey val="0"/>
          <c:showVal val="0"/>
          <c:showCatName val="0"/>
          <c:showSerName val="0"/>
          <c:showPercent val="0"/>
          <c:showBubbleSize val="0"/>
        </c:dLbls>
        <c:gapWidth val="219"/>
        <c:overlap val="-27"/>
        <c:axId val="1776674560"/>
        <c:axId val="1776672896"/>
      </c:barChart>
      <c:catAx>
        <c:axId val="1776674560"/>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776672896"/>
        <c:crosses val="autoZero"/>
        <c:auto val="1"/>
        <c:lblAlgn val="ctr"/>
        <c:lblOffset val="100"/>
        <c:noMultiLvlLbl val="0"/>
      </c:catAx>
      <c:valAx>
        <c:axId val="1776672896"/>
        <c:scaling>
          <c:orientation val="minMax"/>
        </c:scaling>
        <c:delete val="0"/>
        <c:axPos val="l"/>
        <c:majorGridlines>
          <c:spPr>
            <a:ln w="9525"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7766745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mj-lt"/>
                <a:ea typeface="+mn-ea"/>
                <a:cs typeface="+mn-cs"/>
              </a:defRPr>
            </a:pPr>
            <a:r>
              <a:rPr lang="en-US" dirty="0"/>
              <a:t>Title</a:t>
            </a:r>
          </a:p>
        </c:rich>
      </c:tx>
      <c:layout>
        <c:manualLayout>
          <c:xMode val="edge"/>
          <c:yMode val="edge"/>
          <c:x val="0.44391420385319702"/>
          <c:y val="0"/>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j-lt"/>
              <a:ea typeface="+mn-ea"/>
              <a:cs typeface="+mn-cs"/>
            </a:defRPr>
          </a:pPr>
          <a:endParaRPr lang="en-US"/>
        </a:p>
      </c:txPr>
    </c:title>
    <c:autoTitleDeleted val="0"/>
    <c:plotArea>
      <c:layout>
        <c:manualLayout>
          <c:layoutTarget val="inner"/>
          <c:xMode val="edge"/>
          <c:yMode val="edge"/>
          <c:x val="0.19647127722036004"/>
          <c:y val="0.13392044193113833"/>
          <c:w val="0.60705744555927987"/>
          <c:h val="0.74894961022894091"/>
        </c:manualLayout>
      </c:layout>
      <c:doughnutChart>
        <c:varyColors val="1"/>
        <c:ser>
          <c:idx val="0"/>
          <c:order val="0"/>
          <c:tx>
            <c:strRef>
              <c:f>Sheet1!$B$1</c:f>
              <c:strCache>
                <c:ptCount val="1"/>
                <c:pt idx="0">
                  <c:v>Sales</c:v>
                </c:pt>
              </c:strCache>
            </c:strRef>
          </c:tx>
          <c:spPr>
            <a:ln>
              <a:noFill/>
            </a:ln>
          </c:spPr>
          <c:dPt>
            <c:idx val="0"/>
            <c:bubble3D val="0"/>
            <c:spPr>
              <a:solidFill>
                <a:schemeClr val="tx1"/>
              </a:solidFill>
              <a:ln w="19050">
                <a:noFill/>
              </a:ln>
              <a:effectLst/>
            </c:spPr>
            <c:extLst>
              <c:ext xmlns:c16="http://schemas.microsoft.com/office/drawing/2014/chart" uri="{C3380CC4-5D6E-409C-BE32-E72D297353CC}">
                <c16:uniqueId val="{00000001-2418-4397-9FF0-0DC360F98660}"/>
              </c:ext>
            </c:extLst>
          </c:dPt>
          <c:dPt>
            <c:idx val="1"/>
            <c:bubble3D val="0"/>
            <c:spPr>
              <a:solidFill>
                <a:schemeClr val="accent5"/>
              </a:solidFill>
              <a:ln w="19050">
                <a:noFill/>
              </a:ln>
              <a:effectLst/>
            </c:spPr>
            <c:extLst>
              <c:ext xmlns:c16="http://schemas.microsoft.com/office/drawing/2014/chart" uri="{C3380CC4-5D6E-409C-BE32-E72D297353CC}">
                <c16:uniqueId val="{00000003-2418-4397-9FF0-0DC360F98660}"/>
              </c:ext>
            </c:extLst>
          </c:dPt>
          <c:dPt>
            <c:idx val="2"/>
            <c:bubble3D val="0"/>
            <c:spPr>
              <a:solidFill>
                <a:schemeClr val="accent6">
                  <a:lumMod val="75000"/>
                </a:schemeClr>
              </a:solidFill>
              <a:ln w="19050">
                <a:noFill/>
              </a:ln>
              <a:effectLst/>
            </c:spPr>
            <c:extLst>
              <c:ext xmlns:c16="http://schemas.microsoft.com/office/drawing/2014/chart" uri="{C3380CC4-5D6E-409C-BE32-E72D297353CC}">
                <c16:uniqueId val="{00000005-2418-4397-9FF0-0DC360F98660}"/>
              </c:ext>
            </c:extLst>
          </c:dPt>
          <c:dPt>
            <c:idx val="3"/>
            <c:bubble3D val="0"/>
            <c:spPr>
              <a:solidFill>
                <a:schemeClr val="accent1"/>
              </a:solidFill>
              <a:ln w="19050">
                <a:noFill/>
              </a:ln>
              <a:effectLst/>
            </c:spPr>
            <c:extLst>
              <c:ext xmlns:c16="http://schemas.microsoft.com/office/drawing/2014/chart" uri="{C3380CC4-5D6E-409C-BE32-E72D297353CC}">
                <c16:uniqueId val="{00000007-2418-4397-9FF0-0DC360F98660}"/>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418-4397-9FF0-0DC360F9866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0.6881</cdr:x>
      <cdr:y>0.25726</cdr:y>
    </cdr:from>
    <cdr:to>
      <cdr:x>1</cdr:x>
      <cdr:y>0.25726</cdr:y>
    </cdr:to>
    <cdr:cxnSp macro="">
      <cdr:nvCxnSpPr>
        <cdr:cNvPr id="2" name="Straight Connector 1">
          <a:extLst xmlns:a="http://schemas.openxmlformats.org/drawingml/2006/main">
            <a:ext uri="{FF2B5EF4-FFF2-40B4-BE49-F238E27FC236}">
              <a16:creationId xmlns:a16="http://schemas.microsoft.com/office/drawing/2014/main" id="{E3CBFA8A-B11D-4FBA-9B47-D67EF562C2E6}"/>
            </a:ext>
          </a:extLst>
        </cdr:cNvPr>
        <cdr:cNvCxnSpPr>
          <a:cxnSpLocks xmlns:a="http://schemas.openxmlformats.org/drawingml/2006/main"/>
        </cdr:cNvCxnSpPr>
      </cdr:nvCxnSpPr>
      <cdr:spPr>
        <a:xfrm xmlns:a="http://schemas.openxmlformats.org/drawingml/2006/main">
          <a:off x="5005152" y="1111265"/>
          <a:ext cx="2268773" cy="0"/>
        </a:xfrm>
        <a:prstGeom xmlns:a="http://schemas.openxmlformats.org/drawingml/2006/main" prst="line">
          <a:avLst/>
        </a:prstGeom>
        <a:ln xmlns:a="http://schemas.openxmlformats.org/drawingml/2006/main" w="6350">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4286F0-5D44-442A-89D7-9EA0829990CE}"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33A928-C791-423D-8AB9-F59BCD590E35}" type="slidenum">
              <a:rPr lang="en-US" smtClean="0"/>
              <a:t>‹#›</a:t>
            </a:fld>
            <a:endParaRPr lang="en-US"/>
          </a:p>
        </p:txBody>
      </p:sp>
    </p:spTree>
    <p:extLst>
      <p:ext uri="{BB962C8B-B14F-4D97-AF65-F5344CB8AC3E}">
        <p14:creationId xmlns:p14="http://schemas.microsoft.com/office/powerpoint/2010/main" val="1344158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7CF84-7D22-98C9-CD1F-A7E42F911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DC22E-6750-9425-DD7A-AC636AC63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D3774-5C32-3EC6-C8F4-3D5C8AA970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40BA43-88C5-B71E-BEE8-FD5B98A9AE85}"/>
              </a:ext>
            </a:extLst>
          </p:cNvPr>
          <p:cNvSpPr>
            <a:spLocks noGrp="1"/>
          </p:cNvSpPr>
          <p:nvPr>
            <p:ph type="sldNum" sz="quarter" idx="5"/>
          </p:nvPr>
        </p:nvSpPr>
        <p:spPr/>
        <p:txBody>
          <a:bodyPr/>
          <a:lstStyle/>
          <a:p>
            <a:fld id="{1133A928-C791-423D-8AB9-F59BCD590E35}" type="slidenum">
              <a:rPr lang="en-US" smtClean="0"/>
              <a:t>1</a:t>
            </a:fld>
            <a:endParaRPr lang="en-US" dirty="0"/>
          </a:p>
        </p:txBody>
      </p:sp>
    </p:spTree>
    <p:extLst>
      <p:ext uri="{BB962C8B-B14F-4D97-AF65-F5344CB8AC3E}">
        <p14:creationId xmlns:p14="http://schemas.microsoft.com/office/powerpoint/2010/main" val="1052268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DFF55-ABA5-6CEB-A629-94C7F2B64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45612-AF3A-DEEE-72B3-F9BE2E619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00146-ABC2-84A6-4A65-19D79D9474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E53FD3-76F4-08F5-EC8C-0591A54F397C}"/>
              </a:ext>
            </a:extLst>
          </p:cNvPr>
          <p:cNvSpPr>
            <a:spLocks noGrp="1"/>
          </p:cNvSpPr>
          <p:nvPr>
            <p:ph type="sldNum" sz="quarter" idx="5"/>
          </p:nvPr>
        </p:nvSpPr>
        <p:spPr/>
        <p:txBody>
          <a:bodyPr/>
          <a:lstStyle/>
          <a:p>
            <a:fld id="{1133A928-C791-423D-8AB9-F59BCD590E35}" type="slidenum">
              <a:rPr lang="en-US" smtClean="0"/>
              <a:t>3</a:t>
            </a:fld>
            <a:endParaRPr lang="en-US" dirty="0"/>
          </a:p>
        </p:txBody>
      </p:sp>
    </p:spTree>
    <p:extLst>
      <p:ext uri="{BB962C8B-B14F-4D97-AF65-F5344CB8AC3E}">
        <p14:creationId xmlns:p14="http://schemas.microsoft.com/office/powerpoint/2010/main" val="1615365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33A928-C791-423D-8AB9-F59BCD590E35}" type="slidenum">
              <a:rPr lang="en-US" smtClean="0"/>
              <a:t>4</a:t>
            </a:fld>
            <a:endParaRPr lang="en-US" dirty="0"/>
          </a:p>
        </p:txBody>
      </p:sp>
    </p:spTree>
    <p:extLst>
      <p:ext uri="{BB962C8B-B14F-4D97-AF65-F5344CB8AC3E}">
        <p14:creationId xmlns:p14="http://schemas.microsoft.com/office/powerpoint/2010/main" val="3424553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33A928-C791-423D-8AB9-F59BCD590E35}" type="slidenum">
              <a:rPr lang="en-US" smtClean="0"/>
              <a:t>78</a:t>
            </a:fld>
            <a:endParaRPr lang="en-US" dirty="0"/>
          </a:p>
        </p:txBody>
      </p:sp>
    </p:spTree>
    <p:extLst>
      <p:ext uri="{BB962C8B-B14F-4D97-AF65-F5344CB8AC3E}">
        <p14:creationId xmlns:p14="http://schemas.microsoft.com/office/powerpoint/2010/main" val="2834391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hyperlink" Target="https://www.youtube.com/@daxforhumans" TargetMode="External"/><Relationship Id="rId13" Type="http://schemas.openxmlformats.org/officeDocument/2006/relationships/image" Target="../media/image9.png"/><Relationship Id="rId18" Type="http://schemas.openxmlformats.org/officeDocument/2006/relationships/image" Target="../media/image3.jpeg"/><Relationship Id="rId3" Type="http://schemas.openxmlformats.org/officeDocument/2006/relationships/image" Target="../media/image1.svg"/><Relationship Id="rId7" Type="http://schemas.openxmlformats.org/officeDocument/2006/relationships/hyperlink" Target="https://www.youtube.com/@microsofthatesgreg" TargetMode="External"/><Relationship Id="rId12" Type="http://schemas.openxmlformats.org/officeDocument/2006/relationships/image" Target="../media/image8.jpg"/><Relationship Id="rId17" Type="http://schemas.openxmlformats.org/officeDocument/2006/relationships/image" Target="../media/image13.png"/><Relationship Id="rId2" Type="http://schemas.openxmlformats.org/officeDocument/2006/relationships/notesSlide" Target="../notesSlides/notesSlide2.xml"/><Relationship Id="rId16"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hyperlink" Target="https://www.linkedin.com/in/gregdeckler/" TargetMode="External"/><Relationship Id="rId11" Type="http://schemas.openxmlformats.org/officeDocument/2006/relationships/image" Target="../media/image7.png"/><Relationship Id="rId5" Type="http://schemas.openxmlformats.org/officeDocument/2006/relationships/hyperlink" Target="https://github.com/PacktPublishing/Learn-Microsoft-Power-BI_3E/tree/main/Workshop" TargetMode="External"/><Relationship Id="rId15" Type="http://schemas.openxmlformats.org/officeDocument/2006/relationships/image" Target="../media/image11.jpeg"/><Relationship Id="rId10" Type="http://schemas.openxmlformats.org/officeDocument/2006/relationships/image" Target="../media/image6.png"/><Relationship Id="rId4" Type="http://schemas.openxmlformats.org/officeDocument/2006/relationships/hyperlink" Target="mailto:gdeckler@gmail.com" TargetMode="External"/><Relationship Id="rId9" Type="http://schemas.openxmlformats.org/officeDocument/2006/relationships/image" Target="../media/image5.png"/><Relationship Id="rId14" Type="http://schemas.openxmlformats.org/officeDocument/2006/relationships/image" Target="../media/image10.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7.xml"/><Relationship Id="rId4" Type="http://schemas.openxmlformats.org/officeDocument/2006/relationships/image" Target="../media/image21.emf"/></Relationships>
</file>

<file path=ppt/slides/_rels/slide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bin"/><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microsoft.com/en-us/microsoft-fabric/capacity-estimator"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slideLayout" Target="../slideLayouts/slideLayout7.xml"/><Relationship Id="rId4" Type="http://schemas.openxmlformats.org/officeDocument/2006/relationships/image" Target="../media/image36.svg"/></Relationships>
</file>

<file path=ppt/slides/_rels/slide8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image" Target="../media/image39.svg"/><Relationship Id="rId1" Type="http://schemas.openxmlformats.org/officeDocument/2006/relationships/slideLayout" Target="../slideLayouts/slideLayout7.xml"/><Relationship Id="rId6" Type="http://schemas.openxmlformats.org/officeDocument/2006/relationships/image" Target="../media/image43.svg"/><Relationship Id="rId5" Type="http://schemas.openxmlformats.org/officeDocument/2006/relationships/image" Target="../media/image42.sv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svg"/></Relationships>
</file>

<file path=ppt/slides/_rels/slide93.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slideLayout" Target="../slideLayouts/slideLayout7.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94.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slideLayout" Target="../slideLayouts/slideLayout7.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101.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sv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59.sv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image" Target="../media/image71.svg"/><Relationship Id="rId18" Type="http://schemas.openxmlformats.org/officeDocument/2006/relationships/image" Target="../media/image76.svg"/><Relationship Id="rId3" Type="http://schemas.openxmlformats.org/officeDocument/2006/relationships/image" Target="../media/image61.svg"/><Relationship Id="rId21" Type="http://schemas.openxmlformats.org/officeDocument/2006/relationships/image" Target="../media/image79.svg"/><Relationship Id="rId7" Type="http://schemas.openxmlformats.org/officeDocument/2006/relationships/image" Target="../media/image65.svg"/><Relationship Id="rId12" Type="http://schemas.openxmlformats.org/officeDocument/2006/relationships/image" Target="../media/image70.svg"/><Relationship Id="rId17" Type="http://schemas.openxmlformats.org/officeDocument/2006/relationships/image" Target="../media/image75.svg"/><Relationship Id="rId2" Type="http://schemas.openxmlformats.org/officeDocument/2006/relationships/image" Target="../media/image60.svg"/><Relationship Id="rId16" Type="http://schemas.openxmlformats.org/officeDocument/2006/relationships/image" Target="../media/image74.svg"/><Relationship Id="rId20" Type="http://schemas.openxmlformats.org/officeDocument/2006/relationships/image" Target="../media/image78.svg"/><Relationship Id="rId1" Type="http://schemas.openxmlformats.org/officeDocument/2006/relationships/slideLayout" Target="../slideLayouts/slideLayout7.xml"/><Relationship Id="rId6" Type="http://schemas.openxmlformats.org/officeDocument/2006/relationships/image" Target="../media/image64.svg"/><Relationship Id="rId11" Type="http://schemas.openxmlformats.org/officeDocument/2006/relationships/image" Target="../media/image69.svg"/><Relationship Id="rId5" Type="http://schemas.openxmlformats.org/officeDocument/2006/relationships/image" Target="../media/image63.svg"/><Relationship Id="rId15" Type="http://schemas.openxmlformats.org/officeDocument/2006/relationships/image" Target="../media/image73.svg"/><Relationship Id="rId10" Type="http://schemas.openxmlformats.org/officeDocument/2006/relationships/image" Target="../media/image68.svg"/><Relationship Id="rId19" Type="http://schemas.openxmlformats.org/officeDocument/2006/relationships/image" Target="../media/image77.svg"/><Relationship Id="rId4" Type="http://schemas.openxmlformats.org/officeDocument/2006/relationships/image" Target="../media/image62.svg"/><Relationship Id="rId9" Type="http://schemas.openxmlformats.org/officeDocument/2006/relationships/image" Target="../media/image67.svg"/><Relationship Id="rId14" Type="http://schemas.openxmlformats.org/officeDocument/2006/relationships/image" Target="../media/image7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6C4974F-450E-E84F-2D2D-5CAD1B1D33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838212F-8A1F-C683-42C3-2ED69E62A216}"/>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grpSp>
        <p:nvGrpSpPr>
          <p:cNvPr id="3" name="Group 3">
            <a:extLst>
              <a:ext uri="{FF2B5EF4-FFF2-40B4-BE49-F238E27FC236}">
                <a16:creationId xmlns:a16="http://schemas.microsoft.com/office/drawing/2014/main" id="{FDDE79C6-8DA5-045F-97EE-CAFCB3462848}"/>
              </a:ext>
            </a:extLst>
          </p:cNvPr>
          <p:cNvGrpSpPr/>
          <p:nvPr/>
        </p:nvGrpSpPr>
        <p:grpSpPr>
          <a:xfrm>
            <a:off x="0" y="2903094"/>
            <a:ext cx="18288000" cy="2088006"/>
            <a:chOff x="0" y="0"/>
            <a:chExt cx="5287621" cy="321202"/>
          </a:xfrm>
        </p:grpSpPr>
        <p:sp>
          <p:nvSpPr>
            <p:cNvPr id="4" name="Freeform 4">
              <a:extLst>
                <a:ext uri="{FF2B5EF4-FFF2-40B4-BE49-F238E27FC236}">
                  <a16:creationId xmlns:a16="http://schemas.microsoft.com/office/drawing/2014/main" id="{5F667A5B-D7FF-A013-10EB-F450131B3004}"/>
                </a:ext>
              </a:extLst>
            </p:cNvPr>
            <p:cNvSpPr/>
            <p:nvPr/>
          </p:nvSpPr>
          <p:spPr>
            <a:xfrm>
              <a:off x="0" y="0"/>
              <a:ext cx="5287621" cy="321202"/>
            </a:xfrm>
            <a:custGeom>
              <a:avLst/>
              <a:gdLst/>
              <a:ahLst/>
              <a:cxnLst/>
              <a:rect l="l" t="t" r="r" b="b"/>
              <a:pathLst>
                <a:path w="5287621" h="321202">
                  <a:moveTo>
                    <a:pt x="0" y="0"/>
                  </a:moveTo>
                  <a:lnTo>
                    <a:pt x="5287621" y="0"/>
                  </a:lnTo>
                  <a:lnTo>
                    <a:pt x="5287621" y="321202"/>
                  </a:lnTo>
                  <a:lnTo>
                    <a:pt x="0" y="321202"/>
                  </a:lnTo>
                  <a:close/>
                </a:path>
              </a:pathLst>
            </a:custGeom>
            <a:solidFill>
              <a:srgbClr val="00CD8F"/>
            </a:solidFill>
          </p:spPr>
          <p:txBody>
            <a:bodyPr/>
            <a:lstStyle/>
            <a:p>
              <a:endParaRPr lang="en-US" dirty="0"/>
            </a:p>
          </p:txBody>
        </p:sp>
        <p:sp>
          <p:nvSpPr>
            <p:cNvPr id="5" name="TextBox 5">
              <a:extLst>
                <a:ext uri="{FF2B5EF4-FFF2-40B4-BE49-F238E27FC236}">
                  <a16:creationId xmlns:a16="http://schemas.microsoft.com/office/drawing/2014/main" id="{7F3FF3DF-A3B0-2635-0B3D-4F8DCBDC4D4F}"/>
                </a:ext>
              </a:extLst>
            </p:cNvPr>
            <p:cNvSpPr txBox="1"/>
            <p:nvPr/>
          </p:nvSpPr>
          <p:spPr>
            <a:xfrm>
              <a:off x="0" y="-19050"/>
              <a:ext cx="5287621" cy="340252"/>
            </a:xfrm>
            <a:prstGeom prst="rect">
              <a:avLst/>
            </a:prstGeom>
          </p:spPr>
          <p:txBody>
            <a:bodyPr lIns="50800" tIns="50800" rIns="50800" bIns="50800" rtlCol="0" anchor="ctr"/>
            <a:lstStyle/>
            <a:p>
              <a:pPr algn="ctr">
                <a:lnSpc>
                  <a:spcPts val="1820"/>
                </a:lnSpc>
              </a:pPr>
              <a:endParaRPr dirty="0"/>
            </a:p>
          </p:txBody>
        </p:sp>
      </p:grpSp>
      <p:sp>
        <p:nvSpPr>
          <p:cNvPr id="11" name="Freeform 11">
            <a:extLst>
              <a:ext uri="{FF2B5EF4-FFF2-40B4-BE49-F238E27FC236}">
                <a16:creationId xmlns:a16="http://schemas.microsoft.com/office/drawing/2014/main" id="{64818A35-F850-8BC4-80EE-7CF068E955D5}"/>
              </a:ext>
            </a:extLst>
          </p:cNvPr>
          <p:cNvSpPr/>
          <p:nvPr/>
        </p:nvSpPr>
        <p:spPr>
          <a:xfrm>
            <a:off x="972949" y="802867"/>
            <a:ext cx="4210171" cy="863085"/>
          </a:xfrm>
          <a:custGeom>
            <a:avLst/>
            <a:gdLst/>
            <a:ahLst/>
            <a:cxnLst/>
            <a:rect l="l" t="t" r="r" b="b"/>
            <a:pathLst>
              <a:path w="4210171" h="863085">
                <a:moveTo>
                  <a:pt x="0" y="0"/>
                </a:moveTo>
                <a:lnTo>
                  <a:pt x="4210172" y="0"/>
                </a:lnTo>
                <a:lnTo>
                  <a:pt x="4210172" y="863085"/>
                </a:lnTo>
                <a:lnTo>
                  <a:pt x="0" y="86308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12" name="TextBox 12">
            <a:extLst>
              <a:ext uri="{FF2B5EF4-FFF2-40B4-BE49-F238E27FC236}">
                <a16:creationId xmlns:a16="http://schemas.microsoft.com/office/drawing/2014/main" id="{4BDCA74F-C253-3AC6-D1E9-B620098CF0C7}"/>
              </a:ext>
            </a:extLst>
          </p:cNvPr>
          <p:cNvSpPr txBox="1"/>
          <p:nvPr/>
        </p:nvSpPr>
        <p:spPr>
          <a:xfrm>
            <a:off x="978965" y="5363116"/>
            <a:ext cx="9689035" cy="1576457"/>
          </a:xfrm>
          <a:prstGeom prst="rect">
            <a:avLst/>
          </a:prstGeom>
        </p:spPr>
        <p:txBody>
          <a:bodyPr wrap="square" lIns="0" tIns="0" rIns="0" bIns="0" rtlCol="0" anchor="t">
            <a:spAutoFit/>
          </a:bodyPr>
          <a:lstStyle/>
          <a:p>
            <a:pPr marL="0" lvl="0" indent="0" algn="l">
              <a:lnSpc>
                <a:spcPts val="4200"/>
              </a:lnSpc>
              <a:spcBef>
                <a:spcPct val="0"/>
              </a:spcBef>
            </a:pPr>
            <a:r>
              <a:rPr lang="en-US" sz="3000" dirty="0">
                <a:solidFill>
                  <a:srgbClr val="FFFFFF"/>
                </a:solidFill>
                <a:latin typeface="Outfit"/>
                <a:ea typeface="Outfit"/>
                <a:cs typeface="Outfit"/>
                <a:sym typeface="Outfit"/>
              </a:rPr>
              <a:t>A hands-on workshop for architects, BI engineers, and technical leaders accountable for scalable Power BI &amp; Microsoft Fabric solutions.</a:t>
            </a:r>
          </a:p>
        </p:txBody>
      </p:sp>
      <p:sp>
        <p:nvSpPr>
          <p:cNvPr id="13" name="TextBox 13">
            <a:extLst>
              <a:ext uri="{FF2B5EF4-FFF2-40B4-BE49-F238E27FC236}">
                <a16:creationId xmlns:a16="http://schemas.microsoft.com/office/drawing/2014/main" id="{788AEF8C-A0C5-80E0-D64A-98108A7283DA}"/>
              </a:ext>
            </a:extLst>
          </p:cNvPr>
          <p:cNvSpPr txBox="1"/>
          <p:nvPr/>
        </p:nvSpPr>
        <p:spPr>
          <a:xfrm>
            <a:off x="972949" y="2936269"/>
            <a:ext cx="17315051" cy="1729704"/>
          </a:xfrm>
          <a:prstGeom prst="rect">
            <a:avLst/>
          </a:prstGeom>
        </p:spPr>
        <p:txBody>
          <a:bodyPr wrap="square" lIns="0" tIns="0" rIns="0" bIns="0" rtlCol="0" anchor="t">
            <a:spAutoFit/>
          </a:bodyPr>
          <a:lstStyle/>
          <a:p>
            <a:pPr marL="0" lvl="0" indent="0" algn="l">
              <a:lnSpc>
                <a:spcPts val="7000"/>
              </a:lnSpc>
              <a:spcBef>
                <a:spcPct val="0"/>
              </a:spcBef>
            </a:pPr>
            <a:r>
              <a:rPr lang="en-US" sz="5000" dirty="0">
                <a:solidFill>
                  <a:srgbClr val="FFFFFF"/>
                </a:solidFill>
                <a:latin typeface="Outfit"/>
                <a:ea typeface="Outfit"/>
                <a:cs typeface="Outfit"/>
                <a:sym typeface="Outfit"/>
              </a:rPr>
              <a:t>Design Production-Ready Power BI &amp; Fabric Analytics Systems (Workshop)</a:t>
            </a:r>
          </a:p>
        </p:txBody>
      </p:sp>
      <p:sp>
        <p:nvSpPr>
          <p:cNvPr id="15" name="TextBox 15">
            <a:extLst>
              <a:ext uri="{FF2B5EF4-FFF2-40B4-BE49-F238E27FC236}">
                <a16:creationId xmlns:a16="http://schemas.microsoft.com/office/drawing/2014/main" id="{854B44BE-AF61-BD2F-EF10-2091C68B7AA5}"/>
              </a:ext>
            </a:extLst>
          </p:cNvPr>
          <p:cNvSpPr txBox="1"/>
          <p:nvPr/>
        </p:nvSpPr>
        <p:spPr>
          <a:xfrm>
            <a:off x="1395703" y="856585"/>
            <a:ext cx="3364665" cy="679450"/>
          </a:xfrm>
          <a:prstGeom prst="rect">
            <a:avLst/>
          </a:prstGeom>
        </p:spPr>
        <p:txBody>
          <a:bodyPr lIns="0" tIns="0" rIns="0" bIns="0" rtlCol="0" anchor="t">
            <a:spAutoFit/>
          </a:bodyPr>
          <a:lstStyle/>
          <a:p>
            <a:pPr marL="0" lvl="0" indent="0" algn="l">
              <a:lnSpc>
                <a:spcPts val="5599"/>
              </a:lnSpc>
              <a:spcBef>
                <a:spcPct val="0"/>
              </a:spcBef>
            </a:pPr>
            <a:r>
              <a:rPr lang="en-US" sz="3999" dirty="0">
                <a:solidFill>
                  <a:srgbClr val="000000"/>
                </a:solidFill>
                <a:latin typeface="Outfit"/>
                <a:ea typeface="Outfit"/>
                <a:cs typeface="Outfit"/>
                <a:sym typeface="Outfit"/>
              </a:rPr>
              <a:t>Starting Now</a:t>
            </a:r>
          </a:p>
        </p:txBody>
      </p:sp>
      <p:grpSp>
        <p:nvGrpSpPr>
          <p:cNvPr id="18" name="Group 17">
            <a:extLst>
              <a:ext uri="{FF2B5EF4-FFF2-40B4-BE49-F238E27FC236}">
                <a16:creationId xmlns:a16="http://schemas.microsoft.com/office/drawing/2014/main" id="{BF015285-84C2-7E44-546E-5667EEB3289F}"/>
              </a:ext>
            </a:extLst>
          </p:cNvPr>
          <p:cNvGrpSpPr/>
          <p:nvPr/>
        </p:nvGrpSpPr>
        <p:grpSpPr>
          <a:xfrm>
            <a:off x="10744200" y="6113398"/>
            <a:ext cx="6685751" cy="3576813"/>
            <a:chOff x="10523069" y="6043437"/>
            <a:chExt cx="6685751" cy="3576813"/>
          </a:xfrm>
        </p:grpSpPr>
        <p:grpSp>
          <p:nvGrpSpPr>
            <p:cNvPr id="20" name="Group 19">
              <a:extLst>
                <a:ext uri="{FF2B5EF4-FFF2-40B4-BE49-F238E27FC236}">
                  <a16:creationId xmlns:a16="http://schemas.microsoft.com/office/drawing/2014/main" id="{65F0C4D2-4ADC-FE03-5D1D-C8F2CBF37931}"/>
                </a:ext>
              </a:extLst>
            </p:cNvPr>
            <p:cNvGrpSpPr/>
            <p:nvPr/>
          </p:nvGrpSpPr>
          <p:grpSpPr>
            <a:xfrm>
              <a:off x="14417256" y="6043437"/>
              <a:ext cx="2791564" cy="3576813"/>
              <a:chOff x="0" y="0"/>
              <a:chExt cx="812800" cy="812800"/>
            </a:xfrm>
          </p:grpSpPr>
          <p:sp>
            <p:nvSpPr>
              <p:cNvPr id="25" name="Freeform 7">
                <a:extLst>
                  <a:ext uri="{FF2B5EF4-FFF2-40B4-BE49-F238E27FC236}">
                    <a16:creationId xmlns:a16="http://schemas.microsoft.com/office/drawing/2014/main" id="{768D4C75-5BC5-4EBF-CDC3-3930F72EF9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D8F"/>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 name="TextBox 8">
                <a:extLst>
                  <a:ext uri="{FF2B5EF4-FFF2-40B4-BE49-F238E27FC236}">
                    <a16:creationId xmlns:a16="http://schemas.microsoft.com/office/drawing/2014/main" id="{0A58E014-A7CE-AA7E-EA6F-085645C70DCD}"/>
                  </a:ext>
                </a:extLst>
              </p:cNvPr>
              <p:cNvSpPr txBox="1"/>
              <p:nvPr/>
            </p:nvSpPr>
            <p:spPr>
              <a:xfrm>
                <a:off x="76200" y="66675"/>
                <a:ext cx="660400" cy="669925"/>
              </a:xfrm>
              <a:prstGeom prst="rect">
                <a:avLst/>
              </a:prstGeom>
            </p:spPr>
            <p:txBody>
              <a:bodyPr lIns="10997" tIns="10997" rIns="10997" bIns="10997"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2"/>
                  </a:lnSpc>
                  <a:spcBef>
                    <a:spcPct val="0"/>
                  </a:spcBef>
                </a:pPr>
                <a:endParaRPr/>
              </a:p>
            </p:txBody>
          </p:sp>
        </p:grpSp>
        <p:sp>
          <p:nvSpPr>
            <p:cNvPr id="21" name="TextBox 14">
              <a:extLst>
                <a:ext uri="{FF2B5EF4-FFF2-40B4-BE49-F238E27FC236}">
                  <a16:creationId xmlns:a16="http://schemas.microsoft.com/office/drawing/2014/main" id="{3F23C20A-9466-2408-104C-3B6B7016F2EA}"/>
                </a:ext>
              </a:extLst>
            </p:cNvPr>
            <p:cNvSpPr txBox="1"/>
            <p:nvPr/>
          </p:nvSpPr>
          <p:spPr>
            <a:xfrm>
              <a:off x="10523069" y="7249108"/>
              <a:ext cx="3478918" cy="61341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5040"/>
                </a:lnSpc>
                <a:spcBef>
                  <a:spcPct val="0"/>
                </a:spcBef>
              </a:pPr>
              <a:r>
                <a:rPr lang="en-US" sz="3600">
                  <a:solidFill>
                    <a:srgbClr val="FFFFFF"/>
                  </a:solidFill>
                  <a:latin typeface="Outfit"/>
                  <a:ea typeface="Outfit"/>
                  <a:cs typeface="Outfit"/>
                  <a:sym typeface="Outfit"/>
                </a:rPr>
                <a:t>Greg Deckler</a:t>
              </a:r>
            </a:p>
          </p:txBody>
        </p:sp>
        <p:sp>
          <p:nvSpPr>
            <p:cNvPr id="22" name="TextBox 16">
              <a:extLst>
                <a:ext uri="{FF2B5EF4-FFF2-40B4-BE49-F238E27FC236}">
                  <a16:creationId xmlns:a16="http://schemas.microsoft.com/office/drawing/2014/main" id="{55570E2D-C862-28C2-8155-7CE35AD6397B}"/>
                </a:ext>
              </a:extLst>
            </p:cNvPr>
            <p:cNvSpPr txBox="1"/>
            <p:nvPr/>
          </p:nvSpPr>
          <p:spPr>
            <a:xfrm>
              <a:off x="10728788" y="8005392"/>
              <a:ext cx="3478918" cy="403252"/>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359"/>
                </a:lnSpc>
              </a:pPr>
              <a:endParaRPr lang="en-US" sz="2400">
                <a:solidFill>
                  <a:srgbClr val="FFFFFF"/>
                </a:solidFill>
                <a:latin typeface="Outfit"/>
                <a:ea typeface="Outfit"/>
                <a:cs typeface="Outfit"/>
                <a:sym typeface="Outfit"/>
              </a:endParaRPr>
            </a:p>
          </p:txBody>
        </p:sp>
        <p:sp>
          <p:nvSpPr>
            <p:cNvPr id="23" name="AutoShape 17">
              <a:extLst>
                <a:ext uri="{FF2B5EF4-FFF2-40B4-BE49-F238E27FC236}">
                  <a16:creationId xmlns:a16="http://schemas.microsoft.com/office/drawing/2014/main" id="{59E2BF91-27A9-150F-6C73-340CF2CA5CAF}"/>
                </a:ext>
              </a:extLst>
            </p:cNvPr>
            <p:cNvSpPr/>
            <p:nvPr/>
          </p:nvSpPr>
          <p:spPr>
            <a:xfrm>
              <a:off x="10614594" y="7938718"/>
              <a:ext cx="3415861" cy="19050"/>
            </a:xfrm>
            <a:prstGeom prst="line">
              <a:avLst/>
            </a:prstGeom>
            <a:ln w="38100" cap="flat">
              <a:solidFill>
                <a:srgbClr val="FFFFFF"/>
              </a:solidFill>
              <a:prstDash val="solid"/>
              <a:headEnd type="none" w="sm" len="sm"/>
              <a:tailEnd type="none" w="sm" len="sm"/>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pic>
          <p:nvPicPr>
            <p:cNvPr id="24" name="Picture 23">
              <a:extLst>
                <a:ext uri="{FF2B5EF4-FFF2-40B4-BE49-F238E27FC236}">
                  <a16:creationId xmlns:a16="http://schemas.microsoft.com/office/drawing/2014/main" id="{017644A4-F961-69C3-BC00-D8C7E15B58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30400" y="6234371"/>
              <a:ext cx="2391797" cy="321486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spTree>
    <p:extLst>
      <p:ext uri="{BB962C8B-B14F-4D97-AF65-F5344CB8AC3E}">
        <p14:creationId xmlns:p14="http://schemas.microsoft.com/office/powerpoint/2010/main" val="597681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dirty="0"/>
          </a:p>
        </p:txBody>
      </p:sp>
      <p:sp>
        <p:nvSpPr>
          <p:cNvPr id="3" name="TextBox 3"/>
          <p:cNvSpPr txBox="1"/>
          <p:nvPr/>
        </p:nvSpPr>
        <p:spPr>
          <a:xfrm>
            <a:off x="1028700" y="4479925"/>
            <a:ext cx="16573499" cy="2427972"/>
          </a:xfrm>
          <a:prstGeom prst="rect">
            <a:avLst/>
          </a:prstGeom>
        </p:spPr>
        <p:txBody>
          <a:bodyPr wrap="square" lIns="0" tIns="0" rIns="0" bIns="0" rtlCol="0" anchor="t">
            <a:spAutoFit/>
          </a:bodyPr>
          <a:lstStyle/>
          <a:p>
            <a:pPr algn="ctr">
              <a:lnSpc>
                <a:spcPts val="9799"/>
              </a:lnSpc>
            </a:pPr>
            <a:r>
              <a:rPr lang="en-US" sz="7200" dirty="0">
                <a:solidFill>
                  <a:srgbClr val="FFFFFF"/>
                </a:solidFill>
                <a:latin typeface="Outfit"/>
                <a:ea typeface="Outfit"/>
                <a:cs typeface="Outfit"/>
                <a:sym typeface="Outfit"/>
              </a:rPr>
              <a:t>Design Production-Ready Power BI &amp; Fabric Analytics Systems</a:t>
            </a:r>
            <a:endParaRPr lang="en-US" sz="6999" dirty="0">
              <a:solidFill>
                <a:srgbClr val="FFFFFF"/>
              </a:solidFill>
              <a:latin typeface="Outfit"/>
              <a:ea typeface="Outfit"/>
              <a:cs typeface="Outfit"/>
              <a:sym typeface="Outfit"/>
            </a:endParaRPr>
          </a:p>
        </p:txBody>
      </p:sp>
      <p:sp>
        <p:nvSpPr>
          <p:cNvPr id="5" name="AutoShape 5"/>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6" name="Freeform 6"/>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69AAF79-6D66-69C5-BD51-FDD29B8074E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AA81F84-2D78-7067-E996-43BDCAEACF87}"/>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
        <p:nvSpPr>
          <p:cNvPr id="18" name="Title 10">
            <a:extLst>
              <a:ext uri="{FF2B5EF4-FFF2-40B4-BE49-F238E27FC236}">
                <a16:creationId xmlns:a16="http://schemas.microsoft.com/office/drawing/2014/main" id="{C115DDE0-6B3D-18AA-AB37-E7D8A14C9C46}"/>
              </a:ext>
            </a:extLst>
          </p:cNvPr>
          <p:cNvSpPr txBox="1">
            <a:spLocks/>
          </p:cNvSpPr>
          <p:nvPr/>
        </p:nvSpPr>
        <p:spPr>
          <a:xfrm>
            <a:off x="6393381" y="1573184"/>
            <a:ext cx="5640900" cy="903316"/>
          </a:xfrm>
          <a:prstGeom prst="rect">
            <a:avLst/>
          </a:prstGeom>
        </p:spPr>
        <p:txBody>
          <a:bodyPr vert="horz"/>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pl-PL" dirty="0">
                <a:solidFill>
                  <a:schemeClr val="bg1"/>
                </a:solidFill>
              </a:rPr>
              <a:t>Abou</a:t>
            </a:r>
            <a:r>
              <a:rPr lang="en-US" dirty="0">
                <a:solidFill>
                  <a:schemeClr val="bg1"/>
                </a:solidFill>
              </a:rPr>
              <a:t>t</a:t>
            </a:r>
            <a:r>
              <a:rPr lang="pl-PL" dirty="0"/>
              <a:t> </a:t>
            </a:r>
            <a:r>
              <a:rPr lang="en-US" dirty="0">
                <a:solidFill>
                  <a:srgbClr val="00CD8F"/>
                </a:solidFill>
              </a:rPr>
              <a:t>Greg Deckler</a:t>
            </a:r>
          </a:p>
        </p:txBody>
      </p:sp>
      <p:sp>
        <p:nvSpPr>
          <p:cNvPr id="19" name="Text Placeholder 11">
            <a:extLst>
              <a:ext uri="{FF2B5EF4-FFF2-40B4-BE49-F238E27FC236}">
                <a16:creationId xmlns:a16="http://schemas.microsoft.com/office/drawing/2014/main" id="{37273BFE-D528-2975-77E7-7CAFE278CA06}"/>
              </a:ext>
            </a:extLst>
          </p:cNvPr>
          <p:cNvSpPr txBox="1">
            <a:spLocks/>
          </p:cNvSpPr>
          <p:nvPr/>
        </p:nvSpPr>
        <p:spPr>
          <a:xfrm>
            <a:off x="6393381" y="2476500"/>
            <a:ext cx="10904019" cy="3387614"/>
          </a:xfrm>
          <a:prstGeom prst="rect">
            <a:avLst/>
          </a:prstGeom>
        </p:spPr>
        <p:txBody>
          <a:bodyPr numCol="2">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1000"/>
              </a:spcBef>
            </a:pPr>
            <a:r>
              <a:rPr lang="en-US" sz="2000" dirty="0">
                <a:solidFill>
                  <a:schemeClr val="bg1"/>
                </a:solidFill>
                <a:latin typeface="Outfit" panose="020B0604020202020204" charset="0"/>
              </a:rPr>
              <a:t>32 years of IT consulting expertise</a:t>
            </a:r>
          </a:p>
          <a:p>
            <a:pPr>
              <a:spcBef>
                <a:spcPts val="1000"/>
              </a:spcBef>
            </a:pPr>
            <a:r>
              <a:rPr lang="en-US" sz="2000" dirty="0">
                <a:solidFill>
                  <a:schemeClr val="bg1"/>
                </a:solidFill>
                <a:latin typeface="Outfit" panose="020B0604020202020204" charset="0"/>
              </a:rPr>
              <a:t>7-time Microsoft MVP</a:t>
            </a:r>
          </a:p>
          <a:p>
            <a:pPr>
              <a:spcBef>
                <a:spcPts val="1000"/>
              </a:spcBef>
            </a:pPr>
            <a:r>
              <a:rPr lang="en-US" sz="2000" dirty="0">
                <a:solidFill>
                  <a:schemeClr val="bg1"/>
                </a:solidFill>
                <a:latin typeface="Outfit" panose="020B0604020202020204" charset="0"/>
              </a:rPr>
              <a:t>9 books published</a:t>
            </a:r>
          </a:p>
          <a:p>
            <a:pPr>
              <a:spcBef>
                <a:spcPts val="1000"/>
              </a:spcBef>
            </a:pPr>
            <a:r>
              <a:rPr lang="en-US" sz="2000" dirty="0">
                <a:solidFill>
                  <a:schemeClr val="bg1"/>
                </a:solidFill>
                <a:latin typeface="Outfit" panose="020B0604020202020204" charset="0"/>
              </a:rPr>
              <a:t>Email: </a:t>
            </a:r>
            <a:r>
              <a:rPr lang="en-US" sz="2000" dirty="0">
                <a:solidFill>
                  <a:schemeClr val="bg1"/>
                </a:solidFill>
                <a:latin typeface="Outfit" panose="020B0604020202020204" charset="0"/>
                <a:hlinkClick r:id="rId4"/>
              </a:rPr>
              <a:t>gdeckler@gmail.com</a:t>
            </a:r>
            <a:r>
              <a:rPr lang="en-US" sz="2000" dirty="0">
                <a:solidFill>
                  <a:schemeClr val="bg1"/>
                </a:solidFill>
                <a:latin typeface="Outfit" panose="020B0604020202020204" charset="0"/>
              </a:rPr>
              <a:t> </a:t>
            </a:r>
          </a:p>
          <a:p>
            <a:pPr>
              <a:spcBef>
                <a:spcPts val="1000"/>
              </a:spcBef>
            </a:pPr>
            <a:r>
              <a:rPr lang="en-US" sz="2000" dirty="0">
                <a:solidFill>
                  <a:schemeClr val="bg1"/>
                </a:solidFill>
                <a:latin typeface="Outfit" panose="020B0604020202020204" charset="0"/>
              </a:rPr>
              <a:t>Workshop Materials: </a:t>
            </a:r>
            <a:r>
              <a:rPr lang="en-US" sz="2000" dirty="0">
                <a:solidFill>
                  <a:schemeClr val="bg1"/>
                </a:solidFill>
                <a:latin typeface="Outfit" panose="020B0604020202020204" charset="0"/>
                <a:hlinkClick r:id="rId5"/>
              </a:rPr>
              <a:t>https://github.com/PacktPublishing/Learn-Microsoft-Power-BI_3E/tree/main/Workshop</a:t>
            </a:r>
            <a:r>
              <a:rPr lang="en-US" sz="2000" dirty="0">
                <a:solidFill>
                  <a:schemeClr val="bg1"/>
                </a:solidFill>
                <a:latin typeface="Outfit" panose="020B0604020202020204" charset="0"/>
              </a:rPr>
              <a:t> </a:t>
            </a:r>
          </a:p>
          <a:p>
            <a:pPr>
              <a:spcBef>
                <a:spcPts val="1000"/>
              </a:spcBef>
            </a:pPr>
            <a:r>
              <a:rPr lang="en-US" sz="2000" dirty="0">
                <a:solidFill>
                  <a:schemeClr val="bg1"/>
                </a:solidFill>
                <a:latin typeface="Outfit" panose="020B0604020202020204" charset="0"/>
              </a:rPr>
              <a:t>LinkedIn: </a:t>
            </a:r>
            <a:r>
              <a:rPr lang="en-US" sz="2000" dirty="0">
                <a:solidFill>
                  <a:schemeClr val="bg1"/>
                </a:solidFill>
                <a:latin typeface="Outfit" panose="020B0604020202020204" charset="0"/>
                <a:hlinkClick r:id="rId6"/>
              </a:rPr>
              <a:t>https://www.linkedin.com/in/gregdeckler/</a:t>
            </a:r>
            <a:endParaRPr lang="en-US" sz="2000" dirty="0">
              <a:solidFill>
                <a:schemeClr val="bg1"/>
              </a:solidFill>
              <a:latin typeface="Outfit" panose="020B0604020202020204" charset="0"/>
            </a:endParaRPr>
          </a:p>
          <a:p>
            <a:pPr>
              <a:spcBef>
                <a:spcPts val="1000"/>
              </a:spcBef>
            </a:pPr>
            <a:r>
              <a:rPr lang="en-US" sz="2000" dirty="0">
                <a:solidFill>
                  <a:schemeClr val="bg1"/>
                </a:solidFill>
                <a:latin typeface="Outfit" panose="020B0604020202020204" charset="0"/>
              </a:rPr>
              <a:t>X: @gregdeckler</a:t>
            </a:r>
          </a:p>
          <a:p>
            <a:pPr>
              <a:spcBef>
                <a:spcPts val="1000"/>
              </a:spcBef>
            </a:pPr>
            <a:r>
              <a:rPr lang="en-US" sz="2000" dirty="0">
                <a:solidFill>
                  <a:schemeClr val="bg1"/>
                </a:solidFill>
                <a:latin typeface="Outfit" panose="020B0604020202020204" charset="0"/>
              </a:rPr>
              <a:t>Bluesky: @gregdeckler.bsky.social</a:t>
            </a:r>
          </a:p>
          <a:p>
            <a:pPr>
              <a:spcBef>
                <a:spcPts val="1000"/>
              </a:spcBef>
            </a:pPr>
            <a:r>
              <a:rPr lang="en-US" sz="2000" dirty="0">
                <a:solidFill>
                  <a:schemeClr val="bg1"/>
                </a:solidFill>
                <a:latin typeface="Outfit" panose="020B0604020202020204" charset="0"/>
              </a:rPr>
              <a:t>YouTube: </a:t>
            </a:r>
          </a:p>
          <a:p>
            <a:pPr lvl="1">
              <a:spcBef>
                <a:spcPts val="1000"/>
              </a:spcBef>
            </a:pPr>
            <a:r>
              <a:rPr lang="en-US" sz="1600" dirty="0">
                <a:solidFill>
                  <a:schemeClr val="bg1"/>
                </a:solidFill>
                <a:latin typeface="Outfit" panose="020B0604020202020204" charset="0"/>
                <a:hlinkClick r:id="rId7"/>
              </a:rPr>
              <a:t>https://www.youtube.com/@microsofthatesgreg</a:t>
            </a:r>
            <a:endParaRPr lang="en-US" sz="1600" dirty="0">
              <a:solidFill>
                <a:schemeClr val="bg1"/>
              </a:solidFill>
              <a:latin typeface="Outfit" panose="020B0604020202020204" charset="0"/>
            </a:endParaRPr>
          </a:p>
          <a:p>
            <a:pPr lvl="1">
              <a:spcBef>
                <a:spcPts val="1000"/>
              </a:spcBef>
            </a:pPr>
            <a:r>
              <a:rPr lang="en-US" sz="1600" dirty="0">
                <a:solidFill>
                  <a:schemeClr val="bg1"/>
                </a:solidFill>
                <a:latin typeface="Outfit" panose="020B0604020202020204" charset="0"/>
                <a:hlinkClick r:id="rId8"/>
              </a:rPr>
              <a:t>https://www.youtube.com/@daxforhumans</a:t>
            </a:r>
            <a:r>
              <a:rPr lang="en-US" sz="1600" dirty="0">
                <a:solidFill>
                  <a:schemeClr val="bg1"/>
                </a:solidFill>
                <a:latin typeface="Outfit" panose="020B0604020202020204" charset="0"/>
              </a:rPr>
              <a:t> </a:t>
            </a:r>
          </a:p>
        </p:txBody>
      </p:sp>
      <p:pic>
        <p:nvPicPr>
          <p:cNvPr id="4" name="Picture 3" descr="Graphical user interface, website&#10;&#10;Description automatically generated">
            <a:extLst>
              <a:ext uri="{FF2B5EF4-FFF2-40B4-BE49-F238E27FC236}">
                <a16:creationId xmlns:a16="http://schemas.microsoft.com/office/drawing/2014/main" id="{FD687B38-F766-68AF-4662-5DEC53198FD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53276" y="5798298"/>
            <a:ext cx="1571891" cy="1942857"/>
          </a:xfrm>
          <a:prstGeom prst="rect">
            <a:avLst/>
          </a:prstGeom>
        </p:spPr>
      </p:pic>
      <p:pic>
        <p:nvPicPr>
          <p:cNvPr id="5" name="Picture 4" descr="Graphical user interface&#10;&#10;Description automatically generated">
            <a:extLst>
              <a:ext uri="{FF2B5EF4-FFF2-40B4-BE49-F238E27FC236}">
                <a16:creationId xmlns:a16="http://schemas.microsoft.com/office/drawing/2014/main" id="{169A4E46-DC44-3629-8190-EE47448A325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41395" y="5782610"/>
            <a:ext cx="1571894" cy="1942863"/>
          </a:xfrm>
          <a:prstGeom prst="rect">
            <a:avLst/>
          </a:prstGeom>
        </p:spPr>
      </p:pic>
      <p:pic>
        <p:nvPicPr>
          <p:cNvPr id="11" name="Picture 10" descr="Graphical user interface&#10;&#10;Description automatically generated with medium confidence">
            <a:extLst>
              <a:ext uri="{FF2B5EF4-FFF2-40B4-BE49-F238E27FC236}">
                <a16:creationId xmlns:a16="http://schemas.microsoft.com/office/drawing/2014/main" id="{C0CDEF40-52AA-03FD-D64C-4E6ADAFAA8A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601310" y="5782616"/>
            <a:ext cx="1571891" cy="1942857"/>
          </a:xfrm>
          <a:prstGeom prst="rect">
            <a:avLst/>
          </a:prstGeom>
        </p:spPr>
      </p:pic>
      <p:pic>
        <p:nvPicPr>
          <p:cNvPr id="12" name="Picture 11" descr="Graphical user interface, website&#10;&#10;Description automatically generated">
            <a:extLst>
              <a:ext uri="{FF2B5EF4-FFF2-40B4-BE49-F238E27FC236}">
                <a16:creationId xmlns:a16="http://schemas.microsoft.com/office/drawing/2014/main" id="{CF8FAE71-9907-580B-D9CF-9C803551BC0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4898722" y="5750169"/>
            <a:ext cx="1577606" cy="1942865"/>
          </a:xfrm>
          <a:prstGeom prst="rect">
            <a:avLst/>
          </a:prstGeom>
        </p:spPr>
      </p:pic>
      <p:pic>
        <p:nvPicPr>
          <p:cNvPr id="13" name="Picture 12">
            <a:extLst>
              <a:ext uri="{FF2B5EF4-FFF2-40B4-BE49-F238E27FC236}">
                <a16:creationId xmlns:a16="http://schemas.microsoft.com/office/drawing/2014/main" id="{741475A5-BE6D-27DC-DF4F-921EAD388CF0}"/>
              </a:ext>
            </a:extLst>
          </p:cNvPr>
          <p:cNvPicPr>
            <a:picLocks noChangeAspect="1"/>
          </p:cNvPicPr>
          <p:nvPr/>
        </p:nvPicPr>
        <p:blipFill>
          <a:blip r:embed="rId13"/>
          <a:stretch>
            <a:fillRect/>
          </a:stretch>
        </p:blipFill>
        <p:spPr>
          <a:xfrm>
            <a:off x="12761222" y="5769162"/>
            <a:ext cx="1576818" cy="1942864"/>
          </a:xfrm>
          <a:prstGeom prst="rect">
            <a:avLst/>
          </a:prstGeom>
        </p:spPr>
      </p:pic>
      <p:pic>
        <p:nvPicPr>
          <p:cNvPr id="20" name="Picture 19" descr="Microsoft Power BI Cookbook: Convert raw data into business insights with updated techniques, use cases, and best practices">
            <a:extLst>
              <a:ext uri="{FF2B5EF4-FFF2-40B4-BE49-F238E27FC236}">
                <a16:creationId xmlns:a16="http://schemas.microsoft.com/office/drawing/2014/main" id="{0DB436D7-538D-1092-08BF-219FD86DE775}"/>
              </a:ext>
            </a:extLst>
          </p:cNvPr>
          <p:cNvPicPr>
            <a:picLocks noChangeAspect="1"/>
          </p:cNvPicPr>
          <p:nvPr/>
        </p:nvPicPr>
        <p:blipFill>
          <a:blip r:embed="rId14"/>
          <a:stretch>
            <a:fillRect/>
          </a:stretch>
        </p:blipFill>
        <p:spPr>
          <a:xfrm>
            <a:off x="9643750" y="8249820"/>
            <a:ext cx="1561236" cy="1922880"/>
          </a:xfrm>
          <a:prstGeom prst="rect">
            <a:avLst/>
          </a:prstGeom>
        </p:spPr>
      </p:pic>
      <p:pic>
        <p:nvPicPr>
          <p:cNvPr id="21" name="Picture 20" descr="The Definitive Guide to Power Query (M): Mastering complex data transformation with Power Query">
            <a:extLst>
              <a:ext uri="{FF2B5EF4-FFF2-40B4-BE49-F238E27FC236}">
                <a16:creationId xmlns:a16="http://schemas.microsoft.com/office/drawing/2014/main" id="{C8645967-B70F-2ADB-73DA-A868076AF1E7}"/>
              </a:ext>
            </a:extLst>
          </p:cNvPr>
          <p:cNvPicPr>
            <a:picLocks noChangeAspect="1"/>
          </p:cNvPicPr>
          <p:nvPr/>
        </p:nvPicPr>
        <p:blipFill>
          <a:blip r:embed="rId15"/>
          <a:stretch>
            <a:fillRect/>
          </a:stretch>
        </p:blipFill>
        <p:spPr>
          <a:xfrm>
            <a:off x="7539943" y="8236698"/>
            <a:ext cx="1571891" cy="1936002"/>
          </a:xfrm>
          <a:prstGeom prst="rect">
            <a:avLst/>
          </a:prstGeom>
        </p:spPr>
      </p:pic>
      <p:pic>
        <p:nvPicPr>
          <p:cNvPr id="22" name="Picture 21" descr="Learn Microsoft Power BI: A comprehensive, beginner-friendly guide to real-world business intelligence">
            <a:extLst>
              <a:ext uri="{FF2B5EF4-FFF2-40B4-BE49-F238E27FC236}">
                <a16:creationId xmlns:a16="http://schemas.microsoft.com/office/drawing/2014/main" id="{897D1136-5410-756F-CDB2-B15AE87AA49C}"/>
              </a:ext>
            </a:extLst>
          </p:cNvPr>
          <p:cNvPicPr>
            <a:picLocks noChangeAspect="1"/>
          </p:cNvPicPr>
          <p:nvPr/>
        </p:nvPicPr>
        <p:blipFill>
          <a:blip r:embed="rId16"/>
          <a:stretch>
            <a:fillRect/>
          </a:stretch>
        </p:blipFill>
        <p:spPr>
          <a:xfrm>
            <a:off x="11736902" y="8209854"/>
            <a:ext cx="1593684" cy="1962846"/>
          </a:xfrm>
          <a:prstGeom prst="rect">
            <a:avLst/>
          </a:prstGeom>
        </p:spPr>
      </p:pic>
      <p:pic>
        <p:nvPicPr>
          <p:cNvPr id="24" name="Picture 23">
            <a:extLst>
              <a:ext uri="{FF2B5EF4-FFF2-40B4-BE49-F238E27FC236}">
                <a16:creationId xmlns:a16="http://schemas.microsoft.com/office/drawing/2014/main" id="{6D0A55BD-9761-09C4-A3F2-0A0C7C24A53F}"/>
              </a:ext>
            </a:extLst>
          </p:cNvPr>
          <p:cNvPicPr>
            <a:picLocks noChangeAspect="1"/>
          </p:cNvPicPr>
          <p:nvPr/>
        </p:nvPicPr>
        <p:blipFill>
          <a:blip r:embed="rId17"/>
          <a:stretch>
            <a:fillRect/>
          </a:stretch>
        </p:blipFill>
        <p:spPr>
          <a:xfrm>
            <a:off x="13862502" y="8172077"/>
            <a:ext cx="1553720" cy="1938146"/>
          </a:xfrm>
          <a:prstGeom prst="rect">
            <a:avLst/>
          </a:prstGeom>
        </p:spPr>
      </p:pic>
      <p:grpSp>
        <p:nvGrpSpPr>
          <p:cNvPr id="9" name="Group 8">
            <a:extLst>
              <a:ext uri="{FF2B5EF4-FFF2-40B4-BE49-F238E27FC236}">
                <a16:creationId xmlns:a16="http://schemas.microsoft.com/office/drawing/2014/main" id="{B5B9B130-F8D1-289C-66E6-A64112B01F50}"/>
              </a:ext>
            </a:extLst>
          </p:cNvPr>
          <p:cNvGrpSpPr/>
          <p:nvPr/>
        </p:nvGrpSpPr>
        <p:grpSpPr>
          <a:xfrm>
            <a:off x="1922196" y="2705100"/>
            <a:ext cx="2791564" cy="3557830"/>
            <a:chOff x="0" y="0"/>
            <a:chExt cx="812800" cy="812800"/>
          </a:xfrm>
        </p:grpSpPr>
        <p:sp>
          <p:nvSpPr>
            <p:cNvPr id="23" name="Freeform 7">
              <a:extLst>
                <a:ext uri="{FF2B5EF4-FFF2-40B4-BE49-F238E27FC236}">
                  <a16:creationId xmlns:a16="http://schemas.microsoft.com/office/drawing/2014/main" id="{08A1FDFE-9ECA-22F9-EC97-F07C8A7982D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CD8F"/>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TextBox 8">
              <a:extLst>
                <a:ext uri="{FF2B5EF4-FFF2-40B4-BE49-F238E27FC236}">
                  <a16:creationId xmlns:a16="http://schemas.microsoft.com/office/drawing/2014/main" id="{A381B9E1-9036-65F2-9545-BC5B075F26A2}"/>
                </a:ext>
              </a:extLst>
            </p:cNvPr>
            <p:cNvSpPr txBox="1"/>
            <p:nvPr/>
          </p:nvSpPr>
          <p:spPr>
            <a:xfrm>
              <a:off x="76200" y="66675"/>
              <a:ext cx="660400" cy="669925"/>
            </a:xfrm>
            <a:prstGeom prst="rect">
              <a:avLst/>
            </a:prstGeom>
          </p:spPr>
          <p:txBody>
            <a:bodyPr lIns="10997" tIns="10997" rIns="10997" bIns="10997"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2"/>
                </a:lnSpc>
                <a:spcBef>
                  <a:spcPct val="0"/>
                </a:spcBef>
              </a:pPr>
              <a:endParaRPr/>
            </a:p>
          </p:txBody>
        </p:sp>
      </p:grpSp>
      <p:sp>
        <p:nvSpPr>
          <p:cNvPr id="10" name="TextBox 14">
            <a:extLst>
              <a:ext uri="{FF2B5EF4-FFF2-40B4-BE49-F238E27FC236}">
                <a16:creationId xmlns:a16="http://schemas.microsoft.com/office/drawing/2014/main" id="{8A9EC0EE-EAD3-A223-0B45-40646F8EBC7F}"/>
              </a:ext>
            </a:extLst>
          </p:cNvPr>
          <p:cNvSpPr txBox="1"/>
          <p:nvPr/>
        </p:nvSpPr>
        <p:spPr>
          <a:xfrm>
            <a:off x="1578518" y="6276473"/>
            <a:ext cx="3478918" cy="613410"/>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5040"/>
              </a:lnSpc>
              <a:spcBef>
                <a:spcPct val="0"/>
              </a:spcBef>
            </a:pPr>
            <a:r>
              <a:rPr lang="en-US" sz="3600">
                <a:solidFill>
                  <a:srgbClr val="FFFFFF"/>
                </a:solidFill>
                <a:latin typeface="Outfit"/>
                <a:ea typeface="Outfit"/>
                <a:cs typeface="Outfit"/>
                <a:sym typeface="Outfit"/>
              </a:rPr>
              <a:t>Greg Deckler</a:t>
            </a:r>
          </a:p>
        </p:txBody>
      </p:sp>
      <p:sp>
        <p:nvSpPr>
          <p:cNvPr id="15" name="AutoShape 17">
            <a:extLst>
              <a:ext uri="{FF2B5EF4-FFF2-40B4-BE49-F238E27FC236}">
                <a16:creationId xmlns:a16="http://schemas.microsoft.com/office/drawing/2014/main" id="{5BD13993-F342-A411-A295-6A7DBFD05D77}"/>
              </a:ext>
            </a:extLst>
          </p:cNvPr>
          <p:cNvSpPr/>
          <p:nvPr/>
        </p:nvSpPr>
        <p:spPr>
          <a:xfrm>
            <a:off x="1578518" y="6907513"/>
            <a:ext cx="3415861" cy="19050"/>
          </a:xfrm>
          <a:prstGeom prst="line">
            <a:avLst/>
          </a:prstGeom>
          <a:ln w="38100" cap="flat">
            <a:solidFill>
              <a:srgbClr val="FFFFFF"/>
            </a:solidFill>
            <a:prstDash val="solid"/>
            <a:headEnd type="none" w="sm" len="sm"/>
            <a:tailEnd type="none" w="sm" len="sm"/>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pic>
        <p:nvPicPr>
          <p:cNvPr id="16" name="Picture 15">
            <a:extLst>
              <a:ext uri="{FF2B5EF4-FFF2-40B4-BE49-F238E27FC236}">
                <a16:creationId xmlns:a16="http://schemas.microsoft.com/office/drawing/2014/main" id="{F91C877E-DEB2-0718-30A3-CD8DEC2E9A80}"/>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122078" y="2933700"/>
            <a:ext cx="2391797" cy="313829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285397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7023487" cy="10287000"/>
          </a:xfrm>
          <a:prstGeom prst="rect">
            <a:avLst/>
          </a:prstGeom>
          <a:solidFill>
            <a:srgbClr val="000000"/>
          </a:solidFill>
        </p:spPr>
        <p:txBody>
          <a:bodyPr/>
          <a:lstStyle/>
          <a:p>
            <a:endParaRPr lang="en-US" dirty="0"/>
          </a:p>
        </p:txBody>
      </p:sp>
      <p:sp>
        <p:nvSpPr>
          <p:cNvPr id="3" name="TextBox 3"/>
          <p:cNvSpPr txBox="1"/>
          <p:nvPr/>
        </p:nvSpPr>
        <p:spPr>
          <a:xfrm>
            <a:off x="1028700" y="2085975"/>
            <a:ext cx="6566557" cy="1228725"/>
          </a:xfrm>
          <a:prstGeom prst="rect">
            <a:avLst/>
          </a:prstGeom>
        </p:spPr>
        <p:txBody>
          <a:bodyPr lIns="0" tIns="0" rIns="0" bIns="0" rtlCol="0" anchor="t">
            <a:spAutoFit/>
          </a:bodyPr>
          <a:lstStyle/>
          <a:p>
            <a:pPr algn="l">
              <a:lnSpc>
                <a:spcPts val="9600"/>
              </a:lnSpc>
            </a:pPr>
            <a:r>
              <a:rPr lang="en-US" sz="8000" dirty="0">
                <a:solidFill>
                  <a:srgbClr val="FFFFFF"/>
                </a:solidFill>
                <a:latin typeface="Lexend Deca"/>
                <a:ea typeface="Lexend Deca"/>
                <a:cs typeface="Lexend Deca"/>
                <a:sym typeface="Lexend Deca"/>
              </a:rPr>
              <a:t>Agenda</a:t>
            </a:r>
          </a:p>
        </p:txBody>
      </p:sp>
      <p:sp>
        <p:nvSpPr>
          <p:cNvPr id="4" name="AutoShape 4"/>
          <p:cNvSpPr/>
          <p:nvPr/>
        </p:nvSpPr>
        <p:spPr>
          <a:xfrm>
            <a:off x="1028700" y="1828081"/>
            <a:ext cx="514350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5" name="AutoShape 5"/>
          <p:cNvSpPr/>
          <p:nvPr/>
        </p:nvSpPr>
        <p:spPr>
          <a:xfrm>
            <a:off x="8184832" y="2628900"/>
            <a:ext cx="8893300"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6" name="AutoShape 6"/>
          <p:cNvSpPr/>
          <p:nvPr/>
        </p:nvSpPr>
        <p:spPr>
          <a:xfrm>
            <a:off x="8184640" y="3517900"/>
            <a:ext cx="8903018"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7" name="TextBox 7"/>
          <p:cNvSpPr txBox="1"/>
          <p:nvPr/>
        </p:nvSpPr>
        <p:spPr>
          <a:xfrm>
            <a:off x="8315132" y="2667000"/>
            <a:ext cx="351451" cy="422275"/>
          </a:xfrm>
          <a:prstGeom prst="rect">
            <a:avLst/>
          </a:prstGeom>
        </p:spPr>
        <p:txBody>
          <a:bodyPr lIns="0" tIns="0" rIns="0" bIns="0" rtlCol="0" anchor="t">
            <a:spAutoFit/>
          </a:bodyPr>
          <a:lstStyle/>
          <a:p>
            <a:pPr algn="ctr">
              <a:lnSpc>
                <a:spcPts val="3499"/>
              </a:lnSpc>
            </a:pPr>
            <a:r>
              <a:rPr lang="en-US" sz="2499" dirty="0">
                <a:solidFill>
                  <a:srgbClr val="00CD8F"/>
                </a:solidFill>
                <a:latin typeface="Lexend Deca"/>
                <a:ea typeface="Lexend Deca"/>
                <a:cs typeface="Lexend Deca"/>
                <a:sym typeface="Lexend Deca"/>
              </a:rPr>
              <a:t>01</a:t>
            </a:r>
          </a:p>
        </p:txBody>
      </p:sp>
      <p:sp>
        <p:nvSpPr>
          <p:cNvPr id="8" name="TextBox 8"/>
          <p:cNvSpPr txBox="1"/>
          <p:nvPr/>
        </p:nvSpPr>
        <p:spPr>
          <a:xfrm>
            <a:off x="9163050" y="2818130"/>
            <a:ext cx="7524750" cy="506677"/>
          </a:xfrm>
          <a:prstGeom prst="rect">
            <a:avLst/>
          </a:prstGeom>
        </p:spPr>
        <p:txBody>
          <a:bodyPr wrap="square" lIns="0" tIns="0" rIns="0" bIns="0" rtlCol="0" anchor="t">
            <a:spAutoFit/>
          </a:bodyPr>
          <a:lstStyle/>
          <a:p>
            <a:pPr>
              <a:lnSpc>
                <a:spcPts val="4480"/>
              </a:lnSpc>
            </a:pPr>
            <a:r>
              <a:rPr lang="en-US" sz="2400" dirty="0">
                <a:solidFill>
                  <a:srgbClr val="000000"/>
                </a:solidFill>
                <a:latin typeface="Lexend Deca"/>
                <a:ea typeface="Lexend Deca"/>
                <a:cs typeface="Lexend Deca"/>
                <a:sym typeface="Lexend Deca"/>
              </a:rPr>
              <a:t>Welcome &amp; Orientation</a:t>
            </a:r>
          </a:p>
        </p:txBody>
      </p:sp>
      <p:sp>
        <p:nvSpPr>
          <p:cNvPr id="9" name="AutoShape 9"/>
          <p:cNvSpPr/>
          <p:nvPr/>
        </p:nvSpPr>
        <p:spPr>
          <a:xfrm>
            <a:off x="8184640" y="4445000"/>
            <a:ext cx="8969693"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10" name="TextBox 10"/>
          <p:cNvSpPr txBox="1"/>
          <p:nvPr/>
        </p:nvSpPr>
        <p:spPr>
          <a:xfrm>
            <a:off x="8315131" y="3613151"/>
            <a:ext cx="389551" cy="413575"/>
          </a:xfrm>
          <a:prstGeom prst="rect">
            <a:avLst/>
          </a:prstGeom>
        </p:spPr>
        <p:txBody>
          <a:bodyPr wrap="square" lIns="0" tIns="0" rIns="0" bIns="0" rtlCol="0" anchor="t">
            <a:spAutoFit/>
          </a:bodyPr>
          <a:lstStyle/>
          <a:p>
            <a:pPr algn="ctr">
              <a:lnSpc>
                <a:spcPts val="3499"/>
              </a:lnSpc>
            </a:pPr>
            <a:r>
              <a:rPr lang="en-US" sz="2499" dirty="0">
                <a:solidFill>
                  <a:srgbClr val="00CD8F"/>
                </a:solidFill>
                <a:latin typeface="Lexend Deca"/>
                <a:ea typeface="Lexend Deca"/>
                <a:cs typeface="Lexend Deca"/>
                <a:sym typeface="Lexend Deca"/>
              </a:rPr>
              <a:t>02</a:t>
            </a:r>
          </a:p>
        </p:txBody>
      </p:sp>
      <p:sp>
        <p:nvSpPr>
          <p:cNvPr id="11" name="TextBox 11"/>
          <p:cNvSpPr txBox="1"/>
          <p:nvPr/>
        </p:nvSpPr>
        <p:spPr>
          <a:xfrm>
            <a:off x="9163049" y="4549775"/>
            <a:ext cx="7991283" cy="506677"/>
          </a:xfrm>
          <a:prstGeom prst="rect">
            <a:avLst/>
          </a:prstGeom>
        </p:spPr>
        <p:txBody>
          <a:bodyPr wrap="square" lIns="0" tIns="0" rIns="0" bIns="0" rtlCol="0" anchor="t">
            <a:spAutoFit/>
          </a:bodyPr>
          <a:lstStyle/>
          <a:p>
            <a:pPr>
              <a:lnSpc>
                <a:spcPts val="4480"/>
              </a:lnSpc>
            </a:pPr>
            <a:r>
              <a:rPr lang="en-US" sz="2400" dirty="0">
                <a:solidFill>
                  <a:srgbClr val="000000"/>
                </a:solidFill>
                <a:latin typeface="Lexend Deca"/>
                <a:ea typeface="Lexend Deca"/>
                <a:cs typeface="Lexend Deca"/>
                <a:sym typeface="Lexend Deca"/>
              </a:rPr>
              <a:t>Fabric architecture patterns that hold up in enterprise</a:t>
            </a:r>
          </a:p>
        </p:txBody>
      </p:sp>
      <p:sp>
        <p:nvSpPr>
          <p:cNvPr id="12" name="AutoShape 12"/>
          <p:cNvSpPr/>
          <p:nvPr/>
        </p:nvSpPr>
        <p:spPr>
          <a:xfrm>
            <a:off x="8184640" y="5289569"/>
            <a:ext cx="9074468"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13" name="TextBox 13"/>
          <p:cNvSpPr txBox="1"/>
          <p:nvPr/>
        </p:nvSpPr>
        <p:spPr>
          <a:xfrm>
            <a:off x="8315132" y="4540250"/>
            <a:ext cx="360759" cy="422275"/>
          </a:xfrm>
          <a:prstGeom prst="rect">
            <a:avLst/>
          </a:prstGeom>
        </p:spPr>
        <p:txBody>
          <a:bodyPr lIns="0" tIns="0" rIns="0" bIns="0" rtlCol="0" anchor="t">
            <a:spAutoFit/>
          </a:bodyPr>
          <a:lstStyle/>
          <a:p>
            <a:pPr algn="ctr">
              <a:lnSpc>
                <a:spcPts val="3499"/>
              </a:lnSpc>
            </a:pPr>
            <a:r>
              <a:rPr lang="en-US" sz="2499" dirty="0">
                <a:solidFill>
                  <a:srgbClr val="00CD8F"/>
                </a:solidFill>
                <a:latin typeface="Lexend Deca"/>
                <a:ea typeface="Lexend Deca"/>
                <a:cs typeface="Lexend Deca"/>
                <a:sym typeface="Lexend Deca"/>
              </a:rPr>
              <a:t>03</a:t>
            </a:r>
          </a:p>
        </p:txBody>
      </p:sp>
      <p:sp>
        <p:nvSpPr>
          <p:cNvPr id="14" name="TextBox 14"/>
          <p:cNvSpPr txBox="1"/>
          <p:nvPr/>
        </p:nvSpPr>
        <p:spPr>
          <a:xfrm>
            <a:off x="9163049" y="5470544"/>
            <a:ext cx="8064513" cy="506677"/>
          </a:xfrm>
          <a:prstGeom prst="rect">
            <a:avLst/>
          </a:prstGeom>
        </p:spPr>
        <p:txBody>
          <a:bodyPr wrap="square" lIns="0" tIns="0" rIns="0" bIns="0" rtlCol="0" anchor="t">
            <a:spAutoFit/>
          </a:bodyPr>
          <a:lstStyle/>
          <a:p>
            <a:pPr>
              <a:lnSpc>
                <a:spcPts val="4480"/>
              </a:lnSpc>
            </a:pPr>
            <a:r>
              <a:rPr lang="en-US" sz="2400" dirty="0">
                <a:solidFill>
                  <a:srgbClr val="000000"/>
                </a:solidFill>
                <a:latin typeface="Lexend Deca"/>
                <a:ea typeface="Lexend Deca"/>
                <a:cs typeface="Lexend Deca"/>
                <a:sym typeface="Lexend Deca"/>
              </a:rPr>
              <a:t>Break</a:t>
            </a:r>
          </a:p>
        </p:txBody>
      </p:sp>
      <p:sp>
        <p:nvSpPr>
          <p:cNvPr id="15" name="AutoShape 15"/>
          <p:cNvSpPr/>
          <p:nvPr/>
        </p:nvSpPr>
        <p:spPr>
          <a:xfrm>
            <a:off x="8184832" y="6127134"/>
            <a:ext cx="9074468"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16" name="TextBox 16"/>
          <p:cNvSpPr txBox="1"/>
          <p:nvPr/>
        </p:nvSpPr>
        <p:spPr>
          <a:xfrm>
            <a:off x="8315132" y="5375919"/>
            <a:ext cx="389551" cy="422275"/>
          </a:xfrm>
          <a:prstGeom prst="rect">
            <a:avLst/>
          </a:prstGeom>
        </p:spPr>
        <p:txBody>
          <a:bodyPr lIns="0" tIns="0" rIns="0" bIns="0" rtlCol="0" anchor="t">
            <a:spAutoFit/>
          </a:bodyPr>
          <a:lstStyle/>
          <a:p>
            <a:pPr algn="ctr">
              <a:lnSpc>
                <a:spcPts val="3499"/>
              </a:lnSpc>
            </a:pPr>
            <a:r>
              <a:rPr lang="en-US" sz="2499" dirty="0">
                <a:solidFill>
                  <a:srgbClr val="00CD8F"/>
                </a:solidFill>
                <a:latin typeface="Lexend Deca"/>
                <a:ea typeface="Lexend Deca"/>
                <a:cs typeface="Lexend Deca"/>
                <a:sym typeface="Lexend Deca"/>
              </a:rPr>
              <a:t>04</a:t>
            </a:r>
          </a:p>
        </p:txBody>
      </p:sp>
      <p:sp>
        <p:nvSpPr>
          <p:cNvPr id="17" name="TextBox 17"/>
          <p:cNvSpPr txBox="1"/>
          <p:nvPr/>
        </p:nvSpPr>
        <p:spPr>
          <a:xfrm>
            <a:off x="8315132" y="6207770"/>
            <a:ext cx="373099" cy="422275"/>
          </a:xfrm>
          <a:prstGeom prst="rect">
            <a:avLst/>
          </a:prstGeom>
        </p:spPr>
        <p:txBody>
          <a:bodyPr lIns="0" tIns="0" rIns="0" bIns="0" rtlCol="0" anchor="t">
            <a:spAutoFit/>
          </a:bodyPr>
          <a:lstStyle/>
          <a:p>
            <a:pPr algn="ctr">
              <a:lnSpc>
                <a:spcPts val="3499"/>
              </a:lnSpc>
            </a:pPr>
            <a:r>
              <a:rPr lang="en-US" sz="2499" dirty="0">
                <a:solidFill>
                  <a:srgbClr val="00CD8F"/>
                </a:solidFill>
                <a:latin typeface="Lexend Deca"/>
                <a:ea typeface="Lexend Deca"/>
                <a:cs typeface="Lexend Deca"/>
                <a:sym typeface="Lexend Deca"/>
              </a:rPr>
              <a:t>05</a:t>
            </a:r>
          </a:p>
        </p:txBody>
      </p:sp>
      <p:grpSp>
        <p:nvGrpSpPr>
          <p:cNvPr id="18" name="Group 18"/>
          <p:cNvGrpSpPr>
            <a:grpSpLocks noChangeAspect="1"/>
          </p:cNvGrpSpPr>
          <p:nvPr/>
        </p:nvGrpSpPr>
        <p:grpSpPr>
          <a:xfrm>
            <a:off x="13345" y="8757648"/>
            <a:ext cx="254098" cy="336585"/>
            <a:chOff x="0" y="0"/>
            <a:chExt cx="508203" cy="673176"/>
          </a:xfrm>
        </p:grpSpPr>
        <p:sp>
          <p:nvSpPr>
            <p:cNvPr id="19" name="Freeform 19"/>
            <p:cNvSpPr/>
            <p:nvPr/>
          </p:nvSpPr>
          <p:spPr>
            <a:xfrm>
              <a:off x="0" y="0"/>
              <a:ext cx="508254" cy="673227"/>
            </a:xfrm>
            <a:custGeom>
              <a:avLst/>
              <a:gdLst/>
              <a:ahLst/>
              <a:cxnLst/>
              <a:rect l="l" t="t" r="r" b="b"/>
              <a:pathLst>
                <a:path w="508254" h="673227">
                  <a:moveTo>
                    <a:pt x="508254" y="673227"/>
                  </a:moveTo>
                  <a:lnTo>
                    <a:pt x="0" y="673227"/>
                  </a:lnTo>
                  <a:lnTo>
                    <a:pt x="0" y="0"/>
                  </a:lnTo>
                  <a:lnTo>
                    <a:pt x="508254" y="0"/>
                  </a:lnTo>
                  <a:close/>
                </a:path>
              </a:pathLst>
            </a:custGeom>
            <a:solidFill>
              <a:srgbClr val="4F5252"/>
            </a:solidFill>
          </p:spPr>
          <p:txBody>
            <a:bodyPr/>
            <a:lstStyle/>
            <a:p>
              <a:endParaRPr lang="en-US" dirty="0"/>
            </a:p>
          </p:txBody>
        </p:sp>
      </p:grpSp>
      <p:grpSp>
        <p:nvGrpSpPr>
          <p:cNvPr id="20" name="Group 20"/>
          <p:cNvGrpSpPr>
            <a:grpSpLocks noChangeAspect="1"/>
          </p:cNvGrpSpPr>
          <p:nvPr/>
        </p:nvGrpSpPr>
        <p:grpSpPr>
          <a:xfrm>
            <a:off x="660168" y="8757648"/>
            <a:ext cx="1031100" cy="336585"/>
            <a:chOff x="0" y="0"/>
            <a:chExt cx="2062201" cy="673176"/>
          </a:xfrm>
        </p:grpSpPr>
        <p:sp>
          <p:nvSpPr>
            <p:cNvPr id="21" name="Freeform 21"/>
            <p:cNvSpPr/>
            <p:nvPr/>
          </p:nvSpPr>
          <p:spPr>
            <a:xfrm>
              <a:off x="0" y="0"/>
              <a:ext cx="2062226" cy="673227"/>
            </a:xfrm>
            <a:custGeom>
              <a:avLst/>
              <a:gdLst/>
              <a:ahLst/>
              <a:cxnLst/>
              <a:rect l="l" t="t" r="r" b="b"/>
              <a:pathLst>
                <a:path w="2062226" h="673227">
                  <a:moveTo>
                    <a:pt x="2062226" y="673227"/>
                  </a:moveTo>
                  <a:lnTo>
                    <a:pt x="0" y="673227"/>
                  </a:lnTo>
                  <a:lnTo>
                    <a:pt x="0" y="0"/>
                  </a:lnTo>
                  <a:lnTo>
                    <a:pt x="2062226" y="0"/>
                  </a:lnTo>
                  <a:close/>
                </a:path>
              </a:pathLst>
            </a:custGeom>
            <a:solidFill>
              <a:srgbClr val="4F5252"/>
            </a:solidFill>
          </p:spPr>
          <p:txBody>
            <a:bodyPr/>
            <a:lstStyle/>
            <a:p>
              <a:endParaRPr lang="en-US" dirty="0"/>
            </a:p>
          </p:txBody>
        </p:sp>
      </p:grpSp>
      <p:grpSp>
        <p:nvGrpSpPr>
          <p:cNvPr id="22" name="Group 22"/>
          <p:cNvGrpSpPr>
            <a:grpSpLocks noChangeAspect="1"/>
          </p:cNvGrpSpPr>
          <p:nvPr/>
        </p:nvGrpSpPr>
        <p:grpSpPr>
          <a:xfrm>
            <a:off x="2276627" y="8757648"/>
            <a:ext cx="954557" cy="336585"/>
            <a:chOff x="0" y="0"/>
            <a:chExt cx="1909115" cy="673176"/>
          </a:xfrm>
        </p:grpSpPr>
        <p:sp>
          <p:nvSpPr>
            <p:cNvPr id="23" name="Freeform 23"/>
            <p:cNvSpPr/>
            <p:nvPr/>
          </p:nvSpPr>
          <p:spPr>
            <a:xfrm>
              <a:off x="0" y="0"/>
              <a:ext cx="1909064" cy="673227"/>
            </a:xfrm>
            <a:custGeom>
              <a:avLst/>
              <a:gdLst/>
              <a:ahLst/>
              <a:cxnLst/>
              <a:rect l="l" t="t" r="r" b="b"/>
              <a:pathLst>
                <a:path w="1909064" h="673227">
                  <a:moveTo>
                    <a:pt x="1909064" y="673227"/>
                  </a:moveTo>
                  <a:lnTo>
                    <a:pt x="0" y="673227"/>
                  </a:lnTo>
                  <a:lnTo>
                    <a:pt x="0" y="0"/>
                  </a:lnTo>
                  <a:lnTo>
                    <a:pt x="1909064" y="0"/>
                  </a:lnTo>
                  <a:close/>
                </a:path>
              </a:pathLst>
            </a:custGeom>
            <a:solidFill>
              <a:srgbClr val="4F5252"/>
            </a:solidFill>
          </p:spPr>
          <p:txBody>
            <a:bodyPr/>
            <a:lstStyle/>
            <a:p>
              <a:endParaRPr lang="en-US" dirty="0"/>
            </a:p>
          </p:txBody>
        </p:sp>
      </p:grpSp>
      <p:grpSp>
        <p:nvGrpSpPr>
          <p:cNvPr id="24" name="Group 24"/>
          <p:cNvGrpSpPr>
            <a:grpSpLocks noChangeAspect="1"/>
          </p:cNvGrpSpPr>
          <p:nvPr/>
        </p:nvGrpSpPr>
        <p:grpSpPr>
          <a:xfrm>
            <a:off x="3643151" y="8757648"/>
            <a:ext cx="253898" cy="336585"/>
            <a:chOff x="0" y="0"/>
            <a:chExt cx="507797" cy="673176"/>
          </a:xfrm>
        </p:grpSpPr>
        <p:sp>
          <p:nvSpPr>
            <p:cNvPr id="25" name="Freeform 25"/>
            <p:cNvSpPr/>
            <p:nvPr/>
          </p:nvSpPr>
          <p:spPr>
            <a:xfrm>
              <a:off x="0" y="0"/>
              <a:ext cx="507746" cy="673227"/>
            </a:xfrm>
            <a:custGeom>
              <a:avLst/>
              <a:gdLst/>
              <a:ahLst/>
              <a:cxnLst/>
              <a:rect l="l" t="t" r="r" b="b"/>
              <a:pathLst>
                <a:path w="507746" h="673227">
                  <a:moveTo>
                    <a:pt x="507746" y="673227"/>
                  </a:moveTo>
                  <a:lnTo>
                    <a:pt x="0" y="673227"/>
                  </a:lnTo>
                  <a:lnTo>
                    <a:pt x="0" y="0"/>
                  </a:lnTo>
                  <a:lnTo>
                    <a:pt x="507746" y="0"/>
                  </a:lnTo>
                  <a:close/>
                </a:path>
              </a:pathLst>
            </a:custGeom>
            <a:solidFill>
              <a:srgbClr val="57B7F7"/>
            </a:solidFill>
          </p:spPr>
          <p:txBody>
            <a:bodyPr/>
            <a:lstStyle/>
            <a:p>
              <a:endParaRPr lang="en-US" dirty="0"/>
            </a:p>
          </p:txBody>
        </p:sp>
      </p:grpSp>
      <p:grpSp>
        <p:nvGrpSpPr>
          <p:cNvPr id="26" name="Group 26"/>
          <p:cNvGrpSpPr>
            <a:grpSpLocks noChangeAspect="1"/>
          </p:cNvGrpSpPr>
          <p:nvPr/>
        </p:nvGrpSpPr>
        <p:grpSpPr>
          <a:xfrm>
            <a:off x="4478074" y="8757648"/>
            <a:ext cx="254051" cy="336585"/>
            <a:chOff x="0" y="0"/>
            <a:chExt cx="508102" cy="673176"/>
          </a:xfrm>
        </p:grpSpPr>
        <p:sp>
          <p:nvSpPr>
            <p:cNvPr id="27" name="Freeform 27"/>
            <p:cNvSpPr/>
            <p:nvPr/>
          </p:nvSpPr>
          <p:spPr>
            <a:xfrm>
              <a:off x="0" y="0"/>
              <a:ext cx="508127" cy="673227"/>
            </a:xfrm>
            <a:custGeom>
              <a:avLst/>
              <a:gdLst/>
              <a:ahLst/>
              <a:cxnLst/>
              <a:rect l="l" t="t" r="r" b="b"/>
              <a:pathLst>
                <a:path w="508127" h="673227">
                  <a:moveTo>
                    <a:pt x="508127" y="673227"/>
                  </a:moveTo>
                  <a:lnTo>
                    <a:pt x="0" y="673227"/>
                  </a:lnTo>
                  <a:lnTo>
                    <a:pt x="0" y="0"/>
                  </a:lnTo>
                  <a:lnTo>
                    <a:pt x="508127" y="0"/>
                  </a:lnTo>
                  <a:close/>
                </a:path>
              </a:pathLst>
            </a:custGeom>
            <a:solidFill>
              <a:srgbClr val="00CD8F"/>
            </a:solidFill>
          </p:spPr>
          <p:txBody>
            <a:bodyPr/>
            <a:lstStyle/>
            <a:p>
              <a:endParaRPr lang="en-US" dirty="0"/>
            </a:p>
          </p:txBody>
        </p:sp>
      </p:grpSp>
      <p:sp>
        <p:nvSpPr>
          <p:cNvPr id="28" name="TextBox 28"/>
          <p:cNvSpPr txBox="1"/>
          <p:nvPr/>
        </p:nvSpPr>
        <p:spPr>
          <a:xfrm>
            <a:off x="9163050" y="6336684"/>
            <a:ext cx="8096058" cy="506677"/>
          </a:xfrm>
          <a:prstGeom prst="rect">
            <a:avLst/>
          </a:prstGeom>
        </p:spPr>
        <p:txBody>
          <a:bodyPr wrap="square" lIns="0" tIns="0" rIns="0" bIns="0" rtlCol="0" anchor="t">
            <a:spAutoFit/>
          </a:bodyPr>
          <a:lstStyle/>
          <a:p>
            <a:pPr>
              <a:lnSpc>
                <a:spcPts val="4480"/>
              </a:lnSpc>
            </a:pPr>
            <a:r>
              <a:rPr lang="en-US" sz="2400" dirty="0">
                <a:solidFill>
                  <a:srgbClr val="000000"/>
                </a:solidFill>
                <a:latin typeface="Lexend Deca"/>
                <a:ea typeface="Lexend Deca"/>
                <a:cs typeface="Lexend Deca"/>
                <a:sym typeface="Lexend Deca"/>
              </a:rPr>
              <a:t>Semantic modeling at scale</a:t>
            </a:r>
          </a:p>
        </p:txBody>
      </p:sp>
      <p:grpSp>
        <p:nvGrpSpPr>
          <p:cNvPr id="29" name="Group 29"/>
          <p:cNvGrpSpPr>
            <a:grpSpLocks noChangeAspect="1"/>
          </p:cNvGrpSpPr>
          <p:nvPr/>
        </p:nvGrpSpPr>
        <p:grpSpPr>
          <a:xfrm>
            <a:off x="16331765" y="473688"/>
            <a:ext cx="927535" cy="555012"/>
            <a:chOff x="0" y="0"/>
            <a:chExt cx="1855064" cy="1110031"/>
          </a:xfrm>
        </p:grpSpPr>
        <p:sp>
          <p:nvSpPr>
            <p:cNvPr id="30" name="Freeform 30"/>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dirty="0"/>
            </a:p>
          </p:txBody>
        </p:sp>
        <p:sp>
          <p:nvSpPr>
            <p:cNvPr id="31" name="Freeform 31"/>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dirty="0"/>
            </a:p>
          </p:txBody>
        </p:sp>
        <p:sp>
          <p:nvSpPr>
            <p:cNvPr id="32" name="Freeform 32"/>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dirty="0"/>
            </a:p>
          </p:txBody>
        </p:sp>
      </p:grpSp>
      <p:sp>
        <p:nvSpPr>
          <p:cNvPr id="33" name="AutoShape 33"/>
          <p:cNvSpPr/>
          <p:nvPr/>
        </p:nvSpPr>
        <p:spPr>
          <a:xfrm>
            <a:off x="8184640" y="7055504"/>
            <a:ext cx="9074468"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34" name="TextBox 34"/>
          <p:cNvSpPr txBox="1"/>
          <p:nvPr/>
        </p:nvSpPr>
        <p:spPr>
          <a:xfrm>
            <a:off x="8316671" y="7136139"/>
            <a:ext cx="369635" cy="422275"/>
          </a:xfrm>
          <a:prstGeom prst="rect">
            <a:avLst/>
          </a:prstGeom>
        </p:spPr>
        <p:txBody>
          <a:bodyPr lIns="0" tIns="0" rIns="0" bIns="0" rtlCol="0" anchor="t">
            <a:spAutoFit/>
          </a:bodyPr>
          <a:lstStyle/>
          <a:p>
            <a:pPr algn="ctr">
              <a:lnSpc>
                <a:spcPts val="3499"/>
              </a:lnSpc>
            </a:pPr>
            <a:r>
              <a:rPr lang="en-US" sz="2499" dirty="0">
                <a:solidFill>
                  <a:srgbClr val="00CD8F"/>
                </a:solidFill>
                <a:latin typeface="Lexend Deca"/>
                <a:ea typeface="Lexend Deca"/>
                <a:cs typeface="Lexend Deca"/>
                <a:sym typeface="Lexend Deca"/>
              </a:rPr>
              <a:t>06</a:t>
            </a:r>
          </a:p>
        </p:txBody>
      </p:sp>
      <p:sp>
        <p:nvSpPr>
          <p:cNvPr id="35" name="TextBox 35"/>
          <p:cNvSpPr txBox="1"/>
          <p:nvPr/>
        </p:nvSpPr>
        <p:spPr>
          <a:xfrm>
            <a:off x="9163050" y="7289492"/>
            <a:ext cx="8134350" cy="506677"/>
          </a:xfrm>
          <a:prstGeom prst="rect">
            <a:avLst/>
          </a:prstGeom>
        </p:spPr>
        <p:txBody>
          <a:bodyPr wrap="square" lIns="0" tIns="0" rIns="0" bIns="0" rtlCol="0" anchor="t">
            <a:spAutoFit/>
          </a:bodyPr>
          <a:lstStyle/>
          <a:p>
            <a:pPr>
              <a:lnSpc>
                <a:spcPts val="4480"/>
              </a:lnSpc>
            </a:pPr>
            <a:r>
              <a:rPr lang="en-US" sz="2400" dirty="0">
                <a:solidFill>
                  <a:srgbClr val="000000"/>
                </a:solidFill>
                <a:latin typeface="Lexend Deca"/>
                <a:ea typeface="Lexend Deca"/>
                <a:cs typeface="Lexend Deca"/>
                <a:sym typeface="Lexend Deca"/>
              </a:rPr>
              <a:t>Capacity, cost, and governance without killing agility</a:t>
            </a:r>
          </a:p>
        </p:txBody>
      </p:sp>
      <p:sp>
        <p:nvSpPr>
          <p:cNvPr id="36" name="AutoShape 36"/>
          <p:cNvSpPr/>
          <p:nvPr/>
        </p:nvSpPr>
        <p:spPr>
          <a:xfrm>
            <a:off x="8184832" y="8012449"/>
            <a:ext cx="9074468"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37" name="TextBox 37"/>
          <p:cNvSpPr txBox="1"/>
          <p:nvPr/>
        </p:nvSpPr>
        <p:spPr>
          <a:xfrm>
            <a:off x="8319245" y="8093084"/>
            <a:ext cx="364872" cy="422275"/>
          </a:xfrm>
          <a:prstGeom prst="rect">
            <a:avLst/>
          </a:prstGeom>
        </p:spPr>
        <p:txBody>
          <a:bodyPr lIns="0" tIns="0" rIns="0" bIns="0" rtlCol="0" anchor="t">
            <a:spAutoFit/>
          </a:bodyPr>
          <a:lstStyle/>
          <a:p>
            <a:pPr algn="ctr">
              <a:lnSpc>
                <a:spcPts val="3499"/>
              </a:lnSpc>
            </a:pPr>
            <a:r>
              <a:rPr lang="en-US" sz="2499" dirty="0">
                <a:solidFill>
                  <a:srgbClr val="00CD8F"/>
                </a:solidFill>
                <a:latin typeface="Lexend Deca"/>
                <a:ea typeface="Lexend Deca"/>
                <a:cs typeface="Lexend Deca"/>
                <a:sym typeface="Lexend Deca"/>
              </a:rPr>
              <a:t>07</a:t>
            </a:r>
          </a:p>
        </p:txBody>
      </p:sp>
      <p:sp>
        <p:nvSpPr>
          <p:cNvPr id="38" name="TextBox 38"/>
          <p:cNvSpPr txBox="1"/>
          <p:nvPr/>
        </p:nvSpPr>
        <p:spPr>
          <a:xfrm>
            <a:off x="9163050" y="8155324"/>
            <a:ext cx="8064512" cy="506677"/>
          </a:xfrm>
          <a:prstGeom prst="rect">
            <a:avLst/>
          </a:prstGeom>
        </p:spPr>
        <p:txBody>
          <a:bodyPr wrap="square" lIns="0" tIns="0" rIns="0" bIns="0" rtlCol="0" anchor="t">
            <a:spAutoFit/>
          </a:bodyPr>
          <a:lstStyle/>
          <a:p>
            <a:pPr>
              <a:lnSpc>
                <a:spcPts val="4480"/>
              </a:lnSpc>
            </a:pPr>
            <a:r>
              <a:rPr lang="en-US" sz="2400" dirty="0">
                <a:solidFill>
                  <a:srgbClr val="000000"/>
                </a:solidFill>
                <a:latin typeface="Lexend Deca"/>
                <a:ea typeface="Lexend Deca"/>
                <a:cs typeface="Lexend Deca"/>
                <a:sym typeface="Lexend Deca"/>
              </a:rPr>
              <a:t>Production readiness framework</a:t>
            </a:r>
          </a:p>
        </p:txBody>
      </p:sp>
      <p:sp>
        <p:nvSpPr>
          <p:cNvPr id="39" name="TextBox 39"/>
          <p:cNvSpPr txBox="1"/>
          <p:nvPr/>
        </p:nvSpPr>
        <p:spPr>
          <a:xfrm>
            <a:off x="9144000" y="3698875"/>
            <a:ext cx="7943658" cy="506677"/>
          </a:xfrm>
          <a:prstGeom prst="rect">
            <a:avLst/>
          </a:prstGeom>
        </p:spPr>
        <p:txBody>
          <a:bodyPr wrap="square" lIns="0" tIns="0" rIns="0" bIns="0" rtlCol="0" anchor="t">
            <a:spAutoFit/>
          </a:bodyPr>
          <a:lstStyle/>
          <a:p>
            <a:pPr>
              <a:lnSpc>
                <a:spcPts val="4480"/>
              </a:lnSpc>
            </a:pPr>
            <a:r>
              <a:rPr lang="en-US" sz="2400" dirty="0">
                <a:solidFill>
                  <a:srgbClr val="000000"/>
                </a:solidFill>
                <a:latin typeface="Lexend Deca"/>
                <a:ea typeface="Lexend Deca"/>
                <a:cs typeface="Lexend Deca"/>
                <a:sym typeface="Lexend Deca"/>
              </a:rPr>
              <a:t>Systems thinking: Reports vs. analytics systems</a:t>
            </a:r>
          </a:p>
        </p:txBody>
      </p:sp>
      <p:sp>
        <p:nvSpPr>
          <p:cNvPr id="40" name="AutoShape 36">
            <a:extLst>
              <a:ext uri="{FF2B5EF4-FFF2-40B4-BE49-F238E27FC236}">
                <a16:creationId xmlns:a16="http://schemas.microsoft.com/office/drawing/2014/main" id="{31B3D879-4850-9FDF-60B3-E2A184712956}"/>
              </a:ext>
            </a:extLst>
          </p:cNvPr>
          <p:cNvSpPr/>
          <p:nvPr/>
        </p:nvSpPr>
        <p:spPr>
          <a:xfrm>
            <a:off x="8222932" y="8877300"/>
            <a:ext cx="9074468"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41" name="TextBox 37">
            <a:extLst>
              <a:ext uri="{FF2B5EF4-FFF2-40B4-BE49-F238E27FC236}">
                <a16:creationId xmlns:a16="http://schemas.microsoft.com/office/drawing/2014/main" id="{7218FE36-5549-4B6B-0A30-FE5B13C89AAC}"/>
              </a:ext>
            </a:extLst>
          </p:cNvPr>
          <p:cNvSpPr txBox="1"/>
          <p:nvPr/>
        </p:nvSpPr>
        <p:spPr>
          <a:xfrm>
            <a:off x="8305800" y="8953500"/>
            <a:ext cx="398882" cy="413575"/>
          </a:xfrm>
          <a:prstGeom prst="rect">
            <a:avLst/>
          </a:prstGeom>
        </p:spPr>
        <p:txBody>
          <a:bodyPr wrap="square" lIns="0" tIns="0" rIns="0" bIns="0" rtlCol="0" anchor="t">
            <a:spAutoFit/>
          </a:bodyPr>
          <a:lstStyle/>
          <a:p>
            <a:pPr algn="ctr">
              <a:lnSpc>
                <a:spcPts val="3499"/>
              </a:lnSpc>
            </a:pPr>
            <a:r>
              <a:rPr lang="en-US" sz="2499" dirty="0">
                <a:solidFill>
                  <a:srgbClr val="00CD8F"/>
                </a:solidFill>
                <a:latin typeface="Lexend Deca"/>
                <a:ea typeface="Lexend Deca"/>
                <a:cs typeface="Lexend Deca"/>
                <a:sym typeface="Lexend Deca"/>
              </a:rPr>
              <a:t>08</a:t>
            </a:r>
          </a:p>
        </p:txBody>
      </p:sp>
      <p:sp>
        <p:nvSpPr>
          <p:cNvPr id="42" name="TextBox 38">
            <a:extLst>
              <a:ext uri="{FF2B5EF4-FFF2-40B4-BE49-F238E27FC236}">
                <a16:creationId xmlns:a16="http://schemas.microsoft.com/office/drawing/2014/main" id="{3F68A499-B5B5-3810-6992-AAE876A0DB29}"/>
              </a:ext>
            </a:extLst>
          </p:cNvPr>
          <p:cNvSpPr txBox="1"/>
          <p:nvPr/>
        </p:nvSpPr>
        <p:spPr>
          <a:xfrm>
            <a:off x="9149604" y="9015740"/>
            <a:ext cx="8147795" cy="506677"/>
          </a:xfrm>
          <a:prstGeom prst="rect">
            <a:avLst/>
          </a:prstGeom>
        </p:spPr>
        <p:txBody>
          <a:bodyPr wrap="square" lIns="0" tIns="0" rIns="0" bIns="0" rtlCol="0" anchor="t">
            <a:spAutoFit/>
          </a:bodyPr>
          <a:lstStyle/>
          <a:p>
            <a:pPr>
              <a:lnSpc>
                <a:spcPts val="4480"/>
              </a:lnSpc>
            </a:pPr>
            <a:r>
              <a:rPr lang="en-US" sz="2400" dirty="0">
                <a:solidFill>
                  <a:srgbClr val="000000"/>
                </a:solidFill>
                <a:latin typeface="Lexend Deca"/>
                <a:ea typeface="Lexend Deca"/>
                <a:cs typeface="Lexend Deca"/>
                <a:sym typeface="Lexend Deca"/>
              </a:rPr>
              <a:t>Q&amp;A + next steps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1D28B-A80C-0785-BF5E-373A1E5A1EB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2170EBF-E763-3B0C-335D-68B0A4F863E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dirty="0"/>
          </a:p>
        </p:txBody>
      </p:sp>
      <p:sp>
        <p:nvSpPr>
          <p:cNvPr id="3" name="TextBox 3">
            <a:extLst>
              <a:ext uri="{FF2B5EF4-FFF2-40B4-BE49-F238E27FC236}">
                <a16:creationId xmlns:a16="http://schemas.microsoft.com/office/drawing/2014/main" id="{C16CD01D-D59A-D017-ACC0-3442D097EA2E}"/>
              </a:ext>
            </a:extLst>
          </p:cNvPr>
          <p:cNvSpPr txBox="1"/>
          <p:nvPr/>
        </p:nvSpPr>
        <p:spPr>
          <a:xfrm>
            <a:off x="1028700" y="4479925"/>
            <a:ext cx="16878300" cy="2421560"/>
          </a:xfrm>
          <a:prstGeom prst="rect">
            <a:avLst/>
          </a:prstGeom>
        </p:spPr>
        <p:txBody>
          <a:bodyPr wrap="square" lIns="0" tIns="0" rIns="0" bIns="0" rtlCol="0" anchor="t">
            <a:spAutoFit/>
          </a:bodyPr>
          <a:lstStyle/>
          <a:p>
            <a:pPr>
              <a:lnSpc>
                <a:spcPts val="9799"/>
              </a:lnSpc>
            </a:pPr>
            <a:r>
              <a:rPr lang="en-US" sz="6999" dirty="0">
                <a:solidFill>
                  <a:srgbClr val="FFFFFF"/>
                </a:solidFill>
                <a:latin typeface="Outfit"/>
                <a:ea typeface="Outfit"/>
                <a:cs typeface="Outfit"/>
                <a:sym typeface="Outfit"/>
              </a:rPr>
              <a:t>Section 1: Welcome &amp; Orientation</a:t>
            </a:r>
          </a:p>
          <a:p>
            <a:pPr>
              <a:lnSpc>
                <a:spcPts val="9799"/>
              </a:lnSpc>
            </a:pPr>
            <a:endParaRPr lang="en-US" sz="6999" dirty="0">
              <a:solidFill>
                <a:srgbClr val="FFFFFF"/>
              </a:solidFill>
              <a:latin typeface="Outfit"/>
              <a:ea typeface="Outfit"/>
              <a:cs typeface="Outfit"/>
              <a:sym typeface="Outfit"/>
            </a:endParaRPr>
          </a:p>
        </p:txBody>
      </p:sp>
      <p:sp>
        <p:nvSpPr>
          <p:cNvPr id="5" name="AutoShape 5">
            <a:extLst>
              <a:ext uri="{FF2B5EF4-FFF2-40B4-BE49-F238E27FC236}">
                <a16:creationId xmlns:a16="http://schemas.microsoft.com/office/drawing/2014/main" id="{A126931A-C311-B8DA-2718-1E5EC717C388}"/>
              </a:ext>
            </a:extLst>
          </p:cNvPr>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6" name="Freeform 6">
            <a:extLst>
              <a:ext uri="{FF2B5EF4-FFF2-40B4-BE49-F238E27FC236}">
                <a16:creationId xmlns:a16="http://schemas.microsoft.com/office/drawing/2014/main" id="{6A4B15F0-CBF9-4130-EA23-4495F310482D}"/>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Tree>
    <p:extLst>
      <p:ext uri="{BB962C8B-B14F-4D97-AF65-F5344CB8AC3E}">
        <p14:creationId xmlns:p14="http://schemas.microsoft.com/office/powerpoint/2010/main" val="489278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EE8C36A-4024-5B8A-57E3-402C84D546E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D0178AD-6F54-3BF4-E72F-2948BD5ECA55}"/>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C8FAC950-EA78-B10B-2F61-5EEAAF6A9679}"/>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8EAF55C2-538D-007B-33F1-15FC6CA0B5C7}"/>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6412D3E3-28C3-0D96-64B7-77215BFEDCF6}"/>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308C1A21-CC2B-D849-6F23-D96CBF0841E5}"/>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D40246B7-16D0-FF6A-7EB8-F2B11E21BC9E}"/>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80E3ED38-6267-E689-B1F6-7E9CDF7E099C}"/>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9" name="TextBox 9">
            <a:extLst>
              <a:ext uri="{FF2B5EF4-FFF2-40B4-BE49-F238E27FC236}">
                <a16:creationId xmlns:a16="http://schemas.microsoft.com/office/drawing/2014/main" id="{C3867C26-33B0-B527-C4DD-6DB9129C2282}"/>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6</a:t>
            </a:fld>
            <a:endParaRPr lang="en-US" sz="2400" dirty="0">
              <a:solidFill>
                <a:srgbClr val="FFFFFF"/>
              </a:solidFill>
              <a:latin typeface="Outfit"/>
              <a:ea typeface="Outfit"/>
              <a:cs typeface="Outfit"/>
              <a:sym typeface="Outfit"/>
            </a:endParaRPr>
          </a:p>
        </p:txBody>
      </p:sp>
      <p:sp>
        <p:nvSpPr>
          <p:cNvPr id="10" name="TextBox 10">
            <a:extLst>
              <a:ext uri="{FF2B5EF4-FFF2-40B4-BE49-F238E27FC236}">
                <a16:creationId xmlns:a16="http://schemas.microsoft.com/office/drawing/2014/main" id="{F66E8C4D-3D0C-541E-D08C-038E5EFFD4B3}"/>
              </a:ext>
            </a:extLst>
          </p:cNvPr>
          <p:cNvSpPr txBox="1"/>
          <p:nvPr/>
        </p:nvSpPr>
        <p:spPr>
          <a:xfrm>
            <a:off x="1028700" y="426064"/>
            <a:ext cx="68199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Welcome &amp; Orientation</a:t>
            </a:r>
          </a:p>
        </p:txBody>
      </p:sp>
      <p:sp>
        <p:nvSpPr>
          <p:cNvPr id="11" name="TextBox 10">
            <a:extLst>
              <a:ext uri="{FF2B5EF4-FFF2-40B4-BE49-F238E27FC236}">
                <a16:creationId xmlns:a16="http://schemas.microsoft.com/office/drawing/2014/main" id="{77B9E151-7F22-A9BF-4521-920797B41008}"/>
              </a:ext>
            </a:extLst>
          </p:cNvPr>
          <p:cNvSpPr txBox="1"/>
          <p:nvPr/>
        </p:nvSpPr>
        <p:spPr>
          <a:xfrm>
            <a:off x="1028700" y="1790700"/>
            <a:ext cx="9773894" cy="2862322"/>
          </a:xfrm>
          <a:prstGeom prst="rect">
            <a:avLst/>
          </a:prstGeom>
          <a:noFill/>
        </p:spPr>
        <p:txBody>
          <a:bodyPr wrap="none" rtlCol="0">
            <a:spAutoFit/>
          </a:bodyPr>
          <a:lstStyle/>
          <a:p>
            <a:pPr marL="285750" indent="-285750">
              <a:buFont typeface="Arial" panose="020B0604020202020204" pitchFamily="34" charset="0"/>
              <a:buChar char="•"/>
            </a:pPr>
            <a:r>
              <a:rPr lang="en-US" sz="3600" dirty="0">
                <a:solidFill>
                  <a:schemeClr val="bg1"/>
                </a:solidFill>
              </a:rPr>
              <a:t>Introductions</a:t>
            </a:r>
          </a:p>
          <a:p>
            <a:pPr marL="285750" indent="-285750">
              <a:buFont typeface="Arial" panose="020B0604020202020204" pitchFamily="34" charset="0"/>
              <a:buChar char="•"/>
            </a:pPr>
            <a:endParaRPr lang="en-US" sz="3600" dirty="0">
              <a:solidFill>
                <a:schemeClr val="bg1"/>
              </a:solidFill>
            </a:endParaRPr>
          </a:p>
          <a:p>
            <a:pPr marL="285750" indent="-285750">
              <a:buFont typeface="Arial" panose="020B0604020202020204" pitchFamily="34" charset="0"/>
              <a:buChar char="•"/>
            </a:pPr>
            <a:r>
              <a:rPr lang="en-US" sz="3600" dirty="0">
                <a:solidFill>
                  <a:schemeClr val="bg1"/>
                </a:solidFill>
              </a:rPr>
              <a:t>What are you hoping to get out of this workshop?</a:t>
            </a:r>
          </a:p>
          <a:p>
            <a:pPr marL="285750" indent="-285750">
              <a:buFont typeface="Arial" panose="020B0604020202020204" pitchFamily="34" charset="0"/>
              <a:buChar char="•"/>
            </a:pPr>
            <a:endParaRPr lang="en-US" sz="3600" dirty="0">
              <a:solidFill>
                <a:schemeClr val="bg1"/>
              </a:solidFill>
            </a:endParaRPr>
          </a:p>
          <a:p>
            <a:pPr marL="285750" indent="-285750">
              <a:buFont typeface="Arial" panose="020B0604020202020204" pitchFamily="34" charset="0"/>
              <a:buChar char="•"/>
            </a:pPr>
            <a:r>
              <a:rPr lang="en-US" sz="3600" dirty="0">
                <a:solidFill>
                  <a:schemeClr val="bg1"/>
                </a:solidFill>
              </a:rPr>
              <a:t>Participation is key!</a:t>
            </a:r>
          </a:p>
        </p:txBody>
      </p:sp>
    </p:spTree>
    <p:extLst>
      <p:ext uri="{BB962C8B-B14F-4D97-AF65-F5344CB8AC3E}">
        <p14:creationId xmlns:p14="http://schemas.microsoft.com/office/powerpoint/2010/main" val="64156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F0C51-0D49-14CF-47F3-F50E841F7A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4FDAF89-7090-BD2C-C399-ACB6526E706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dirty="0"/>
          </a:p>
        </p:txBody>
      </p:sp>
      <p:sp>
        <p:nvSpPr>
          <p:cNvPr id="3" name="TextBox 3">
            <a:extLst>
              <a:ext uri="{FF2B5EF4-FFF2-40B4-BE49-F238E27FC236}">
                <a16:creationId xmlns:a16="http://schemas.microsoft.com/office/drawing/2014/main" id="{FDE03075-604F-C326-68BC-6CCC7A201FBF}"/>
              </a:ext>
            </a:extLst>
          </p:cNvPr>
          <p:cNvSpPr txBox="1"/>
          <p:nvPr/>
        </p:nvSpPr>
        <p:spPr>
          <a:xfrm>
            <a:off x="1028700" y="4479925"/>
            <a:ext cx="16878300" cy="4935069"/>
          </a:xfrm>
          <a:prstGeom prst="rect">
            <a:avLst/>
          </a:prstGeom>
        </p:spPr>
        <p:txBody>
          <a:bodyPr wrap="square" lIns="0" tIns="0" rIns="0" bIns="0" rtlCol="0" anchor="t">
            <a:spAutoFit/>
          </a:bodyPr>
          <a:lstStyle/>
          <a:p>
            <a:pPr>
              <a:lnSpc>
                <a:spcPts val="9799"/>
              </a:lnSpc>
            </a:pPr>
            <a:r>
              <a:rPr lang="en-US" sz="6999" dirty="0">
                <a:solidFill>
                  <a:srgbClr val="FFFFFF"/>
                </a:solidFill>
                <a:latin typeface="Outfit"/>
                <a:ea typeface="Outfit"/>
                <a:cs typeface="Outfit"/>
                <a:sym typeface="Outfit"/>
              </a:rPr>
              <a:t>Section 2: Systems thinking: Reports vs. analytics systems</a:t>
            </a:r>
          </a:p>
          <a:p>
            <a:pPr>
              <a:lnSpc>
                <a:spcPts val="9799"/>
              </a:lnSpc>
            </a:pPr>
            <a:endParaRPr lang="en-US" sz="6999" dirty="0">
              <a:solidFill>
                <a:srgbClr val="FFFFFF"/>
              </a:solidFill>
              <a:latin typeface="Outfit"/>
              <a:ea typeface="Outfit"/>
              <a:cs typeface="Outfit"/>
              <a:sym typeface="Outfit"/>
            </a:endParaRPr>
          </a:p>
          <a:p>
            <a:pPr>
              <a:lnSpc>
                <a:spcPts val="9799"/>
              </a:lnSpc>
            </a:pPr>
            <a:endParaRPr lang="en-US" sz="6999" dirty="0">
              <a:solidFill>
                <a:srgbClr val="FFFFFF"/>
              </a:solidFill>
              <a:latin typeface="Outfit"/>
              <a:ea typeface="Outfit"/>
              <a:cs typeface="Outfit"/>
              <a:sym typeface="Outfit"/>
            </a:endParaRPr>
          </a:p>
        </p:txBody>
      </p:sp>
      <p:sp>
        <p:nvSpPr>
          <p:cNvPr id="5" name="AutoShape 5">
            <a:extLst>
              <a:ext uri="{FF2B5EF4-FFF2-40B4-BE49-F238E27FC236}">
                <a16:creationId xmlns:a16="http://schemas.microsoft.com/office/drawing/2014/main" id="{2F2B0A8D-BDD4-15AB-34D8-E5CC4173E197}"/>
              </a:ext>
            </a:extLst>
          </p:cNvPr>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6" name="Freeform 6">
            <a:extLst>
              <a:ext uri="{FF2B5EF4-FFF2-40B4-BE49-F238E27FC236}">
                <a16:creationId xmlns:a16="http://schemas.microsoft.com/office/drawing/2014/main" id="{B434E871-2E05-945C-D2F9-CAF9099363CF}"/>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Tree>
    <p:extLst>
      <p:ext uri="{BB962C8B-B14F-4D97-AF65-F5344CB8AC3E}">
        <p14:creationId xmlns:p14="http://schemas.microsoft.com/office/powerpoint/2010/main" val="1036857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D92E345-D532-9098-9B46-C2C717AF17D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5B5565F-4FCF-56F4-B103-C1532E6AF8D8}"/>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887CDBE7-57DF-8ADF-9DF8-986AEF0C5915}"/>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E0362393-BF29-4868-E64D-B9454EFF5E96}"/>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44480C4C-B7E5-3EB7-FCD8-EFB25E7DC7EF}"/>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006495AB-E0BE-F62B-E0F1-7868B687DEE6}"/>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9374A158-7B1D-70B8-6611-4D909564D0CE}"/>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D02A689B-AC5B-362A-30C3-BB840F6531B5}"/>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346D3381-4145-1250-11FC-345B57BDCA81}"/>
              </a:ext>
            </a:extLst>
          </p:cNvPr>
          <p:cNvSpPr txBox="1"/>
          <p:nvPr/>
        </p:nvSpPr>
        <p:spPr>
          <a:xfrm>
            <a:off x="1028700" y="426064"/>
            <a:ext cx="68199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Systems thinking: Reports vs. analytics systems</a:t>
            </a:r>
          </a:p>
        </p:txBody>
      </p:sp>
      <p:sp>
        <p:nvSpPr>
          <p:cNvPr id="16" name="Text 3">
            <a:extLst>
              <a:ext uri="{FF2B5EF4-FFF2-40B4-BE49-F238E27FC236}">
                <a16:creationId xmlns:a16="http://schemas.microsoft.com/office/drawing/2014/main" id="{40A57004-B43E-63D1-B1C1-F58C245EFC88}"/>
              </a:ext>
            </a:extLst>
          </p:cNvPr>
          <p:cNvSpPr/>
          <p:nvPr/>
        </p:nvSpPr>
        <p:spPr>
          <a:xfrm>
            <a:off x="1028700" y="1638300"/>
            <a:ext cx="7726680" cy="1508760"/>
          </a:xfrm>
          <a:prstGeom prst="rect">
            <a:avLst/>
          </a:prstGeom>
          <a:noFill/>
          <a:ln/>
        </p:spPr>
        <p:txBody>
          <a:bodyPr wrap="square" lIns="0" tIns="0" rIns="0" bIns="0" rtlCol="0" anchor="ctr"/>
          <a:lstStyle/>
          <a:p>
            <a:pPr marL="0" indent="0">
              <a:buNone/>
            </a:pPr>
            <a:r>
              <a:rPr lang="en-US" sz="4800" b="1" dirty="0">
                <a:solidFill>
                  <a:schemeClr val="bg1"/>
                </a:solidFill>
                <a:latin typeface="Aptos Display" pitchFamily="34" charset="0"/>
                <a:ea typeface="Aptos Display" pitchFamily="34" charset="-122"/>
                <a:cs typeface="Aptos Display" pitchFamily="34" charset="-120"/>
              </a:rPr>
              <a:t>Systems Thinking:</a:t>
            </a:r>
            <a:endParaRPr lang="en-US" sz="4800" dirty="0">
              <a:solidFill>
                <a:schemeClr val="bg1"/>
              </a:solidFill>
            </a:endParaRPr>
          </a:p>
          <a:p>
            <a:pPr marL="0" indent="0">
              <a:buNone/>
            </a:pPr>
            <a:r>
              <a:rPr lang="en-US" sz="4800" b="1" dirty="0">
                <a:solidFill>
                  <a:schemeClr val="bg1"/>
                </a:solidFill>
                <a:latin typeface="Aptos Display" pitchFamily="34" charset="0"/>
                <a:ea typeface="Aptos Display" pitchFamily="34" charset="-122"/>
                <a:cs typeface="Aptos Display" pitchFamily="34" charset="-120"/>
              </a:rPr>
              <a:t>Reports vs Analytics Systems</a:t>
            </a:r>
            <a:endParaRPr lang="en-US" sz="4800" dirty="0">
              <a:solidFill>
                <a:schemeClr val="bg1"/>
              </a:solidFill>
            </a:endParaRPr>
          </a:p>
        </p:txBody>
      </p:sp>
      <p:sp>
        <p:nvSpPr>
          <p:cNvPr id="17" name="Text 4">
            <a:extLst>
              <a:ext uri="{FF2B5EF4-FFF2-40B4-BE49-F238E27FC236}">
                <a16:creationId xmlns:a16="http://schemas.microsoft.com/office/drawing/2014/main" id="{7045E1C3-9BBC-1C65-909F-063F5872E306}"/>
              </a:ext>
            </a:extLst>
          </p:cNvPr>
          <p:cNvSpPr/>
          <p:nvPr/>
        </p:nvSpPr>
        <p:spPr>
          <a:xfrm>
            <a:off x="1046988" y="3284220"/>
            <a:ext cx="6035040" cy="2468880"/>
          </a:xfrm>
          <a:prstGeom prst="rect">
            <a:avLst/>
          </a:prstGeom>
          <a:noFill/>
          <a:ln/>
        </p:spPr>
        <p:txBody>
          <a:bodyPr wrap="square" lIns="0" tIns="0" rIns="0" bIns="0" rtlCol="0" anchor="ctr"/>
          <a:lstStyle/>
          <a:p>
            <a:pPr marL="0" indent="0">
              <a:buNone/>
            </a:pPr>
            <a:r>
              <a:rPr lang="en-US" sz="3200" dirty="0">
                <a:solidFill>
                  <a:schemeClr val="bg1"/>
                </a:solidFill>
              </a:rPr>
              <a:t>From dashboard-building to semantic model and architecture design in Power BI / Microsoft Fabric</a:t>
            </a:r>
          </a:p>
        </p:txBody>
      </p:sp>
      <p:sp>
        <p:nvSpPr>
          <p:cNvPr id="18" name="Shape 5">
            <a:extLst>
              <a:ext uri="{FF2B5EF4-FFF2-40B4-BE49-F238E27FC236}">
                <a16:creationId xmlns:a16="http://schemas.microsoft.com/office/drawing/2014/main" id="{4AE15A1F-6BFF-91DB-C007-8A40C7BE0C5A}"/>
              </a:ext>
            </a:extLst>
          </p:cNvPr>
          <p:cNvSpPr/>
          <p:nvPr/>
        </p:nvSpPr>
        <p:spPr>
          <a:xfrm>
            <a:off x="914400" y="6896100"/>
            <a:ext cx="2743200" cy="558868"/>
          </a:xfrm>
          <a:prstGeom prst="roundRect">
            <a:avLst>
              <a:gd name="adj" fmla="val 23529"/>
            </a:avLst>
          </a:prstGeom>
          <a:solidFill>
            <a:srgbClr val="DBEAFE"/>
          </a:solidFill>
          <a:ln w="12700">
            <a:solidFill>
              <a:srgbClr val="DBEAFE"/>
            </a:solidFill>
            <a:prstDash val="solid"/>
          </a:ln>
          <a:effectLst>
            <a:outerShdw blurRad="12700" dist="2540" dir="2700000" algn="bl" rotWithShape="0">
              <a:srgbClr val="000000">
                <a:alpha val="8000"/>
              </a:srgbClr>
            </a:outerShdw>
          </a:effectLst>
        </p:spPr>
        <p:txBody>
          <a:bodyPr/>
          <a:lstStyle/>
          <a:p>
            <a:endParaRPr lang="en-US"/>
          </a:p>
        </p:txBody>
      </p:sp>
      <p:sp>
        <p:nvSpPr>
          <p:cNvPr id="19" name="Text 6">
            <a:extLst>
              <a:ext uri="{FF2B5EF4-FFF2-40B4-BE49-F238E27FC236}">
                <a16:creationId xmlns:a16="http://schemas.microsoft.com/office/drawing/2014/main" id="{73D5C46E-CE9A-026C-92C4-1E5693FF2D2D}"/>
              </a:ext>
            </a:extLst>
          </p:cNvPr>
          <p:cNvSpPr/>
          <p:nvPr/>
        </p:nvSpPr>
        <p:spPr>
          <a:xfrm>
            <a:off x="1057361" y="6952524"/>
            <a:ext cx="2447839" cy="406432"/>
          </a:xfrm>
          <a:prstGeom prst="rect">
            <a:avLst/>
          </a:prstGeom>
          <a:noFill/>
          <a:ln/>
        </p:spPr>
        <p:txBody>
          <a:bodyPr wrap="square" rtlCol="0" anchor="ctr"/>
          <a:lstStyle/>
          <a:p>
            <a:pPr marL="0" indent="0" algn="ctr">
              <a:buNone/>
            </a:pPr>
            <a:r>
              <a:rPr lang="en-US" sz="2400" b="1" dirty="0">
                <a:solidFill>
                  <a:srgbClr val="1D4ED8"/>
                </a:solidFill>
              </a:rPr>
              <a:t>Case study</a:t>
            </a:r>
            <a:endParaRPr lang="en-US" sz="2400" dirty="0"/>
          </a:p>
        </p:txBody>
      </p:sp>
      <p:sp>
        <p:nvSpPr>
          <p:cNvPr id="20" name="Shape 7">
            <a:extLst>
              <a:ext uri="{FF2B5EF4-FFF2-40B4-BE49-F238E27FC236}">
                <a16:creationId xmlns:a16="http://schemas.microsoft.com/office/drawing/2014/main" id="{0C0EBA94-D46D-CBD9-C647-61732C71065C}"/>
              </a:ext>
            </a:extLst>
          </p:cNvPr>
          <p:cNvSpPr/>
          <p:nvPr/>
        </p:nvSpPr>
        <p:spPr>
          <a:xfrm>
            <a:off x="3764280" y="6896100"/>
            <a:ext cx="2743200" cy="558868"/>
          </a:xfrm>
          <a:prstGeom prst="roundRect">
            <a:avLst>
              <a:gd name="adj" fmla="val 23529"/>
            </a:avLst>
          </a:prstGeom>
          <a:solidFill>
            <a:srgbClr val="E0F2FE"/>
          </a:solidFill>
          <a:ln w="12700">
            <a:solidFill>
              <a:srgbClr val="E0F2FE"/>
            </a:solidFill>
            <a:prstDash val="solid"/>
          </a:ln>
          <a:effectLst>
            <a:outerShdw blurRad="12700" dist="2540" dir="2700000" algn="bl" rotWithShape="0">
              <a:srgbClr val="000000">
                <a:alpha val="8000"/>
              </a:srgbClr>
            </a:outerShdw>
          </a:effectLst>
        </p:spPr>
        <p:txBody>
          <a:bodyPr/>
          <a:lstStyle/>
          <a:p>
            <a:endParaRPr lang="en-US"/>
          </a:p>
        </p:txBody>
      </p:sp>
      <p:sp>
        <p:nvSpPr>
          <p:cNvPr id="21" name="Text 8">
            <a:extLst>
              <a:ext uri="{FF2B5EF4-FFF2-40B4-BE49-F238E27FC236}">
                <a16:creationId xmlns:a16="http://schemas.microsoft.com/office/drawing/2014/main" id="{E3391A04-408C-517B-5D18-A641E42091D4}"/>
              </a:ext>
            </a:extLst>
          </p:cNvPr>
          <p:cNvSpPr/>
          <p:nvPr/>
        </p:nvSpPr>
        <p:spPr>
          <a:xfrm>
            <a:off x="3703320" y="6952524"/>
            <a:ext cx="2849880" cy="406432"/>
          </a:xfrm>
          <a:prstGeom prst="rect">
            <a:avLst/>
          </a:prstGeom>
          <a:noFill/>
          <a:ln/>
        </p:spPr>
        <p:txBody>
          <a:bodyPr wrap="square" rtlCol="0" anchor="ctr"/>
          <a:lstStyle/>
          <a:p>
            <a:pPr marL="0" indent="0" algn="ctr">
              <a:buNone/>
            </a:pPr>
            <a:r>
              <a:rPr lang="en-US" sz="2400" b="1" dirty="0">
                <a:solidFill>
                  <a:srgbClr val="0F766E"/>
                </a:solidFill>
              </a:rPr>
              <a:t>Hands-on</a:t>
            </a:r>
            <a:r>
              <a:rPr lang="en-US" sz="2800" b="1" dirty="0">
                <a:solidFill>
                  <a:srgbClr val="0F766E"/>
                </a:solidFill>
              </a:rPr>
              <a:t> diagnosis</a:t>
            </a:r>
            <a:endParaRPr lang="en-US" sz="2800" dirty="0"/>
          </a:p>
        </p:txBody>
      </p:sp>
      <p:sp>
        <p:nvSpPr>
          <p:cNvPr id="22" name="Shape 9">
            <a:extLst>
              <a:ext uri="{FF2B5EF4-FFF2-40B4-BE49-F238E27FC236}">
                <a16:creationId xmlns:a16="http://schemas.microsoft.com/office/drawing/2014/main" id="{CABEEEF0-A5DF-53DA-FF28-5CC3437CEF44}"/>
              </a:ext>
            </a:extLst>
          </p:cNvPr>
          <p:cNvSpPr/>
          <p:nvPr/>
        </p:nvSpPr>
        <p:spPr>
          <a:xfrm>
            <a:off x="6568440" y="6896100"/>
            <a:ext cx="2743200" cy="564083"/>
          </a:xfrm>
          <a:prstGeom prst="roundRect">
            <a:avLst>
              <a:gd name="adj" fmla="val 23529"/>
            </a:avLst>
          </a:prstGeom>
          <a:solidFill>
            <a:srgbClr val="EDE9FE"/>
          </a:solidFill>
          <a:ln w="12700">
            <a:solidFill>
              <a:srgbClr val="EDE9FE"/>
            </a:solidFill>
            <a:prstDash val="solid"/>
          </a:ln>
          <a:effectLst>
            <a:outerShdw blurRad="12700" dist="2540" dir="2700000" algn="bl" rotWithShape="0">
              <a:srgbClr val="000000">
                <a:alpha val="8000"/>
              </a:srgbClr>
            </a:outerShdw>
          </a:effectLst>
        </p:spPr>
        <p:txBody>
          <a:bodyPr/>
          <a:lstStyle/>
          <a:p>
            <a:endParaRPr lang="en-US"/>
          </a:p>
        </p:txBody>
      </p:sp>
      <p:sp>
        <p:nvSpPr>
          <p:cNvPr id="23" name="Text 10">
            <a:extLst>
              <a:ext uri="{FF2B5EF4-FFF2-40B4-BE49-F238E27FC236}">
                <a16:creationId xmlns:a16="http://schemas.microsoft.com/office/drawing/2014/main" id="{0692B916-220D-BE3F-D96E-973664523D7E}"/>
              </a:ext>
            </a:extLst>
          </p:cNvPr>
          <p:cNvSpPr/>
          <p:nvPr/>
        </p:nvSpPr>
        <p:spPr>
          <a:xfrm>
            <a:off x="6339840" y="7058424"/>
            <a:ext cx="3261360" cy="205180"/>
          </a:xfrm>
          <a:prstGeom prst="rect">
            <a:avLst/>
          </a:prstGeom>
          <a:noFill/>
          <a:ln/>
        </p:spPr>
        <p:txBody>
          <a:bodyPr wrap="square" rtlCol="0" anchor="ctr"/>
          <a:lstStyle/>
          <a:p>
            <a:pPr marL="0" indent="0" algn="ctr">
              <a:buNone/>
            </a:pPr>
            <a:r>
              <a:rPr lang="en-US" sz="2400" b="1" dirty="0">
                <a:solidFill>
                  <a:srgbClr val="5B21B6"/>
                </a:solidFill>
              </a:rPr>
              <a:t>Architecture</a:t>
            </a:r>
            <a:r>
              <a:rPr lang="en-US" sz="1100" b="1" dirty="0">
                <a:solidFill>
                  <a:srgbClr val="5B21B6"/>
                </a:solidFill>
              </a:rPr>
              <a:t> </a:t>
            </a:r>
            <a:r>
              <a:rPr lang="en-US" sz="2400" b="1" dirty="0">
                <a:solidFill>
                  <a:srgbClr val="5B21B6"/>
                </a:solidFill>
              </a:rPr>
              <a:t>redesign</a:t>
            </a:r>
            <a:endParaRPr lang="en-US" sz="1100" dirty="0"/>
          </a:p>
        </p:txBody>
      </p:sp>
      <p:sp>
        <p:nvSpPr>
          <p:cNvPr id="24" name="Shape 11">
            <a:extLst>
              <a:ext uri="{FF2B5EF4-FFF2-40B4-BE49-F238E27FC236}">
                <a16:creationId xmlns:a16="http://schemas.microsoft.com/office/drawing/2014/main" id="{64467027-EB0E-C4F5-01AA-48EC6CBBAFF2}"/>
              </a:ext>
            </a:extLst>
          </p:cNvPr>
          <p:cNvSpPr/>
          <p:nvPr/>
        </p:nvSpPr>
        <p:spPr>
          <a:xfrm>
            <a:off x="10424160" y="1592580"/>
            <a:ext cx="2834640" cy="1828800"/>
          </a:xfrm>
          <a:prstGeom prst="roundRect">
            <a:avLst>
              <a:gd name="adj" fmla="val 5185"/>
            </a:avLst>
          </a:prstGeom>
          <a:solidFill>
            <a:srgbClr val="FFFFFF"/>
          </a:solidFill>
          <a:ln w="12700">
            <a:solidFill>
              <a:srgbClr val="CBD5E1"/>
            </a:solidFill>
            <a:prstDash val="solid"/>
          </a:ln>
          <a:effectLst>
            <a:outerShdw blurRad="15240" dist="2540" dir="2700000" algn="bl" rotWithShape="0">
              <a:srgbClr val="000000">
                <a:alpha val="12000"/>
              </a:srgbClr>
            </a:outerShdw>
          </a:effectLst>
        </p:spPr>
        <p:txBody>
          <a:bodyPr/>
          <a:lstStyle/>
          <a:p>
            <a:endParaRPr lang="en-US"/>
          </a:p>
        </p:txBody>
      </p:sp>
      <p:sp>
        <p:nvSpPr>
          <p:cNvPr id="25" name="Shape 12">
            <a:extLst>
              <a:ext uri="{FF2B5EF4-FFF2-40B4-BE49-F238E27FC236}">
                <a16:creationId xmlns:a16="http://schemas.microsoft.com/office/drawing/2014/main" id="{31BB06FA-B728-B700-4610-6A4C4605C43E}"/>
              </a:ext>
            </a:extLst>
          </p:cNvPr>
          <p:cNvSpPr/>
          <p:nvPr/>
        </p:nvSpPr>
        <p:spPr>
          <a:xfrm>
            <a:off x="10424160" y="1592580"/>
            <a:ext cx="73152" cy="1828800"/>
          </a:xfrm>
          <a:prstGeom prst="rect">
            <a:avLst/>
          </a:prstGeom>
          <a:solidFill>
            <a:srgbClr val="2563EB"/>
          </a:solidFill>
          <a:ln w="12700">
            <a:solidFill>
              <a:srgbClr val="2563EB"/>
            </a:solidFill>
            <a:prstDash val="solid"/>
          </a:ln>
        </p:spPr>
        <p:txBody>
          <a:bodyPr/>
          <a:lstStyle/>
          <a:p>
            <a:endParaRPr lang="en-US"/>
          </a:p>
        </p:txBody>
      </p:sp>
      <p:sp>
        <p:nvSpPr>
          <p:cNvPr id="26" name="Text 13">
            <a:extLst>
              <a:ext uri="{FF2B5EF4-FFF2-40B4-BE49-F238E27FC236}">
                <a16:creationId xmlns:a16="http://schemas.microsoft.com/office/drawing/2014/main" id="{7695BF63-C925-CCF5-A36A-A8879E0D7BBF}"/>
              </a:ext>
            </a:extLst>
          </p:cNvPr>
          <p:cNvSpPr/>
          <p:nvPr/>
        </p:nvSpPr>
        <p:spPr>
          <a:xfrm>
            <a:off x="10588752" y="1738884"/>
            <a:ext cx="2578608" cy="256032"/>
          </a:xfrm>
          <a:prstGeom prst="rect">
            <a:avLst/>
          </a:prstGeom>
          <a:noFill/>
          <a:ln/>
        </p:spPr>
        <p:txBody>
          <a:bodyPr wrap="square" rtlCol="0" anchor="ctr"/>
          <a:lstStyle/>
          <a:p>
            <a:pPr marL="0" indent="0">
              <a:buNone/>
            </a:pPr>
            <a:r>
              <a:rPr lang="en-US" sz="2400" b="1" dirty="0">
                <a:solidFill>
                  <a:srgbClr val="0F172A"/>
                </a:solidFill>
              </a:rPr>
              <a:t>Scenario</a:t>
            </a:r>
            <a:endParaRPr lang="en-US" sz="2400" dirty="0"/>
          </a:p>
        </p:txBody>
      </p:sp>
      <p:sp>
        <p:nvSpPr>
          <p:cNvPr id="27" name="Text 14">
            <a:extLst>
              <a:ext uri="{FF2B5EF4-FFF2-40B4-BE49-F238E27FC236}">
                <a16:creationId xmlns:a16="http://schemas.microsoft.com/office/drawing/2014/main" id="{0A0D4CE3-2B3E-6EEC-30CB-EE91D8A3626C}"/>
              </a:ext>
            </a:extLst>
          </p:cNvPr>
          <p:cNvSpPr/>
          <p:nvPr/>
        </p:nvSpPr>
        <p:spPr>
          <a:xfrm>
            <a:off x="10588752" y="2031492"/>
            <a:ext cx="2560320" cy="704088"/>
          </a:xfrm>
          <a:prstGeom prst="rect">
            <a:avLst/>
          </a:prstGeom>
          <a:noFill/>
          <a:ln/>
        </p:spPr>
        <p:txBody>
          <a:bodyPr wrap="square" rtlCol="0" anchor="t"/>
          <a:lstStyle/>
          <a:p>
            <a:pPr marL="0" indent="0">
              <a:buNone/>
            </a:pPr>
            <a:r>
              <a:rPr lang="en-US" sz="2000" dirty="0">
                <a:solidFill>
                  <a:srgbClr val="475569"/>
                </a:solidFill>
              </a:rPr>
              <a:t>A retailer scales from a few dashboards to a fragile analytics estate.</a:t>
            </a:r>
            <a:endParaRPr lang="en-US" sz="2000" dirty="0"/>
          </a:p>
        </p:txBody>
      </p:sp>
      <p:sp>
        <p:nvSpPr>
          <p:cNvPr id="28" name="Shape 15">
            <a:extLst>
              <a:ext uri="{FF2B5EF4-FFF2-40B4-BE49-F238E27FC236}">
                <a16:creationId xmlns:a16="http://schemas.microsoft.com/office/drawing/2014/main" id="{E4CB3F4F-15F6-F174-F395-600CFB6643C6}"/>
              </a:ext>
            </a:extLst>
          </p:cNvPr>
          <p:cNvSpPr/>
          <p:nvPr/>
        </p:nvSpPr>
        <p:spPr>
          <a:xfrm>
            <a:off x="10424160" y="3713696"/>
            <a:ext cx="2834640" cy="1828800"/>
          </a:xfrm>
          <a:prstGeom prst="roundRect">
            <a:avLst>
              <a:gd name="adj" fmla="val 5185"/>
            </a:avLst>
          </a:prstGeom>
          <a:solidFill>
            <a:srgbClr val="FFFFFF"/>
          </a:solidFill>
          <a:ln w="12700">
            <a:solidFill>
              <a:srgbClr val="CBD5E1"/>
            </a:solidFill>
            <a:prstDash val="solid"/>
          </a:ln>
          <a:effectLst>
            <a:outerShdw blurRad="15240" dist="2540" dir="2700000" algn="bl" rotWithShape="0">
              <a:srgbClr val="000000">
                <a:alpha val="12000"/>
              </a:srgbClr>
            </a:outerShdw>
          </a:effectLst>
        </p:spPr>
        <p:txBody>
          <a:bodyPr/>
          <a:lstStyle/>
          <a:p>
            <a:endParaRPr lang="en-US"/>
          </a:p>
        </p:txBody>
      </p:sp>
      <p:sp>
        <p:nvSpPr>
          <p:cNvPr id="29" name="Shape 16">
            <a:extLst>
              <a:ext uri="{FF2B5EF4-FFF2-40B4-BE49-F238E27FC236}">
                <a16:creationId xmlns:a16="http://schemas.microsoft.com/office/drawing/2014/main" id="{EAECBCFD-D122-3521-DC31-76A907B550D4}"/>
              </a:ext>
            </a:extLst>
          </p:cNvPr>
          <p:cNvSpPr/>
          <p:nvPr/>
        </p:nvSpPr>
        <p:spPr>
          <a:xfrm>
            <a:off x="10424160" y="3713696"/>
            <a:ext cx="73152" cy="1828800"/>
          </a:xfrm>
          <a:prstGeom prst="rect">
            <a:avLst/>
          </a:prstGeom>
          <a:solidFill>
            <a:srgbClr val="BE123C"/>
          </a:solidFill>
          <a:ln w="12700">
            <a:solidFill>
              <a:srgbClr val="BE123C"/>
            </a:solidFill>
            <a:prstDash val="solid"/>
          </a:ln>
        </p:spPr>
        <p:txBody>
          <a:bodyPr/>
          <a:lstStyle/>
          <a:p>
            <a:endParaRPr lang="en-US"/>
          </a:p>
        </p:txBody>
      </p:sp>
      <p:sp>
        <p:nvSpPr>
          <p:cNvPr id="30" name="Text 17">
            <a:extLst>
              <a:ext uri="{FF2B5EF4-FFF2-40B4-BE49-F238E27FC236}">
                <a16:creationId xmlns:a16="http://schemas.microsoft.com/office/drawing/2014/main" id="{E380B26C-8435-5525-78E4-E86C4CFF3E8E}"/>
              </a:ext>
            </a:extLst>
          </p:cNvPr>
          <p:cNvSpPr/>
          <p:nvPr/>
        </p:nvSpPr>
        <p:spPr>
          <a:xfrm>
            <a:off x="10588752" y="3860000"/>
            <a:ext cx="2578608" cy="256032"/>
          </a:xfrm>
          <a:prstGeom prst="rect">
            <a:avLst/>
          </a:prstGeom>
          <a:noFill/>
          <a:ln/>
        </p:spPr>
        <p:txBody>
          <a:bodyPr wrap="square" rtlCol="0" anchor="ctr"/>
          <a:lstStyle/>
          <a:p>
            <a:pPr marL="0" indent="0">
              <a:buNone/>
            </a:pPr>
            <a:r>
              <a:rPr lang="en-US" sz="2400" b="1" dirty="0">
                <a:solidFill>
                  <a:srgbClr val="0F172A"/>
                </a:solidFill>
              </a:rPr>
              <a:t>Tension</a:t>
            </a:r>
            <a:endParaRPr lang="en-US" sz="2400" dirty="0"/>
          </a:p>
        </p:txBody>
      </p:sp>
      <p:sp>
        <p:nvSpPr>
          <p:cNvPr id="31" name="Text 18">
            <a:extLst>
              <a:ext uri="{FF2B5EF4-FFF2-40B4-BE49-F238E27FC236}">
                <a16:creationId xmlns:a16="http://schemas.microsoft.com/office/drawing/2014/main" id="{6D5EA978-2A99-2EA9-788B-B08838FD36B3}"/>
              </a:ext>
            </a:extLst>
          </p:cNvPr>
          <p:cNvSpPr/>
          <p:nvPr/>
        </p:nvSpPr>
        <p:spPr>
          <a:xfrm>
            <a:off x="10588752" y="4152608"/>
            <a:ext cx="2560320" cy="704088"/>
          </a:xfrm>
          <a:prstGeom prst="rect">
            <a:avLst/>
          </a:prstGeom>
          <a:noFill/>
          <a:ln/>
        </p:spPr>
        <p:txBody>
          <a:bodyPr wrap="square" rtlCol="0" anchor="t"/>
          <a:lstStyle/>
          <a:p>
            <a:pPr marL="0" indent="0">
              <a:buNone/>
            </a:pPr>
            <a:r>
              <a:rPr lang="en-US" sz="2000" dirty="0">
                <a:solidFill>
                  <a:srgbClr val="475569"/>
                </a:solidFill>
              </a:rPr>
              <a:t>Performance, flexibility, cost, and maintainability are all in conflict.</a:t>
            </a:r>
            <a:endParaRPr lang="en-US" sz="2000" dirty="0"/>
          </a:p>
        </p:txBody>
      </p:sp>
      <p:sp>
        <p:nvSpPr>
          <p:cNvPr id="32" name="Shape 19">
            <a:extLst>
              <a:ext uri="{FF2B5EF4-FFF2-40B4-BE49-F238E27FC236}">
                <a16:creationId xmlns:a16="http://schemas.microsoft.com/office/drawing/2014/main" id="{46556204-5468-8927-B6CF-C047C9AEDB6C}"/>
              </a:ext>
            </a:extLst>
          </p:cNvPr>
          <p:cNvSpPr/>
          <p:nvPr/>
        </p:nvSpPr>
        <p:spPr>
          <a:xfrm>
            <a:off x="10412811" y="5860690"/>
            <a:ext cx="2834640" cy="1828800"/>
          </a:xfrm>
          <a:prstGeom prst="roundRect">
            <a:avLst>
              <a:gd name="adj" fmla="val 5185"/>
            </a:avLst>
          </a:prstGeom>
          <a:solidFill>
            <a:srgbClr val="FFFFFF"/>
          </a:solidFill>
          <a:ln w="12700">
            <a:solidFill>
              <a:srgbClr val="CBD5E1"/>
            </a:solidFill>
            <a:prstDash val="solid"/>
          </a:ln>
          <a:effectLst>
            <a:outerShdw blurRad="15240" dist="2540" dir="2700000" algn="bl" rotWithShape="0">
              <a:srgbClr val="000000">
                <a:alpha val="12000"/>
              </a:srgbClr>
            </a:outerShdw>
          </a:effectLst>
        </p:spPr>
        <p:txBody>
          <a:bodyPr/>
          <a:lstStyle/>
          <a:p>
            <a:endParaRPr lang="en-US"/>
          </a:p>
        </p:txBody>
      </p:sp>
      <p:sp>
        <p:nvSpPr>
          <p:cNvPr id="33" name="Shape 20">
            <a:extLst>
              <a:ext uri="{FF2B5EF4-FFF2-40B4-BE49-F238E27FC236}">
                <a16:creationId xmlns:a16="http://schemas.microsoft.com/office/drawing/2014/main" id="{92E6EB89-4F8B-1763-C298-E81F1E86AD97}"/>
              </a:ext>
            </a:extLst>
          </p:cNvPr>
          <p:cNvSpPr/>
          <p:nvPr/>
        </p:nvSpPr>
        <p:spPr>
          <a:xfrm>
            <a:off x="10412811" y="5860691"/>
            <a:ext cx="73152" cy="1817359"/>
          </a:xfrm>
          <a:prstGeom prst="rect">
            <a:avLst/>
          </a:prstGeom>
          <a:solidFill>
            <a:srgbClr val="0F766E"/>
          </a:solidFill>
          <a:ln w="12700">
            <a:solidFill>
              <a:srgbClr val="0F766E"/>
            </a:solidFill>
            <a:prstDash val="solid"/>
          </a:ln>
        </p:spPr>
        <p:txBody>
          <a:bodyPr/>
          <a:lstStyle/>
          <a:p>
            <a:endParaRPr lang="en-US"/>
          </a:p>
        </p:txBody>
      </p:sp>
      <p:sp>
        <p:nvSpPr>
          <p:cNvPr id="34" name="Text 21">
            <a:extLst>
              <a:ext uri="{FF2B5EF4-FFF2-40B4-BE49-F238E27FC236}">
                <a16:creationId xmlns:a16="http://schemas.microsoft.com/office/drawing/2014/main" id="{07EFF75C-3D56-1F75-DE06-47EE25402F76}"/>
              </a:ext>
            </a:extLst>
          </p:cNvPr>
          <p:cNvSpPr/>
          <p:nvPr/>
        </p:nvSpPr>
        <p:spPr>
          <a:xfrm>
            <a:off x="10577403" y="6006996"/>
            <a:ext cx="2578608" cy="376934"/>
          </a:xfrm>
          <a:prstGeom prst="rect">
            <a:avLst/>
          </a:prstGeom>
          <a:noFill/>
          <a:ln/>
        </p:spPr>
        <p:txBody>
          <a:bodyPr wrap="square" rtlCol="0" anchor="ctr"/>
          <a:lstStyle/>
          <a:p>
            <a:pPr marL="0" indent="0">
              <a:buNone/>
            </a:pPr>
            <a:r>
              <a:rPr lang="en-US" sz="2400" b="1" dirty="0">
                <a:solidFill>
                  <a:srgbClr val="0F172A"/>
                </a:solidFill>
              </a:rPr>
              <a:t>Lesson</a:t>
            </a:r>
            <a:endParaRPr lang="en-US" sz="2400" dirty="0"/>
          </a:p>
        </p:txBody>
      </p:sp>
      <p:sp>
        <p:nvSpPr>
          <p:cNvPr id="35" name="Text 22">
            <a:extLst>
              <a:ext uri="{FF2B5EF4-FFF2-40B4-BE49-F238E27FC236}">
                <a16:creationId xmlns:a16="http://schemas.microsoft.com/office/drawing/2014/main" id="{FE60E999-4D6B-7E36-0760-FD8256BA3E1F}"/>
              </a:ext>
            </a:extLst>
          </p:cNvPr>
          <p:cNvSpPr/>
          <p:nvPr/>
        </p:nvSpPr>
        <p:spPr>
          <a:xfrm>
            <a:off x="10577403" y="6299604"/>
            <a:ext cx="2560320" cy="1036568"/>
          </a:xfrm>
          <a:prstGeom prst="rect">
            <a:avLst/>
          </a:prstGeom>
          <a:noFill/>
          <a:ln/>
        </p:spPr>
        <p:txBody>
          <a:bodyPr wrap="square" rtlCol="0" anchor="t"/>
          <a:lstStyle/>
          <a:p>
            <a:pPr marL="0" indent="0">
              <a:buNone/>
            </a:pPr>
            <a:r>
              <a:rPr lang="en-US" sz="2000" dirty="0">
                <a:solidFill>
                  <a:srgbClr val="475569"/>
                </a:solidFill>
              </a:rPr>
              <a:t>The product is the semantic model and system design - not the report page.</a:t>
            </a:r>
            <a:endParaRPr lang="en-US" sz="2000" dirty="0"/>
          </a:p>
        </p:txBody>
      </p:sp>
      <p:sp>
        <p:nvSpPr>
          <p:cNvPr id="13" name="TextBox 9">
            <a:extLst>
              <a:ext uri="{FF2B5EF4-FFF2-40B4-BE49-F238E27FC236}">
                <a16:creationId xmlns:a16="http://schemas.microsoft.com/office/drawing/2014/main" id="{0A5F1C49-FEEB-2AAE-EAF5-A60F9C15BBB4}"/>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8</a:t>
            </a:fld>
            <a:endParaRPr lang="en-US" sz="2400" dirty="0">
              <a:solidFill>
                <a:srgbClr val="FFFFFF"/>
              </a:solidFill>
              <a:latin typeface="Outfit"/>
              <a:ea typeface="Outfit"/>
              <a:cs typeface="Outfit"/>
              <a:sym typeface="Outfit"/>
            </a:endParaRPr>
          </a:p>
        </p:txBody>
      </p:sp>
    </p:spTree>
    <p:extLst>
      <p:ext uri="{BB962C8B-B14F-4D97-AF65-F5344CB8AC3E}">
        <p14:creationId xmlns:p14="http://schemas.microsoft.com/office/powerpoint/2010/main" val="2040766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3F37515-2A39-6172-B3C3-5C20BC2CF2F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C80DB79-6C2D-869B-2C52-8B0F1D14E495}"/>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C05806F3-9DD2-9FB5-ECB5-C0A871C9A898}"/>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F7ED6C04-DEFE-478A-995B-422B16638595}"/>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994C3A31-CF53-CB8A-1ED6-177580DDFDA5}"/>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6E667612-0A77-39F1-5B6D-772DBA1EE364}"/>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66E7DF64-EF55-C5B9-2DB4-7B7199286E62}"/>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3523FFE7-1B9E-FD1D-EE2D-A7158C7F2C5F}"/>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D039FADC-AFD4-3A4F-D5BD-2D2787F3898E}"/>
              </a:ext>
            </a:extLst>
          </p:cNvPr>
          <p:cNvSpPr txBox="1"/>
          <p:nvPr/>
        </p:nvSpPr>
        <p:spPr>
          <a:xfrm>
            <a:off x="1028700" y="426064"/>
            <a:ext cx="68199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Systems thinking: Reports vs. analytics systems</a:t>
            </a:r>
          </a:p>
        </p:txBody>
      </p:sp>
      <p:sp>
        <p:nvSpPr>
          <p:cNvPr id="11" name="Text 0">
            <a:extLst>
              <a:ext uri="{FF2B5EF4-FFF2-40B4-BE49-F238E27FC236}">
                <a16:creationId xmlns:a16="http://schemas.microsoft.com/office/drawing/2014/main" id="{9795E8A8-0244-F470-1F62-E41A9151E14A}"/>
              </a:ext>
            </a:extLst>
          </p:cNvPr>
          <p:cNvSpPr/>
          <p:nvPr/>
        </p:nvSpPr>
        <p:spPr>
          <a:xfrm>
            <a:off x="1002632" y="1165861"/>
            <a:ext cx="12941968" cy="701039"/>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The case: a retailer that outgrew “just build a dashboard”</a:t>
            </a:r>
            <a:endParaRPr lang="en-US" sz="3600" dirty="0">
              <a:solidFill>
                <a:schemeClr val="bg1"/>
              </a:solidFill>
            </a:endParaRPr>
          </a:p>
        </p:txBody>
      </p:sp>
      <p:sp>
        <p:nvSpPr>
          <p:cNvPr id="12" name="Text 1">
            <a:extLst>
              <a:ext uri="{FF2B5EF4-FFF2-40B4-BE49-F238E27FC236}">
                <a16:creationId xmlns:a16="http://schemas.microsoft.com/office/drawing/2014/main" id="{CFD4526B-FBE0-CBE2-69D5-4093AAC22BB6}"/>
              </a:ext>
            </a:extLst>
          </p:cNvPr>
          <p:cNvSpPr/>
          <p:nvPr/>
        </p:nvSpPr>
        <p:spPr>
          <a:xfrm>
            <a:off x="1002632" y="1885188"/>
            <a:ext cx="13856367" cy="274320"/>
          </a:xfrm>
          <a:prstGeom prst="rect">
            <a:avLst/>
          </a:prstGeom>
          <a:noFill/>
          <a:ln/>
        </p:spPr>
        <p:txBody>
          <a:bodyPr wrap="square" rtlCol="0" anchor="ctr"/>
          <a:lstStyle/>
          <a:p>
            <a:pPr marL="0" indent="0">
              <a:buNone/>
            </a:pPr>
            <a:r>
              <a:rPr lang="en-US" sz="2800" dirty="0">
                <a:solidFill>
                  <a:schemeClr val="bg1"/>
                </a:solidFill>
              </a:rPr>
              <a:t>What started as one sales report became a fragmented Fabric / Power BI ecosystem.</a:t>
            </a:r>
          </a:p>
        </p:txBody>
      </p:sp>
      <p:sp>
        <p:nvSpPr>
          <p:cNvPr id="14" name="Shape 3">
            <a:extLst>
              <a:ext uri="{FF2B5EF4-FFF2-40B4-BE49-F238E27FC236}">
                <a16:creationId xmlns:a16="http://schemas.microsoft.com/office/drawing/2014/main" id="{192AD099-04E5-C1FE-817A-E7C5A2FAC3FA}"/>
              </a:ext>
            </a:extLst>
          </p:cNvPr>
          <p:cNvSpPr/>
          <p:nvPr/>
        </p:nvSpPr>
        <p:spPr>
          <a:xfrm>
            <a:off x="1094073" y="2552699"/>
            <a:ext cx="3554126" cy="2926080"/>
          </a:xfrm>
          <a:prstGeom prst="roundRect">
            <a:avLst>
              <a:gd name="adj" fmla="val 3256"/>
            </a:avLst>
          </a:prstGeom>
          <a:solidFill>
            <a:srgbClr val="FFFFFF"/>
          </a:solidFill>
          <a:ln w="12700">
            <a:solidFill>
              <a:srgbClr val="CBD5E1"/>
            </a:solidFill>
            <a:prstDash val="solid"/>
          </a:ln>
          <a:effectLst>
            <a:outerShdw blurRad="15240" dist="2540" dir="2700000" algn="bl" rotWithShape="0">
              <a:srgbClr val="000000">
                <a:alpha val="12000"/>
              </a:srgbClr>
            </a:outerShdw>
          </a:effectLst>
        </p:spPr>
        <p:txBody>
          <a:bodyPr/>
          <a:lstStyle/>
          <a:p>
            <a:endParaRPr lang="en-US"/>
          </a:p>
        </p:txBody>
      </p:sp>
      <p:sp>
        <p:nvSpPr>
          <p:cNvPr id="15" name="Shape 4">
            <a:extLst>
              <a:ext uri="{FF2B5EF4-FFF2-40B4-BE49-F238E27FC236}">
                <a16:creationId xmlns:a16="http://schemas.microsoft.com/office/drawing/2014/main" id="{C5537164-7EBC-2E10-05F9-2F223FA2EA2F}"/>
              </a:ext>
            </a:extLst>
          </p:cNvPr>
          <p:cNvSpPr/>
          <p:nvPr/>
        </p:nvSpPr>
        <p:spPr>
          <a:xfrm>
            <a:off x="1097280" y="2552700"/>
            <a:ext cx="73152" cy="2926080"/>
          </a:xfrm>
          <a:prstGeom prst="rect">
            <a:avLst/>
          </a:prstGeom>
          <a:solidFill>
            <a:srgbClr val="2563EB"/>
          </a:solidFill>
          <a:ln w="12700">
            <a:solidFill>
              <a:srgbClr val="2563EB"/>
            </a:solidFill>
            <a:prstDash val="solid"/>
          </a:ln>
        </p:spPr>
        <p:txBody>
          <a:bodyPr/>
          <a:lstStyle/>
          <a:p>
            <a:endParaRPr lang="en-US"/>
          </a:p>
        </p:txBody>
      </p:sp>
      <p:sp>
        <p:nvSpPr>
          <p:cNvPr id="16" name="Text 5">
            <a:extLst>
              <a:ext uri="{FF2B5EF4-FFF2-40B4-BE49-F238E27FC236}">
                <a16:creationId xmlns:a16="http://schemas.microsoft.com/office/drawing/2014/main" id="{EE8D4885-CE80-005F-2EFD-0AAFD10D2C03}"/>
              </a:ext>
            </a:extLst>
          </p:cNvPr>
          <p:cNvSpPr/>
          <p:nvPr/>
        </p:nvSpPr>
        <p:spPr>
          <a:xfrm>
            <a:off x="1258665" y="2699004"/>
            <a:ext cx="2670048" cy="256032"/>
          </a:xfrm>
          <a:prstGeom prst="rect">
            <a:avLst/>
          </a:prstGeom>
          <a:noFill/>
          <a:ln/>
        </p:spPr>
        <p:txBody>
          <a:bodyPr wrap="square" rtlCol="0" anchor="ctr"/>
          <a:lstStyle/>
          <a:p>
            <a:pPr marL="0" indent="0">
              <a:buNone/>
            </a:pPr>
            <a:r>
              <a:rPr lang="en-US" sz="2400" b="1" dirty="0">
                <a:solidFill>
                  <a:srgbClr val="0F172A"/>
                </a:solidFill>
              </a:rPr>
              <a:t>Business context</a:t>
            </a:r>
            <a:endParaRPr lang="en-US" sz="2400" dirty="0"/>
          </a:p>
        </p:txBody>
      </p:sp>
      <p:sp>
        <p:nvSpPr>
          <p:cNvPr id="17" name="Text 6">
            <a:extLst>
              <a:ext uri="{FF2B5EF4-FFF2-40B4-BE49-F238E27FC236}">
                <a16:creationId xmlns:a16="http://schemas.microsoft.com/office/drawing/2014/main" id="{6C877EC5-D89E-5D99-641C-3863D7833353}"/>
              </a:ext>
            </a:extLst>
          </p:cNvPr>
          <p:cNvSpPr/>
          <p:nvPr/>
        </p:nvSpPr>
        <p:spPr>
          <a:xfrm>
            <a:off x="1258665" y="2991612"/>
            <a:ext cx="2651760" cy="1435608"/>
          </a:xfrm>
          <a:prstGeom prst="rect">
            <a:avLst/>
          </a:prstGeom>
          <a:noFill/>
          <a:ln/>
        </p:spPr>
        <p:txBody>
          <a:bodyPr wrap="square" rtlCol="0" anchor="t"/>
          <a:lstStyle/>
          <a:p>
            <a:pPr marL="285750" indent="-285750">
              <a:buFont typeface="Arial" panose="020B0604020202020204" pitchFamily="34" charset="0"/>
              <a:buChar char="•"/>
            </a:pPr>
            <a:r>
              <a:rPr lang="en-US" sz="1600" dirty="0">
                <a:solidFill>
                  <a:srgbClr val="475569"/>
                </a:solidFill>
              </a:rPr>
              <a:t>250 stores</a:t>
            </a:r>
            <a:endParaRPr lang="en-US" sz="1600" dirty="0"/>
          </a:p>
          <a:p>
            <a:pPr marL="285750" indent="-285750">
              <a:buFont typeface="Arial" panose="020B0604020202020204" pitchFamily="34" charset="0"/>
              <a:buChar char="•"/>
            </a:pPr>
            <a:r>
              <a:rPr lang="en-US" sz="1600" dirty="0">
                <a:solidFill>
                  <a:srgbClr val="475569"/>
                </a:solidFill>
              </a:rPr>
              <a:t>E-commerce sales</a:t>
            </a:r>
            <a:endParaRPr lang="en-US" sz="1600" dirty="0"/>
          </a:p>
          <a:p>
            <a:pPr marL="285750" indent="-285750">
              <a:buFont typeface="Arial" panose="020B0604020202020204" pitchFamily="34" charset="0"/>
              <a:buChar char="•"/>
            </a:pPr>
            <a:r>
              <a:rPr lang="en-US" sz="1600" dirty="0">
                <a:solidFill>
                  <a:srgbClr val="475569"/>
                </a:solidFill>
              </a:rPr>
              <a:t>ERP for inventory and purchasing</a:t>
            </a:r>
            <a:endParaRPr lang="en-US" sz="1600" dirty="0"/>
          </a:p>
          <a:p>
            <a:pPr marL="285750" indent="-285750">
              <a:buFont typeface="Arial" panose="020B0604020202020204" pitchFamily="34" charset="0"/>
              <a:buChar char="•"/>
            </a:pPr>
            <a:r>
              <a:rPr lang="en-US" sz="1600" dirty="0">
                <a:solidFill>
                  <a:srgbClr val="475569"/>
                </a:solidFill>
              </a:rPr>
              <a:t>CRM for promotions and loyalty</a:t>
            </a:r>
            <a:endParaRPr lang="en-US" sz="1600" dirty="0"/>
          </a:p>
          <a:p>
            <a:pPr marL="285750" indent="-285750">
              <a:buFont typeface="Arial" panose="020B0604020202020204" pitchFamily="34" charset="0"/>
              <a:buChar char="•"/>
            </a:pPr>
            <a:r>
              <a:rPr lang="en-US" sz="1600" dirty="0">
                <a:solidFill>
                  <a:srgbClr val="475569"/>
                </a:solidFill>
              </a:rPr>
              <a:t>Daily executive reporting</a:t>
            </a:r>
            <a:endParaRPr lang="en-US" sz="1600" dirty="0"/>
          </a:p>
          <a:p>
            <a:pPr marL="285750" indent="-285750">
              <a:buFont typeface="Arial" panose="020B0604020202020204" pitchFamily="34" charset="0"/>
              <a:buChar char="•"/>
            </a:pPr>
            <a:r>
              <a:rPr lang="en-US" sz="1600" dirty="0">
                <a:solidFill>
                  <a:srgbClr val="475569"/>
                </a:solidFill>
              </a:rPr>
              <a:t>Weekly merchant analysis</a:t>
            </a:r>
            <a:endParaRPr lang="en-US" sz="1600" dirty="0"/>
          </a:p>
          <a:p>
            <a:pPr marL="285750" indent="-285750">
              <a:buFont typeface="Arial" panose="020B0604020202020204" pitchFamily="34" charset="0"/>
              <a:buChar char="•"/>
            </a:pPr>
            <a:r>
              <a:rPr lang="en-US" sz="1600" dirty="0">
                <a:solidFill>
                  <a:srgbClr val="475569"/>
                </a:solidFill>
              </a:rPr>
              <a:t>Store-level operational reporting</a:t>
            </a:r>
            <a:endParaRPr lang="en-US" sz="1600" dirty="0"/>
          </a:p>
        </p:txBody>
      </p:sp>
      <p:sp>
        <p:nvSpPr>
          <p:cNvPr id="18" name="Shape 7">
            <a:extLst>
              <a:ext uri="{FF2B5EF4-FFF2-40B4-BE49-F238E27FC236}">
                <a16:creationId xmlns:a16="http://schemas.microsoft.com/office/drawing/2014/main" id="{A4F666BD-5813-2483-DC70-0EFF875243CB}"/>
              </a:ext>
            </a:extLst>
          </p:cNvPr>
          <p:cNvSpPr/>
          <p:nvPr/>
        </p:nvSpPr>
        <p:spPr>
          <a:xfrm>
            <a:off x="1094072" y="5746754"/>
            <a:ext cx="3554127" cy="2926080"/>
          </a:xfrm>
          <a:prstGeom prst="roundRect">
            <a:avLst>
              <a:gd name="adj" fmla="val 3500"/>
            </a:avLst>
          </a:prstGeom>
          <a:solidFill>
            <a:srgbClr val="FFFFFF"/>
          </a:solidFill>
          <a:ln w="12700">
            <a:solidFill>
              <a:srgbClr val="CBD5E1"/>
            </a:solidFill>
            <a:prstDash val="solid"/>
          </a:ln>
          <a:effectLst>
            <a:outerShdw blurRad="15240" dist="2540" dir="2700000" algn="bl" rotWithShape="0">
              <a:srgbClr val="000000">
                <a:alpha val="12000"/>
              </a:srgbClr>
            </a:outerShdw>
          </a:effectLst>
        </p:spPr>
        <p:txBody>
          <a:bodyPr/>
          <a:lstStyle/>
          <a:p>
            <a:endParaRPr lang="en-US"/>
          </a:p>
        </p:txBody>
      </p:sp>
      <p:sp>
        <p:nvSpPr>
          <p:cNvPr id="19" name="Shape 8">
            <a:extLst>
              <a:ext uri="{FF2B5EF4-FFF2-40B4-BE49-F238E27FC236}">
                <a16:creationId xmlns:a16="http://schemas.microsoft.com/office/drawing/2014/main" id="{C85CD405-3D20-795E-216D-FAF56F63E12F}"/>
              </a:ext>
            </a:extLst>
          </p:cNvPr>
          <p:cNvSpPr/>
          <p:nvPr/>
        </p:nvSpPr>
        <p:spPr>
          <a:xfrm>
            <a:off x="1094073" y="5746756"/>
            <a:ext cx="73152" cy="2926080"/>
          </a:xfrm>
          <a:prstGeom prst="rect">
            <a:avLst/>
          </a:prstGeom>
          <a:solidFill>
            <a:srgbClr val="BE123C"/>
          </a:solidFill>
          <a:ln w="12700">
            <a:solidFill>
              <a:srgbClr val="BE123C"/>
            </a:solidFill>
            <a:prstDash val="solid"/>
          </a:ln>
        </p:spPr>
        <p:txBody>
          <a:bodyPr/>
          <a:lstStyle/>
          <a:p>
            <a:endParaRPr lang="en-US"/>
          </a:p>
        </p:txBody>
      </p:sp>
      <p:sp>
        <p:nvSpPr>
          <p:cNvPr id="20" name="Text 9">
            <a:extLst>
              <a:ext uri="{FF2B5EF4-FFF2-40B4-BE49-F238E27FC236}">
                <a16:creationId xmlns:a16="http://schemas.microsoft.com/office/drawing/2014/main" id="{582D4088-E1FC-4192-0694-7D1925CAA106}"/>
              </a:ext>
            </a:extLst>
          </p:cNvPr>
          <p:cNvSpPr/>
          <p:nvPr/>
        </p:nvSpPr>
        <p:spPr>
          <a:xfrm>
            <a:off x="1258665" y="5893060"/>
            <a:ext cx="3459698" cy="253733"/>
          </a:xfrm>
          <a:prstGeom prst="rect">
            <a:avLst/>
          </a:prstGeom>
          <a:noFill/>
          <a:ln/>
        </p:spPr>
        <p:txBody>
          <a:bodyPr wrap="square" rtlCol="0" anchor="ctr"/>
          <a:lstStyle/>
          <a:p>
            <a:pPr marL="0" indent="0">
              <a:buNone/>
            </a:pPr>
            <a:r>
              <a:rPr lang="en-US" sz="2400" b="1" dirty="0">
                <a:solidFill>
                  <a:srgbClr val="0F172A"/>
                </a:solidFill>
              </a:rPr>
              <a:t>What the team now has</a:t>
            </a:r>
            <a:endParaRPr lang="en-US" sz="2400" dirty="0"/>
          </a:p>
        </p:txBody>
      </p:sp>
      <p:sp>
        <p:nvSpPr>
          <p:cNvPr id="21" name="Text 10">
            <a:extLst>
              <a:ext uri="{FF2B5EF4-FFF2-40B4-BE49-F238E27FC236}">
                <a16:creationId xmlns:a16="http://schemas.microsoft.com/office/drawing/2014/main" id="{344EDC5B-46C1-7595-4B44-ADFC515F2AF6}"/>
              </a:ext>
            </a:extLst>
          </p:cNvPr>
          <p:cNvSpPr/>
          <p:nvPr/>
        </p:nvSpPr>
        <p:spPr>
          <a:xfrm>
            <a:off x="1258665" y="6185668"/>
            <a:ext cx="2651760" cy="1298448"/>
          </a:xfrm>
          <a:prstGeom prst="rect">
            <a:avLst/>
          </a:prstGeom>
          <a:noFill/>
          <a:ln/>
        </p:spPr>
        <p:txBody>
          <a:bodyPr wrap="square" rtlCol="0" anchor="t"/>
          <a:lstStyle/>
          <a:p>
            <a:pPr marL="285750" indent="-285750">
              <a:buFont typeface="Arial" panose="020B0604020202020204" pitchFamily="34" charset="0"/>
              <a:buChar char="•"/>
            </a:pPr>
            <a:r>
              <a:rPr lang="en-US" sz="1600" dirty="0">
                <a:solidFill>
                  <a:srgbClr val="475569"/>
                </a:solidFill>
              </a:rPr>
              <a:t>40+ reports</a:t>
            </a:r>
            <a:endParaRPr lang="en-US" sz="1600" dirty="0"/>
          </a:p>
          <a:p>
            <a:pPr marL="285750" indent="-285750">
              <a:buFont typeface="Arial" panose="020B0604020202020204" pitchFamily="34" charset="0"/>
              <a:buChar char="•"/>
            </a:pPr>
            <a:r>
              <a:rPr lang="en-US" sz="1600" dirty="0">
                <a:solidFill>
                  <a:srgbClr val="475569"/>
                </a:solidFill>
              </a:rPr>
              <a:t>Multiple duplicated semantic models</a:t>
            </a:r>
            <a:endParaRPr lang="en-US" sz="1600" dirty="0"/>
          </a:p>
          <a:p>
            <a:pPr marL="285750" indent="-285750">
              <a:buFont typeface="Arial" panose="020B0604020202020204" pitchFamily="34" charset="0"/>
              <a:buChar char="•"/>
            </a:pPr>
            <a:r>
              <a:rPr lang="en-US" sz="1600" dirty="0">
                <a:solidFill>
                  <a:srgbClr val="475569"/>
                </a:solidFill>
              </a:rPr>
              <a:t>Mixed Import, DirectQuery, and Direct Lake</a:t>
            </a:r>
            <a:endParaRPr lang="en-US" sz="1600" dirty="0"/>
          </a:p>
          <a:p>
            <a:pPr marL="285750" indent="-285750">
              <a:buFont typeface="Arial" panose="020B0604020202020204" pitchFamily="34" charset="0"/>
              <a:buChar char="•"/>
            </a:pPr>
            <a:r>
              <a:rPr lang="en-US" sz="1600" dirty="0">
                <a:solidFill>
                  <a:srgbClr val="475569"/>
                </a:solidFill>
              </a:rPr>
              <a:t>Different KPI definitions by team</a:t>
            </a:r>
            <a:endParaRPr lang="en-US" sz="1600" dirty="0"/>
          </a:p>
          <a:p>
            <a:pPr marL="285750" indent="-285750">
              <a:buFont typeface="Arial" panose="020B0604020202020204" pitchFamily="34" charset="0"/>
              <a:buChar char="•"/>
            </a:pPr>
            <a:r>
              <a:rPr lang="en-US" sz="1600" dirty="0">
                <a:solidFill>
                  <a:srgbClr val="475569"/>
                </a:solidFill>
              </a:rPr>
              <a:t>Rising capacity costs and slow pages</a:t>
            </a:r>
            <a:endParaRPr lang="en-US" sz="1600" dirty="0"/>
          </a:p>
        </p:txBody>
      </p:sp>
      <p:sp>
        <p:nvSpPr>
          <p:cNvPr id="22" name="Text 11">
            <a:extLst>
              <a:ext uri="{FF2B5EF4-FFF2-40B4-BE49-F238E27FC236}">
                <a16:creationId xmlns:a16="http://schemas.microsoft.com/office/drawing/2014/main" id="{16858603-A97A-4E12-C34C-97335ADBC9D5}"/>
              </a:ext>
            </a:extLst>
          </p:cNvPr>
          <p:cNvSpPr/>
          <p:nvPr/>
        </p:nvSpPr>
        <p:spPr>
          <a:xfrm>
            <a:off x="6403848" y="2540508"/>
            <a:ext cx="5651360" cy="393192"/>
          </a:xfrm>
          <a:prstGeom prst="rect">
            <a:avLst/>
          </a:prstGeom>
          <a:noFill/>
          <a:ln/>
        </p:spPr>
        <p:txBody>
          <a:bodyPr wrap="square" rtlCol="0" anchor="ctr"/>
          <a:lstStyle/>
          <a:p>
            <a:pPr marL="0" indent="0">
              <a:buNone/>
            </a:pPr>
            <a:r>
              <a:rPr lang="en-US" sz="2800" b="1" dirty="0">
                <a:solidFill>
                  <a:schemeClr val="bg1"/>
                </a:solidFill>
              </a:rPr>
              <a:t>How the problem evolved</a:t>
            </a:r>
            <a:endParaRPr lang="en-US" sz="2800" dirty="0">
              <a:solidFill>
                <a:schemeClr val="bg1"/>
              </a:solidFill>
            </a:endParaRPr>
          </a:p>
        </p:txBody>
      </p:sp>
      <p:sp>
        <p:nvSpPr>
          <p:cNvPr id="24" name="Shape 13">
            <a:extLst>
              <a:ext uri="{FF2B5EF4-FFF2-40B4-BE49-F238E27FC236}">
                <a16:creationId xmlns:a16="http://schemas.microsoft.com/office/drawing/2014/main" id="{E735FCF8-7EA5-D9B7-A4E1-AB3727316093}"/>
              </a:ext>
            </a:extLst>
          </p:cNvPr>
          <p:cNvSpPr/>
          <p:nvPr/>
        </p:nvSpPr>
        <p:spPr>
          <a:xfrm>
            <a:off x="6541008" y="3042231"/>
            <a:ext cx="773078" cy="772341"/>
          </a:xfrm>
          <a:prstGeom prst="ellipse">
            <a:avLst/>
          </a:prstGeom>
          <a:solidFill>
            <a:srgbClr val="2563EB"/>
          </a:solidFill>
          <a:ln w="12700">
            <a:solidFill>
              <a:srgbClr val="2563EB"/>
            </a:solidFill>
            <a:prstDash val="solid"/>
          </a:ln>
        </p:spPr>
        <p:txBody>
          <a:bodyPr/>
          <a:lstStyle/>
          <a:p>
            <a:endParaRPr lang="en-US"/>
          </a:p>
        </p:txBody>
      </p:sp>
      <p:sp>
        <p:nvSpPr>
          <p:cNvPr id="25" name="Text 14">
            <a:extLst>
              <a:ext uri="{FF2B5EF4-FFF2-40B4-BE49-F238E27FC236}">
                <a16:creationId xmlns:a16="http://schemas.microsoft.com/office/drawing/2014/main" id="{E988DB62-1873-F943-1796-05C7529EA133}"/>
              </a:ext>
            </a:extLst>
          </p:cNvPr>
          <p:cNvSpPr/>
          <p:nvPr/>
        </p:nvSpPr>
        <p:spPr>
          <a:xfrm>
            <a:off x="6541008" y="3314265"/>
            <a:ext cx="773078" cy="280851"/>
          </a:xfrm>
          <a:prstGeom prst="rect">
            <a:avLst/>
          </a:prstGeom>
          <a:noFill/>
          <a:ln/>
        </p:spPr>
        <p:txBody>
          <a:bodyPr wrap="square" rtlCol="0" anchor="ctr"/>
          <a:lstStyle/>
          <a:p>
            <a:pPr marL="0" indent="0" algn="ctr">
              <a:buNone/>
            </a:pPr>
            <a:r>
              <a:rPr lang="en-US" sz="2400" b="1" dirty="0">
                <a:solidFill>
                  <a:srgbClr val="FFFFFF"/>
                </a:solidFill>
              </a:rPr>
              <a:t>1</a:t>
            </a:r>
            <a:endParaRPr lang="en-US" sz="2400" dirty="0"/>
          </a:p>
        </p:txBody>
      </p:sp>
      <p:sp>
        <p:nvSpPr>
          <p:cNvPr id="26" name="Text 15">
            <a:extLst>
              <a:ext uri="{FF2B5EF4-FFF2-40B4-BE49-F238E27FC236}">
                <a16:creationId xmlns:a16="http://schemas.microsoft.com/office/drawing/2014/main" id="{DA2ED5B3-5AEB-2703-B5A4-6BC07C42E789}"/>
              </a:ext>
            </a:extLst>
          </p:cNvPr>
          <p:cNvSpPr/>
          <p:nvPr/>
        </p:nvSpPr>
        <p:spPr>
          <a:xfrm>
            <a:off x="7587527" y="3162300"/>
            <a:ext cx="3232873" cy="308937"/>
          </a:xfrm>
          <a:prstGeom prst="rect">
            <a:avLst/>
          </a:prstGeom>
          <a:noFill/>
          <a:ln/>
        </p:spPr>
        <p:txBody>
          <a:bodyPr wrap="square" rtlCol="0" anchor="ctr"/>
          <a:lstStyle/>
          <a:p>
            <a:pPr marL="0" indent="0">
              <a:buNone/>
            </a:pPr>
            <a:r>
              <a:rPr lang="en-US" sz="2400" b="1" dirty="0">
                <a:solidFill>
                  <a:schemeClr val="bg1"/>
                </a:solidFill>
              </a:rPr>
              <a:t>Sales dashboard</a:t>
            </a:r>
            <a:endParaRPr lang="en-US" sz="2400" dirty="0">
              <a:solidFill>
                <a:schemeClr val="bg1"/>
              </a:solidFill>
            </a:endParaRPr>
          </a:p>
        </p:txBody>
      </p:sp>
      <p:sp>
        <p:nvSpPr>
          <p:cNvPr id="27" name="Text 16">
            <a:extLst>
              <a:ext uri="{FF2B5EF4-FFF2-40B4-BE49-F238E27FC236}">
                <a16:creationId xmlns:a16="http://schemas.microsoft.com/office/drawing/2014/main" id="{3F72EB02-3B9B-5CEF-A714-F3BE9923F9AE}"/>
              </a:ext>
            </a:extLst>
          </p:cNvPr>
          <p:cNvSpPr/>
          <p:nvPr/>
        </p:nvSpPr>
        <p:spPr>
          <a:xfrm>
            <a:off x="7571291" y="3334512"/>
            <a:ext cx="4849309" cy="589788"/>
          </a:xfrm>
          <a:prstGeom prst="rect">
            <a:avLst/>
          </a:prstGeom>
          <a:noFill/>
          <a:ln/>
        </p:spPr>
        <p:txBody>
          <a:bodyPr wrap="square" rtlCol="0" anchor="ctr"/>
          <a:lstStyle/>
          <a:p>
            <a:pPr marL="0" indent="0">
              <a:buNone/>
            </a:pPr>
            <a:r>
              <a:rPr lang="en-US" dirty="0">
                <a:solidFill>
                  <a:schemeClr val="bg1"/>
                </a:solidFill>
              </a:rPr>
              <a:t>Fast initial win for leadership.</a:t>
            </a:r>
          </a:p>
        </p:txBody>
      </p:sp>
      <p:sp>
        <p:nvSpPr>
          <p:cNvPr id="29" name="Shape 18">
            <a:extLst>
              <a:ext uri="{FF2B5EF4-FFF2-40B4-BE49-F238E27FC236}">
                <a16:creationId xmlns:a16="http://schemas.microsoft.com/office/drawing/2014/main" id="{D745E6DD-C52E-83CA-9424-C8BFAC89976C}"/>
              </a:ext>
            </a:extLst>
          </p:cNvPr>
          <p:cNvSpPr/>
          <p:nvPr/>
        </p:nvSpPr>
        <p:spPr>
          <a:xfrm>
            <a:off x="6541008" y="4121223"/>
            <a:ext cx="773078" cy="772341"/>
          </a:xfrm>
          <a:prstGeom prst="ellipse">
            <a:avLst/>
          </a:prstGeom>
          <a:solidFill>
            <a:srgbClr val="2563EB"/>
          </a:solidFill>
          <a:ln w="12700">
            <a:solidFill>
              <a:srgbClr val="2563EB"/>
            </a:solidFill>
            <a:prstDash val="solid"/>
          </a:ln>
        </p:spPr>
        <p:txBody>
          <a:bodyPr/>
          <a:lstStyle/>
          <a:p>
            <a:endParaRPr lang="en-US"/>
          </a:p>
        </p:txBody>
      </p:sp>
      <p:sp>
        <p:nvSpPr>
          <p:cNvPr id="30" name="Text 19">
            <a:extLst>
              <a:ext uri="{FF2B5EF4-FFF2-40B4-BE49-F238E27FC236}">
                <a16:creationId xmlns:a16="http://schemas.microsoft.com/office/drawing/2014/main" id="{6D7B7A1A-80B5-3BE7-DC9A-BEFD4D140838}"/>
              </a:ext>
            </a:extLst>
          </p:cNvPr>
          <p:cNvSpPr/>
          <p:nvPr/>
        </p:nvSpPr>
        <p:spPr>
          <a:xfrm>
            <a:off x="6541008" y="4393257"/>
            <a:ext cx="773078" cy="280851"/>
          </a:xfrm>
          <a:prstGeom prst="rect">
            <a:avLst/>
          </a:prstGeom>
          <a:noFill/>
          <a:ln/>
        </p:spPr>
        <p:txBody>
          <a:bodyPr wrap="square" rtlCol="0" anchor="ctr"/>
          <a:lstStyle/>
          <a:p>
            <a:pPr marL="0" indent="0" algn="ctr">
              <a:buNone/>
            </a:pPr>
            <a:r>
              <a:rPr lang="en-US" sz="2400" b="1" dirty="0">
                <a:solidFill>
                  <a:srgbClr val="FFFFFF"/>
                </a:solidFill>
              </a:rPr>
              <a:t>2</a:t>
            </a:r>
            <a:endParaRPr lang="en-US" sz="2400" dirty="0"/>
          </a:p>
        </p:txBody>
      </p:sp>
      <p:sp>
        <p:nvSpPr>
          <p:cNvPr id="31" name="Text 20">
            <a:extLst>
              <a:ext uri="{FF2B5EF4-FFF2-40B4-BE49-F238E27FC236}">
                <a16:creationId xmlns:a16="http://schemas.microsoft.com/office/drawing/2014/main" id="{5571AF74-96FA-6FB0-8827-74A15E363CD5}"/>
              </a:ext>
            </a:extLst>
          </p:cNvPr>
          <p:cNvSpPr/>
          <p:nvPr/>
        </p:nvSpPr>
        <p:spPr>
          <a:xfrm>
            <a:off x="7571292" y="4148763"/>
            <a:ext cx="4483916" cy="308937"/>
          </a:xfrm>
          <a:prstGeom prst="rect">
            <a:avLst/>
          </a:prstGeom>
          <a:noFill/>
          <a:ln/>
        </p:spPr>
        <p:txBody>
          <a:bodyPr wrap="square" rtlCol="0" anchor="ctr"/>
          <a:lstStyle/>
          <a:p>
            <a:pPr marL="0" indent="0">
              <a:buNone/>
            </a:pPr>
            <a:r>
              <a:rPr lang="en-US" sz="2400" b="1" dirty="0">
                <a:solidFill>
                  <a:schemeClr val="bg1"/>
                </a:solidFill>
              </a:rPr>
              <a:t>More team-specific reports</a:t>
            </a:r>
            <a:endParaRPr lang="en-US" sz="2400" dirty="0">
              <a:solidFill>
                <a:schemeClr val="bg1"/>
              </a:solidFill>
            </a:endParaRPr>
          </a:p>
        </p:txBody>
      </p:sp>
      <p:sp>
        <p:nvSpPr>
          <p:cNvPr id="32" name="Text 21">
            <a:extLst>
              <a:ext uri="{FF2B5EF4-FFF2-40B4-BE49-F238E27FC236}">
                <a16:creationId xmlns:a16="http://schemas.microsoft.com/office/drawing/2014/main" id="{0EB9DA6E-C89C-4CB1-CA2F-89C769C70137}"/>
              </a:ext>
            </a:extLst>
          </p:cNvPr>
          <p:cNvSpPr/>
          <p:nvPr/>
        </p:nvSpPr>
        <p:spPr>
          <a:xfrm>
            <a:off x="7571291" y="4477512"/>
            <a:ext cx="4849309" cy="589788"/>
          </a:xfrm>
          <a:prstGeom prst="rect">
            <a:avLst/>
          </a:prstGeom>
          <a:noFill/>
          <a:ln/>
        </p:spPr>
        <p:txBody>
          <a:bodyPr wrap="square" rtlCol="0" anchor="ctr"/>
          <a:lstStyle/>
          <a:p>
            <a:pPr marL="0" indent="0">
              <a:buNone/>
            </a:pPr>
            <a:r>
              <a:rPr lang="en-US" dirty="0">
                <a:solidFill>
                  <a:schemeClr val="bg1"/>
                </a:solidFill>
              </a:rPr>
              <a:t>Finance, merchandising, stores each ask for variations.</a:t>
            </a:r>
          </a:p>
        </p:txBody>
      </p:sp>
      <p:sp>
        <p:nvSpPr>
          <p:cNvPr id="34" name="Shape 23">
            <a:extLst>
              <a:ext uri="{FF2B5EF4-FFF2-40B4-BE49-F238E27FC236}">
                <a16:creationId xmlns:a16="http://schemas.microsoft.com/office/drawing/2014/main" id="{F53D5BE3-C1DB-6C3D-E309-5B51508BE4D0}"/>
              </a:ext>
            </a:extLst>
          </p:cNvPr>
          <p:cNvSpPr/>
          <p:nvPr/>
        </p:nvSpPr>
        <p:spPr>
          <a:xfrm>
            <a:off x="6541008" y="5200215"/>
            <a:ext cx="773078" cy="772341"/>
          </a:xfrm>
          <a:prstGeom prst="ellipse">
            <a:avLst/>
          </a:prstGeom>
          <a:solidFill>
            <a:srgbClr val="2563EB"/>
          </a:solidFill>
          <a:ln w="12700">
            <a:solidFill>
              <a:srgbClr val="2563EB"/>
            </a:solidFill>
            <a:prstDash val="solid"/>
          </a:ln>
        </p:spPr>
        <p:txBody>
          <a:bodyPr/>
          <a:lstStyle/>
          <a:p>
            <a:endParaRPr lang="en-US"/>
          </a:p>
        </p:txBody>
      </p:sp>
      <p:sp>
        <p:nvSpPr>
          <p:cNvPr id="35" name="Text 24">
            <a:extLst>
              <a:ext uri="{FF2B5EF4-FFF2-40B4-BE49-F238E27FC236}">
                <a16:creationId xmlns:a16="http://schemas.microsoft.com/office/drawing/2014/main" id="{D46E3090-7047-DC35-1404-315AACD57DC9}"/>
              </a:ext>
            </a:extLst>
          </p:cNvPr>
          <p:cNvSpPr/>
          <p:nvPr/>
        </p:nvSpPr>
        <p:spPr>
          <a:xfrm>
            <a:off x="6541008" y="5472249"/>
            <a:ext cx="773078" cy="280851"/>
          </a:xfrm>
          <a:prstGeom prst="rect">
            <a:avLst/>
          </a:prstGeom>
          <a:noFill/>
          <a:ln/>
        </p:spPr>
        <p:txBody>
          <a:bodyPr wrap="square" rtlCol="0" anchor="ctr"/>
          <a:lstStyle/>
          <a:p>
            <a:pPr marL="0" indent="0" algn="ctr">
              <a:buNone/>
            </a:pPr>
            <a:r>
              <a:rPr lang="en-US" sz="2400" b="1" dirty="0">
                <a:solidFill>
                  <a:srgbClr val="FFFFFF"/>
                </a:solidFill>
              </a:rPr>
              <a:t>3</a:t>
            </a:r>
            <a:endParaRPr lang="en-US" sz="2400" dirty="0"/>
          </a:p>
        </p:txBody>
      </p:sp>
      <p:sp>
        <p:nvSpPr>
          <p:cNvPr id="36" name="Text 25">
            <a:extLst>
              <a:ext uri="{FF2B5EF4-FFF2-40B4-BE49-F238E27FC236}">
                <a16:creationId xmlns:a16="http://schemas.microsoft.com/office/drawing/2014/main" id="{E168763B-833F-65EF-CD30-1BE8CE4CB680}"/>
              </a:ext>
            </a:extLst>
          </p:cNvPr>
          <p:cNvSpPr/>
          <p:nvPr/>
        </p:nvSpPr>
        <p:spPr>
          <a:xfrm>
            <a:off x="7571292" y="5219700"/>
            <a:ext cx="4483916" cy="308937"/>
          </a:xfrm>
          <a:prstGeom prst="rect">
            <a:avLst/>
          </a:prstGeom>
          <a:noFill/>
          <a:ln/>
        </p:spPr>
        <p:txBody>
          <a:bodyPr wrap="square" rtlCol="0" anchor="ctr"/>
          <a:lstStyle/>
          <a:p>
            <a:pPr marL="0" indent="0">
              <a:buNone/>
            </a:pPr>
            <a:r>
              <a:rPr lang="en-US" sz="2400" b="1" dirty="0">
                <a:solidFill>
                  <a:schemeClr val="bg1"/>
                </a:solidFill>
              </a:rPr>
              <a:t>Local logic everywhere</a:t>
            </a:r>
            <a:endParaRPr lang="en-US" sz="2400" dirty="0">
              <a:solidFill>
                <a:schemeClr val="bg1"/>
              </a:solidFill>
            </a:endParaRPr>
          </a:p>
        </p:txBody>
      </p:sp>
      <p:sp>
        <p:nvSpPr>
          <p:cNvPr id="37" name="Text 26">
            <a:extLst>
              <a:ext uri="{FF2B5EF4-FFF2-40B4-BE49-F238E27FC236}">
                <a16:creationId xmlns:a16="http://schemas.microsoft.com/office/drawing/2014/main" id="{4BDA6E30-14FC-F6DC-C000-4A166BAD4F6D}"/>
              </a:ext>
            </a:extLst>
          </p:cNvPr>
          <p:cNvSpPr/>
          <p:nvPr/>
        </p:nvSpPr>
        <p:spPr>
          <a:xfrm>
            <a:off x="7571291" y="5544312"/>
            <a:ext cx="4849309" cy="589788"/>
          </a:xfrm>
          <a:prstGeom prst="rect">
            <a:avLst/>
          </a:prstGeom>
          <a:noFill/>
          <a:ln/>
        </p:spPr>
        <p:txBody>
          <a:bodyPr wrap="square" rtlCol="0" anchor="ctr"/>
          <a:lstStyle/>
          <a:p>
            <a:pPr marL="0" indent="0">
              <a:buNone/>
            </a:pPr>
            <a:r>
              <a:rPr lang="en-US" dirty="0">
                <a:solidFill>
                  <a:schemeClr val="bg1"/>
                </a:solidFill>
              </a:rPr>
              <a:t>Measures, date logic, and joins copied into many PBIX files.</a:t>
            </a:r>
          </a:p>
        </p:txBody>
      </p:sp>
      <p:sp>
        <p:nvSpPr>
          <p:cNvPr id="39" name="Shape 28">
            <a:extLst>
              <a:ext uri="{FF2B5EF4-FFF2-40B4-BE49-F238E27FC236}">
                <a16:creationId xmlns:a16="http://schemas.microsoft.com/office/drawing/2014/main" id="{9AA0F1D4-BFB5-C553-ED37-24AFCB389BBB}"/>
              </a:ext>
            </a:extLst>
          </p:cNvPr>
          <p:cNvSpPr/>
          <p:nvPr/>
        </p:nvSpPr>
        <p:spPr>
          <a:xfrm>
            <a:off x="6541008" y="6279207"/>
            <a:ext cx="773078" cy="772341"/>
          </a:xfrm>
          <a:prstGeom prst="ellipse">
            <a:avLst/>
          </a:prstGeom>
          <a:solidFill>
            <a:srgbClr val="2563EB"/>
          </a:solidFill>
          <a:ln w="12700">
            <a:solidFill>
              <a:srgbClr val="2563EB"/>
            </a:solidFill>
            <a:prstDash val="solid"/>
          </a:ln>
        </p:spPr>
        <p:txBody>
          <a:bodyPr/>
          <a:lstStyle/>
          <a:p>
            <a:endParaRPr lang="en-US"/>
          </a:p>
        </p:txBody>
      </p:sp>
      <p:sp>
        <p:nvSpPr>
          <p:cNvPr id="40" name="Text 29">
            <a:extLst>
              <a:ext uri="{FF2B5EF4-FFF2-40B4-BE49-F238E27FC236}">
                <a16:creationId xmlns:a16="http://schemas.microsoft.com/office/drawing/2014/main" id="{23E65F8B-D7B2-1DC1-05C2-3C0973B9A57F}"/>
              </a:ext>
            </a:extLst>
          </p:cNvPr>
          <p:cNvSpPr/>
          <p:nvPr/>
        </p:nvSpPr>
        <p:spPr>
          <a:xfrm>
            <a:off x="6541008" y="6551241"/>
            <a:ext cx="773078" cy="280851"/>
          </a:xfrm>
          <a:prstGeom prst="rect">
            <a:avLst/>
          </a:prstGeom>
          <a:noFill/>
          <a:ln/>
        </p:spPr>
        <p:txBody>
          <a:bodyPr wrap="square" rtlCol="0" anchor="ctr"/>
          <a:lstStyle/>
          <a:p>
            <a:pPr marL="0" indent="0" algn="ctr">
              <a:buNone/>
            </a:pPr>
            <a:r>
              <a:rPr lang="en-US" sz="2400" b="1" dirty="0">
                <a:solidFill>
                  <a:srgbClr val="FFFFFF"/>
                </a:solidFill>
              </a:rPr>
              <a:t>4</a:t>
            </a:r>
            <a:endParaRPr lang="en-US" sz="2400" dirty="0"/>
          </a:p>
        </p:txBody>
      </p:sp>
      <p:sp>
        <p:nvSpPr>
          <p:cNvPr id="41" name="Text 30">
            <a:extLst>
              <a:ext uri="{FF2B5EF4-FFF2-40B4-BE49-F238E27FC236}">
                <a16:creationId xmlns:a16="http://schemas.microsoft.com/office/drawing/2014/main" id="{5551468C-0445-D4EC-D2F6-3C67C782E6F6}"/>
              </a:ext>
            </a:extLst>
          </p:cNvPr>
          <p:cNvSpPr/>
          <p:nvPr/>
        </p:nvSpPr>
        <p:spPr>
          <a:xfrm>
            <a:off x="7571291" y="6230547"/>
            <a:ext cx="4849309" cy="308937"/>
          </a:xfrm>
          <a:prstGeom prst="rect">
            <a:avLst/>
          </a:prstGeom>
          <a:noFill/>
          <a:ln/>
        </p:spPr>
        <p:txBody>
          <a:bodyPr wrap="square" rtlCol="0" anchor="ctr"/>
          <a:lstStyle/>
          <a:p>
            <a:pPr marL="0" indent="0">
              <a:buNone/>
            </a:pPr>
            <a:r>
              <a:rPr lang="en-US" sz="2400" b="1" dirty="0">
                <a:solidFill>
                  <a:schemeClr val="bg1"/>
                </a:solidFill>
              </a:rPr>
              <a:t>Architecture debt shows up</a:t>
            </a:r>
            <a:endParaRPr lang="en-US" sz="2400" dirty="0">
              <a:solidFill>
                <a:schemeClr val="bg1"/>
              </a:solidFill>
            </a:endParaRPr>
          </a:p>
        </p:txBody>
      </p:sp>
      <p:sp>
        <p:nvSpPr>
          <p:cNvPr id="42" name="Text 31">
            <a:extLst>
              <a:ext uri="{FF2B5EF4-FFF2-40B4-BE49-F238E27FC236}">
                <a16:creationId xmlns:a16="http://schemas.microsoft.com/office/drawing/2014/main" id="{786C037A-0878-5B81-DDCD-E1F40C9985D9}"/>
              </a:ext>
            </a:extLst>
          </p:cNvPr>
          <p:cNvSpPr/>
          <p:nvPr/>
        </p:nvSpPr>
        <p:spPr>
          <a:xfrm>
            <a:off x="7571291" y="6591300"/>
            <a:ext cx="4849309" cy="589788"/>
          </a:xfrm>
          <a:prstGeom prst="rect">
            <a:avLst/>
          </a:prstGeom>
          <a:noFill/>
          <a:ln/>
        </p:spPr>
        <p:txBody>
          <a:bodyPr wrap="square" rtlCol="0" anchor="ctr"/>
          <a:lstStyle/>
          <a:p>
            <a:pPr marL="0" indent="0">
              <a:buNone/>
            </a:pPr>
            <a:r>
              <a:rPr lang="en-US" dirty="0">
                <a:solidFill>
                  <a:schemeClr val="bg1"/>
                </a:solidFill>
              </a:rPr>
              <a:t>Costs rise, KPIs conflict, refreshes drift, performance falls.</a:t>
            </a:r>
          </a:p>
        </p:txBody>
      </p:sp>
      <p:sp>
        <p:nvSpPr>
          <p:cNvPr id="43" name="Shape 32">
            <a:extLst>
              <a:ext uri="{FF2B5EF4-FFF2-40B4-BE49-F238E27FC236}">
                <a16:creationId xmlns:a16="http://schemas.microsoft.com/office/drawing/2014/main" id="{985E4A8A-5F9A-4538-D4EA-C80640734205}"/>
              </a:ext>
            </a:extLst>
          </p:cNvPr>
          <p:cNvSpPr/>
          <p:nvPr/>
        </p:nvSpPr>
        <p:spPr>
          <a:xfrm>
            <a:off x="13130783" y="2616708"/>
            <a:ext cx="3456432" cy="4526280"/>
          </a:xfrm>
          <a:prstGeom prst="roundRect">
            <a:avLst>
              <a:gd name="adj" fmla="val 1587"/>
            </a:avLst>
          </a:prstGeom>
          <a:solidFill>
            <a:srgbClr val="FFFFFF"/>
          </a:solidFill>
          <a:ln w="12700">
            <a:solidFill>
              <a:srgbClr val="CBD5E1"/>
            </a:solidFill>
            <a:prstDash val="solid"/>
          </a:ln>
          <a:effectLst>
            <a:outerShdw blurRad="38100" dist="25400" dir="2700000" algn="bl" rotWithShape="0">
              <a:srgbClr val="000000">
                <a:alpha val="25000"/>
              </a:srgbClr>
            </a:outerShdw>
          </a:effectLst>
        </p:spPr>
        <p:txBody>
          <a:bodyPr/>
          <a:lstStyle/>
          <a:p>
            <a:endParaRPr lang="en-US"/>
          </a:p>
        </p:txBody>
      </p:sp>
      <p:sp>
        <p:nvSpPr>
          <p:cNvPr id="44" name="Text 33">
            <a:extLst>
              <a:ext uri="{FF2B5EF4-FFF2-40B4-BE49-F238E27FC236}">
                <a16:creationId xmlns:a16="http://schemas.microsoft.com/office/drawing/2014/main" id="{7CA3A2F5-F864-C5DE-A1CE-B7F48EFC6950}"/>
              </a:ext>
            </a:extLst>
          </p:cNvPr>
          <p:cNvSpPr/>
          <p:nvPr/>
        </p:nvSpPr>
        <p:spPr>
          <a:xfrm>
            <a:off x="13130783" y="2729484"/>
            <a:ext cx="3456432" cy="585216"/>
          </a:xfrm>
          <a:prstGeom prst="rect">
            <a:avLst/>
          </a:prstGeom>
          <a:noFill/>
          <a:ln/>
        </p:spPr>
        <p:txBody>
          <a:bodyPr wrap="square" rtlCol="0" anchor="ctr"/>
          <a:lstStyle/>
          <a:p>
            <a:pPr marL="0" indent="0" algn="ctr">
              <a:buNone/>
            </a:pPr>
            <a:r>
              <a:rPr lang="en-US" sz="2400" b="1" dirty="0">
                <a:solidFill>
                  <a:srgbClr val="0F172A"/>
                </a:solidFill>
              </a:rPr>
              <a:t>Systems thinking reframing</a:t>
            </a:r>
            <a:endParaRPr lang="en-US" sz="2400" dirty="0"/>
          </a:p>
        </p:txBody>
      </p:sp>
      <p:sp>
        <p:nvSpPr>
          <p:cNvPr id="45" name="Text 34">
            <a:extLst>
              <a:ext uri="{FF2B5EF4-FFF2-40B4-BE49-F238E27FC236}">
                <a16:creationId xmlns:a16="http://schemas.microsoft.com/office/drawing/2014/main" id="{725EDA0F-FA02-6DAA-9684-BCFF68C3923A}"/>
              </a:ext>
            </a:extLst>
          </p:cNvPr>
          <p:cNvSpPr/>
          <p:nvPr/>
        </p:nvSpPr>
        <p:spPr>
          <a:xfrm>
            <a:off x="13487399" y="3261622"/>
            <a:ext cx="2743200" cy="3104126"/>
          </a:xfrm>
          <a:prstGeom prst="rect">
            <a:avLst/>
          </a:prstGeom>
          <a:noFill/>
          <a:ln/>
        </p:spPr>
        <p:txBody>
          <a:bodyPr wrap="square" rtlCol="0" anchor="ctr"/>
          <a:lstStyle/>
          <a:p>
            <a:pPr marL="0" indent="0" algn="ctr">
              <a:buNone/>
            </a:pPr>
            <a:r>
              <a:rPr lang="en-US" dirty="0">
                <a:solidFill>
                  <a:srgbClr val="1E293B"/>
                </a:solidFill>
              </a:rPr>
              <a:t>The report/dashboard is not the product.</a:t>
            </a:r>
            <a:endParaRPr lang="en-US" dirty="0"/>
          </a:p>
          <a:p>
            <a:pPr marL="0" indent="0" algn="ctr">
              <a:buNone/>
            </a:pPr>
            <a:endParaRPr lang="en-US" dirty="0"/>
          </a:p>
          <a:p>
            <a:pPr marL="0" indent="0" algn="ctr">
              <a:buNone/>
            </a:pPr>
            <a:r>
              <a:rPr lang="en-US" dirty="0">
                <a:solidFill>
                  <a:srgbClr val="1E293B"/>
                </a:solidFill>
              </a:rPr>
              <a:t>The semantic model is the reusable product surface, and the architecture is what determines whether the whole analytics system stays fast, trusted, and affordable.</a:t>
            </a:r>
            <a:endParaRPr lang="en-US" dirty="0"/>
          </a:p>
        </p:txBody>
      </p:sp>
      <p:sp>
        <p:nvSpPr>
          <p:cNvPr id="46" name="Shape 35">
            <a:extLst>
              <a:ext uri="{FF2B5EF4-FFF2-40B4-BE49-F238E27FC236}">
                <a16:creationId xmlns:a16="http://schemas.microsoft.com/office/drawing/2014/main" id="{D56D11F0-06B3-7ED8-C0CE-06A691A8A68D}"/>
              </a:ext>
            </a:extLst>
          </p:cNvPr>
          <p:cNvSpPr/>
          <p:nvPr/>
        </p:nvSpPr>
        <p:spPr>
          <a:xfrm>
            <a:off x="13770863" y="6558376"/>
            <a:ext cx="2194560" cy="310896"/>
          </a:xfrm>
          <a:prstGeom prst="roundRect">
            <a:avLst>
              <a:gd name="adj" fmla="val 23529"/>
            </a:avLst>
          </a:prstGeom>
          <a:solidFill>
            <a:srgbClr val="DBEAFE"/>
          </a:solidFill>
          <a:ln w="12700">
            <a:solidFill>
              <a:srgbClr val="DBEAFE"/>
            </a:solidFill>
            <a:prstDash val="solid"/>
          </a:ln>
          <a:effectLst>
            <a:outerShdw blurRad="12700" dist="2540" dir="2700000" algn="bl" rotWithShape="0">
              <a:srgbClr val="000000">
                <a:alpha val="8000"/>
              </a:srgbClr>
            </a:outerShdw>
          </a:effectLst>
        </p:spPr>
        <p:txBody>
          <a:bodyPr/>
          <a:lstStyle/>
          <a:p>
            <a:endParaRPr lang="en-US"/>
          </a:p>
        </p:txBody>
      </p:sp>
      <p:sp>
        <p:nvSpPr>
          <p:cNvPr id="47" name="Text 36">
            <a:extLst>
              <a:ext uri="{FF2B5EF4-FFF2-40B4-BE49-F238E27FC236}">
                <a16:creationId xmlns:a16="http://schemas.microsoft.com/office/drawing/2014/main" id="{65145E7A-F10B-310A-9B6F-1A238E030234}"/>
              </a:ext>
            </a:extLst>
          </p:cNvPr>
          <p:cNvSpPr/>
          <p:nvPr/>
        </p:nvSpPr>
        <p:spPr>
          <a:xfrm>
            <a:off x="13862303" y="6637268"/>
            <a:ext cx="2011680" cy="146304"/>
          </a:xfrm>
          <a:prstGeom prst="rect">
            <a:avLst/>
          </a:prstGeom>
          <a:noFill/>
          <a:ln/>
        </p:spPr>
        <p:txBody>
          <a:bodyPr wrap="square" rtlCol="0" anchor="ctr"/>
          <a:lstStyle/>
          <a:p>
            <a:pPr marL="0" indent="0" algn="ctr">
              <a:buNone/>
            </a:pPr>
            <a:r>
              <a:rPr lang="en-US" sz="1400" b="1" dirty="0">
                <a:solidFill>
                  <a:srgbClr val="1D4ED8"/>
                </a:solidFill>
              </a:rPr>
              <a:t>Shift: reports -&gt; system</a:t>
            </a:r>
            <a:endParaRPr lang="en-US" sz="1400" dirty="0"/>
          </a:p>
        </p:txBody>
      </p:sp>
      <p:sp>
        <p:nvSpPr>
          <p:cNvPr id="49" name="TextBox 9">
            <a:extLst>
              <a:ext uri="{FF2B5EF4-FFF2-40B4-BE49-F238E27FC236}">
                <a16:creationId xmlns:a16="http://schemas.microsoft.com/office/drawing/2014/main" id="{5B3E42A9-678E-789D-DFCF-755EBFDB7A75}"/>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9</a:t>
            </a:fld>
            <a:endParaRPr lang="en-US" sz="2400" dirty="0">
              <a:solidFill>
                <a:srgbClr val="FFFFFF"/>
              </a:solidFill>
              <a:latin typeface="Outfit"/>
              <a:ea typeface="Outfit"/>
              <a:cs typeface="Outfit"/>
              <a:sym typeface="Outfit"/>
            </a:endParaRPr>
          </a:p>
        </p:txBody>
      </p:sp>
    </p:spTree>
    <p:extLst>
      <p:ext uri="{BB962C8B-B14F-4D97-AF65-F5344CB8AC3E}">
        <p14:creationId xmlns:p14="http://schemas.microsoft.com/office/powerpoint/2010/main" val="1257639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B30B1E0-C5DE-29A5-048C-7547FBEF940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F73479F-EBDA-6ADA-3036-283A491D6B80}"/>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25D69405-6A3D-E0E7-7E88-3098652ACE61}"/>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21426064-4AEE-7C49-1AE5-8ECFEF802447}"/>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05C51744-24F4-EA06-6C9A-E459727CA4B3}"/>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68D14A19-6074-E63B-A591-B637C56170B9}"/>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09A8DDFF-42A5-D1CD-FAC0-D62C37A95DA5}"/>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12B187A8-65C8-1EB6-C4DB-A0B6048C8E39}"/>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F36C0853-AB45-E5C3-4F9B-538394D95736}"/>
              </a:ext>
            </a:extLst>
          </p:cNvPr>
          <p:cNvSpPr txBox="1"/>
          <p:nvPr/>
        </p:nvSpPr>
        <p:spPr>
          <a:xfrm>
            <a:off x="1028700" y="426064"/>
            <a:ext cx="68199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Systems thinking: Reports vs. analytics systems</a:t>
            </a:r>
          </a:p>
        </p:txBody>
      </p:sp>
      <p:sp>
        <p:nvSpPr>
          <p:cNvPr id="11" name="Shape 7">
            <a:extLst>
              <a:ext uri="{FF2B5EF4-FFF2-40B4-BE49-F238E27FC236}">
                <a16:creationId xmlns:a16="http://schemas.microsoft.com/office/drawing/2014/main" id="{0B0AE6C7-9BCC-D89E-662B-2C8AB248100D}"/>
              </a:ext>
            </a:extLst>
          </p:cNvPr>
          <p:cNvSpPr/>
          <p:nvPr/>
        </p:nvSpPr>
        <p:spPr>
          <a:xfrm>
            <a:off x="1028700" y="1409701"/>
            <a:ext cx="3546348" cy="5760720"/>
          </a:xfrm>
          <a:prstGeom prst="roundRect">
            <a:avLst>
              <a:gd name="adj" fmla="val 3500"/>
            </a:avLst>
          </a:prstGeom>
          <a:solidFill>
            <a:srgbClr val="FFFFFF"/>
          </a:solidFill>
          <a:ln w="12700">
            <a:solidFill>
              <a:srgbClr val="CBD5E1"/>
            </a:solidFill>
            <a:prstDash val="solid"/>
          </a:ln>
          <a:effectLst>
            <a:outerShdw blurRad="15240" dist="2540" dir="2700000" algn="bl" rotWithShape="0">
              <a:srgbClr val="000000">
                <a:alpha val="12000"/>
              </a:srgbClr>
            </a:outerShdw>
          </a:effectLst>
        </p:spPr>
        <p:txBody>
          <a:bodyPr/>
          <a:lstStyle/>
          <a:p>
            <a:endParaRPr lang="en-US"/>
          </a:p>
        </p:txBody>
      </p:sp>
      <p:sp>
        <p:nvSpPr>
          <p:cNvPr id="12" name="Shape 8">
            <a:extLst>
              <a:ext uri="{FF2B5EF4-FFF2-40B4-BE49-F238E27FC236}">
                <a16:creationId xmlns:a16="http://schemas.microsoft.com/office/drawing/2014/main" id="{44F8AA12-B6B9-B273-A337-49FB497C5298}"/>
              </a:ext>
            </a:extLst>
          </p:cNvPr>
          <p:cNvSpPr/>
          <p:nvPr/>
        </p:nvSpPr>
        <p:spPr>
          <a:xfrm>
            <a:off x="1028700" y="1409700"/>
            <a:ext cx="73152" cy="5760720"/>
          </a:xfrm>
          <a:prstGeom prst="rect">
            <a:avLst/>
          </a:prstGeom>
          <a:solidFill>
            <a:srgbClr val="BE123C"/>
          </a:solidFill>
          <a:ln w="12700">
            <a:solidFill>
              <a:srgbClr val="BE123C"/>
            </a:solidFill>
            <a:prstDash val="solid"/>
          </a:ln>
        </p:spPr>
        <p:txBody>
          <a:bodyPr/>
          <a:lstStyle/>
          <a:p>
            <a:endParaRPr lang="en-US"/>
          </a:p>
        </p:txBody>
      </p:sp>
      <p:sp>
        <p:nvSpPr>
          <p:cNvPr id="13" name="Text 9">
            <a:extLst>
              <a:ext uri="{FF2B5EF4-FFF2-40B4-BE49-F238E27FC236}">
                <a16:creationId xmlns:a16="http://schemas.microsoft.com/office/drawing/2014/main" id="{0105DE67-88F8-CE48-59CA-7F78CB97D16E}"/>
              </a:ext>
            </a:extLst>
          </p:cNvPr>
          <p:cNvSpPr/>
          <p:nvPr/>
        </p:nvSpPr>
        <p:spPr>
          <a:xfrm>
            <a:off x="1193292" y="1556005"/>
            <a:ext cx="3381756" cy="232791"/>
          </a:xfrm>
          <a:prstGeom prst="rect">
            <a:avLst/>
          </a:prstGeom>
          <a:noFill/>
          <a:ln/>
        </p:spPr>
        <p:txBody>
          <a:bodyPr wrap="square" rtlCol="0" anchor="ctr"/>
          <a:lstStyle/>
          <a:p>
            <a:pPr marL="0" indent="0">
              <a:buNone/>
            </a:pPr>
            <a:r>
              <a:rPr lang="en-US" sz="2400" b="1" dirty="0">
                <a:solidFill>
                  <a:srgbClr val="0F172A"/>
                </a:solidFill>
              </a:rPr>
              <a:t>What the team now has</a:t>
            </a:r>
            <a:endParaRPr lang="en-US" sz="2400" dirty="0"/>
          </a:p>
        </p:txBody>
      </p:sp>
      <p:sp>
        <p:nvSpPr>
          <p:cNvPr id="14" name="Text 10">
            <a:extLst>
              <a:ext uri="{FF2B5EF4-FFF2-40B4-BE49-F238E27FC236}">
                <a16:creationId xmlns:a16="http://schemas.microsoft.com/office/drawing/2014/main" id="{EEE010FC-EB3D-E326-FED7-ACC9C968613F}"/>
              </a:ext>
            </a:extLst>
          </p:cNvPr>
          <p:cNvSpPr/>
          <p:nvPr/>
        </p:nvSpPr>
        <p:spPr>
          <a:xfrm>
            <a:off x="1193292" y="1848612"/>
            <a:ext cx="2651760" cy="3657761"/>
          </a:xfrm>
          <a:prstGeom prst="rect">
            <a:avLst/>
          </a:prstGeom>
          <a:noFill/>
          <a:ln/>
        </p:spPr>
        <p:txBody>
          <a:bodyPr wrap="square" rtlCol="0" anchor="t"/>
          <a:lstStyle/>
          <a:p>
            <a:pPr marL="285750" indent="-285750">
              <a:buFont typeface="Arial" panose="020B0604020202020204" pitchFamily="34" charset="0"/>
              <a:buChar char="•"/>
            </a:pPr>
            <a:r>
              <a:rPr lang="en-US" sz="1600" dirty="0">
                <a:solidFill>
                  <a:srgbClr val="475569"/>
                </a:solidFill>
              </a:rPr>
              <a:t>40+ reports</a:t>
            </a:r>
            <a:endParaRPr lang="en-US" sz="1600" dirty="0"/>
          </a:p>
          <a:p>
            <a:pPr marL="285750" indent="-285750">
              <a:buFont typeface="Arial" panose="020B0604020202020204" pitchFamily="34" charset="0"/>
              <a:buChar char="•"/>
            </a:pPr>
            <a:r>
              <a:rPr lang="en-US" sz="1600" dirty="0">
                <a:solidFill>
                  <a:srgbClr val="475569"/>
                </a:solidFill>
              </a:rPr>
              <a:t>Multiple duplicated semantic models</a:t>
            </a:r>
            <a:endParaRPr lang="en-US" sz="1600" dirty="0"/>
          </a:p>
          <a:p>
            <a:pPr marL="285750" indent="-285750">
              <a:buFont typeface="Arial" panose="020B0604020202020204" pitchFamily="34" charset="0"/>
              <a:buChar char="•"/>
            </a:pPr>
            <a:r>
              <a:rPr lang="en-US" sz="1600" dirty="0">
                <a:solidFill>
                  <a:srgbClr val="475569"/>
                </a:solidFill>
              </a:rPr>
              <a:t>Mixed Import, DirectQuery, and Direct Lake</a:t>
            </a:r>
            <a:endParaRPr lang="en-US" sz="1600" dirty="0"/>
          </a:p>
          <a:p>
            <a:pPr marL="285750" indent="-285750">
              <a:buFont typeface="Arial" panose="020B0604020202020204" pitchFamily="34" charset="0"/>
              <a:buChar char="•"/>
            </a:pPr>
            <a:r>
              <a:rPr lang="en-US" sz="1600" dirty="0">
                <a:solidFill>
                  <a:srgbClr val="475569"/>
                </a:solidFill>
              </a:rPr>
              <a:t>Different KPI definitions by team</a:t>
            </a:r>
            <a:endParaRPr lang="en-US" sz="1600" dirty="0"/>
          </a:p>
          <a:p>
            <a:pPr marL="285750" indent="-285750">
              <a:buFont typeface="Arial" panose="020B0604020202020204" pitchFamily="34" charset="0"/>
              <a:buChar char="•"/>
            </a:pPr>
            <a:r>
              <a:rPr lang="en-US" sz="1600" dirty="0">
                <a:solidFill>
                  <a:srgbClr val="475569"/>
                </a:solidFill>
              </a:rPr>
              <a:t>Rising capacity costs and slow pages</a:t>
            </a:r>
          </a:p>
          <a:p>
            <a:pPr marL="285750" indent="-285750">
              <a:buFont typeface="Arial" panose="020B0604020202020204" pitchFamily="34" charset="0"/>
              <a:buChar char="•"/>
            </a:pPr>
            <a:r>
              <a:rPr lang="en-US" sz="1600" dirty="0">
                <a:solidFill>
                  <a:srgbClr val="475569"/>
                </a:solidFill>
              </a:rPr>
              <a:t>1 workspace</a:t>
            </a:r>
          </a:p>
          <a:p>
            <a:pPr marL="285750" indent="-285750">
              <a:buFont typeface="Arial" panose="020B0604020202020204" pitchFamily="34" charset="0"/>
              <a:buChar char="•"/>
            </a:pPr>
            <a:r>
              <a:rPr lang="en-US" sz="1600" dirty="0">
                <a:solidFill>
                  <a:srgbClr val="475569"/>
                </a:solidFill>
              </a:rPr>
              <a:t>1 author publishing under their user account </a:t>
            </a:r>
          </a:p>
          <a:p>
            <a:pPr marL="285750" indent="-285750">
              <a:buFont typeface="Arial" panose="020B0604020202020204" pitchFamily="34" charset="0"/>
              <a:buChar char="•"/>
            </a:pPr>
            <a:r>
              <a:rPr lang="en-US" sz="1600" dirty="0">
                <a:solidFill>
                  <a:srgbClr val="475569"/>
                </a:solidFill>
              </a:rPr>
              <a:t>1 report per semantic model</a:t>
            </a:r>
          </a:p>
          <a:p>
            <a:pPr marL="285750" indent="-285750">
              <a:buFont typeface="Arial" panose="020B0604020202020204" pitchFamily="34" charset="0"/>
              <a:buChar char="•"/>
            </a:pPr>
            <a:r>
              <a:rPr lang="en-US" sz="1600" dirty="0">
                <a:solidFill>
                  <a:srgbClr val="475569"/>
                </a:solidFill>
              </a:rPr>
              <a:t>Sharing to individual users</a:t>
            </a:r>
          </a:p>
          <a:p>
            <a:pPr marL="285750" indent="-285750">
              <a:buFont typeface="Arial" panose="020B0604020202020204" pitchFamily="34" charset="0"/>
              <a:buChar char="•"/>
            </a:pPr>
            <a:r>
              <a:rPr lang="en-US" sz="1600" dirty="0">
                <a:solidFill>
                  <a:srgbClr val="475569"/>
                </a:solidFill>
              </a:rPr>
              <a:t>Some users have View access to workspace to be able to view all reports</a:t>
            </a:r>
          </a:p>
          <a:p>
            <a:pPr marL="285750" indent="-285750">
              <a:buFont typeface="Arial" panose="020B0604020202020204" pitchFamily="34" charset="0"/>
              <a:buChar char="•"/>
            </a:pPr>
            <a:r>
              <a:rPr lang="en-US" sz="1600" dirty="0">
                <a:solidFill>
                  <a:srgbClr val="475569"/>
                </a:solidFill>
              </a:rPr>
              <a:t>Long lead times for new reports</a:t>
            </a:r>
            <a:endParaRPr lang="en-US" sz="1600" dirty="0"/>
          </a:p>
        </p:txBody>
      </p:sp>
      <p:pic>
        <p:nvPicPr>
          <p:cNvPr id="21" name="Picture 20">
            <a:extLst>
              <a:ext uri="{FF2B5EF4-FFF2-40B4-BE49-F238E27FC236}">
                <a16:creationId xmlns:a16="http://schemas.microsoft.com/office/drawing/2014/main" id="{0DDAC8FC-399C-6EA0-8B08-D27B8885BDDE}"/>
              </a:ext>
            </a:extLst>
          </p:cNvPr>
          <p:cNvPicPr>
            <a:picLocks noChangeAspect="1"/>
          </p:cNvPicPr>
          <p:nvPr/>
        </p:nvPicPr>
        <p:blipFill>
          <a:blip r:embed="rId2"/>
          <a:stretch>
            <a:fillRect/>
          </a:stretch>
        </p:blipFill>
        <p:spPr>
          <a:xfrm>
            <a:off x="6090472" y="1409700"/>
            <a:ext cx="8114477" cy="7747951"/>
          </a:xfrm>
          <a:prstGeom prst="rect">
            <a:avLst/>
          </a:prstGeom>
        </p:spPr>
      </p:pic>
      <p:sp>
        <p:nvSpPr>
          <p:cNvPr id="22" name="TextBox 9">
            <a:extLst>
              <a:ext uri="{FF2B5EF4-FFF2-40B4-BE49-F238E27FC236}">
                <a16:creationId xmlns:a16="http://schemas.microsoft.com/office/drawing/2014/main" id="{5BE0D565-73E5-8CB9-70A4-D005E550320D}"/>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10</a:t>
            </a:fld>
            <a:endParaRPr lang="en-US" sz="2400" dirty="0">
              <a:solidFill>
                <a:srgbClr val="FFFFFF"/>
              </a:solidFill>
              <a:latin typeface="Outfit"/>
              <a:ea typeface="Outfit"/>
              <a:cs typeface="Outfit"/>
              <a:sym typeface="Outfit"/>
            </a:endParaRPr>
          </a:p>
        </p:txBody>
      </p:sp>
    </p:spTree>
    <p:extLst>
      <p:ext uri="{BB962C8B-B14F-4D97-AF65-F5344CB8AC3E}">
        <p14:creationId xmlns:p14="http://schemas.microsoft.com/office/powerpoint/2010/main" val="3164757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E63CFA3-9BC8-A2E9-365E-0C009355E8F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BDE3A85-AA59-A66C-2A9C-B6E42953A14A}"/>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33C3D839-C4F2-B4B4-55F4-FD5E9B6D7DD3}"/>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DED60FAB-8A30-CA19-FEFF-8A68DE69A558}"/>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7AF8E5A-498F-4DE2-1CA9-D16E680D4FB7}"/>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315F350D-ECBB-884B-78B0-740823BF6DC9}"/>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ACE8A39B-B78A-031E-FB75-C94426283A3F}"/>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EFA72D40-0A8D-FBF5-56B3-BA9F49F3CF99}"/>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25824DA8-3054-1FB8-DE1F-FC964769D57E}"/>
              </a:ext>
            </a:extLst>
          </p:cNvPr>
          <p:cNvSpPr txBox="1"/>
          <p:nvPr/>
        </p:nvSpPr>
        <p:spPr>
          <a:xfrm>
            <a:off x="1028700" y="426064"/>
            <a:ext cx="68199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Systems thinking: Reports vs. analytics systems</a:t>
            </a:r>
          </a:p>
        </p:txBody>
      </p:sp>
      <p:sp>
        <p:nvSpPr>
          <p:cNvPr id="11" name="Text 0">
            <a:extLst>
              <a:ext uri="{FF2B5EF4-FFF2-40B4-BE49-F238E27FC236}">
                <a16:creationId xmlns:a16="http://schemas.microsoft.com/office/drawing/2014/main" id="{AA350EE2-21FB-A508-4927-6B20D90A3CF8}"/>
              </a:ext>
            </a:extLst>
          </p:cNvPr>
          <p:cNvSpPr/>
          <p:nvPr/>
        </p:nvSpPr>
        <p:spPr>
          <a:xfrm>
            <a:off x="1056262" y="1562100"/>
            <a:ext cx="8046720" cy="41148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Hands-on diagnostic exercise</a:t>
            </a:r>
            <a:endParaRPr lang="en-US" sz="3600" dirty="0">
              <a:solidFill>
                <a:schemeClr val="bg1"/>
              </a:solidFill>
            </a:endParaRPr>
          </a:p>
        </p:txBody>
      </p:sp>
      <p:sp>
        <p:nvSpPr>
          <p:cNvPr id="12" name="Text 1">
            <a:extLst>
              <a:ext uri="{FF2B5EF4-FFF2-40B4-BE49-F238E27FC236}">
                <a16:creationId xmlns:a16="http://schemas.microsoft.com/office/drawing/2014/main" id="{A938D9F5-7572-3465-B989-3FE3834F9777}"/>
              </a:ext>
            </a:extLst>
          </p:cNvPr>
          <p:cNvSpPr/>
          <p:nvPr/>
        </p:nvSpPr>
        <p:spPr>
          <a:xfrm>
            <a:off x="1056262" y="2113788"/>
            <a:ext cx="13878938" cy="274320"/>
          </a:xfrm>
          <a:prstGeom prst="rect">
            <a:avLst/>
          </a:prstGeom>
          <a:noFill/>
          <a:ln/>
        </p:spPr>
        <p:txBody>
          <a:bodyPr wrap="square" rtlCol="0" anchor="ctr"/>
          <a:lstStyle/>
          <a:p>
            <a:pPr marL="0" indent="0">
              <a:buNone/>
            </a:pPr>
            <a:r>
              <a:rPr lang="en-US" sz="2800" dirty="0">
                <a:solidFill>
                  <a:schemeClr val="bg1"/>
                </a:solidFill>
              </a:rPr>
              <a:t>Use the broken architecture to drive a systems-level discussion, not a page-design critique.</a:t>
            </a:r>
          </a:p>
        </p:txBody>
      </p:sp>
      <p:sp>
        <p:nvSpPr>
          <p:cNvPr id="14" name="Shape 3">
            <a:extLst>
              <a:ext uri="{FF2B5EF4-FFF2-40B4-BE49-F238E27FC236}">
                <a16:creationId xmlns:a16="http://schemas.microsoft.com/office/drawing/2014/main" id="{763740BB-A362-FDF1-A465-FD9F4EE4BDB7}"/>
              </a:ext>
            </a:extLst>
          </p:cNvPr>
          <p:cNvSpPr/>
          <p:nvPr/>
        </p:nvSpPr>
        <p:spPr>
          <a:xfrm>
            <a:off x="1165990" y="2781300"/>
            <a:ext cx="3886200" cy="4526280"/>
          </a:xfrm>
          <a:prstGeom prst="roundRect">
            <a:avLst>
              <a:gd name="adj" fmla="val 1412"/>
            </a:avLst>
          </a:prstGeom>
          <a:solidFill>
            <a:srgbClr val="0F172A"/>
          </a:solidFill>
          <a:ln w="12700">
            <a:solidFill>
              <a:srgbClr val="0F172A"/>
            </a:solidFill>
            <a:prstDash val="solid"/>
          </a:ln>
        </p:spPr>
        <p:txBody>
          <a:bodyPr/>
          <a:lstStyle/>
          <a:p>
            <a:endParaRPr lang="en-US"/>
          </a:p>
        </p:txBody>
      </p:sp>
      <p:sp>
        <p:nvSpPr>
          <p:cNvPr id="15" name="Text 4">
            <a:extLst>
              <a:ext uri="{FF2B5EF4-FFF2-40B4-BE49-F238E27FC236}">
                <a16:creationId xmlns:a16="http://schemas.microsoft.com/office/drawing/2014/main" id="{660E7531-2421-43EF-8F74-E827AB72647D}"/>
              </a:ext>
            </a:extLst>
          </p:cNvPr>
          <p:cNvSpPr/>
          <p:nvPr/>
        </p:nvSpPr>
        <p:spPr>
          <a:xfrm>
            <a:off x="1378045" y="3055621"/>
            <a:ext cx="1639475" cy="182880"/>
          </a:xfrm>
          <a:prstGeom prst="rect">
            <a:avLst/>
          </a:prstGeom>
          <a:noFill/>
          <a:ln/>
        </p:spPr>
        <p:txBody>
          <a:bodyPr wrap="square" rtlCol="0" anchor="ctr"/>
          <a:lstStyle/>
          <a:p>
            <a:pPr marL="0" indent="0">
              <a:buNone/>
            </a:pPr>
            <a:r>
              <a:rPr lang="en-US" sz="2400" b="1" dirty="0">
                <a:solidFill>
                  <a:srgbClr val="FFFFFF"/>
                </a:solidFill>
              </a:rPr>
              <a:t>Prompt</a:t>
            </a:r>
            <a:endParaRPr lang="en-US" sz="2400" dirty="0"/>
          </a:p>
        </p:txBody>
      </p:sp>
      <p:sp>
        <p:nvSpPr>
          <p:cNvPr id="16" name="Text 5">
            <a:extLst>
              <a:ext uri="{FF2B5EF4-FFF2-40B4-BE49-F238E27FC236}">
                <a16:creationId xmlns:a16="http://schemas.microsoft.com/office/drawing/2014/main" id="{74A9E4DB-80F7-0DFC-9217-72BC845AD77C}"/>
              </a:ext>
            </a:extLst>
          </p:cNvPr>
          <p:cNvSpPr/>
          <p:nvPr/>
        </p:nvSpPr>
        <p:spPr>
          <a:xfrm>
            <a:off x="1422022" y="3576828"/>
            <a:ext cx="3630168" cy="2514600"/>
          </a:xfrm>
          <a:prstGeom prst="rect">
            <a:avLst/>
          </a:prstGeom>
          <a:noFill/>
          <a:ln/>
        </p:spPr>
        <p:txBody>
          <a:bodyPr wrap="square" lIns="0" tIns="0" rIns="0" bIns="0" rtlCol="0" anchor="ctr"/>
          <a:lstStyle/>
          <a:p>
            <a:pPr marL="0" indent="0">
              <a:buNone/>
            </a:pPr>
            <a:r>
              <a:rPr lang="en-US" dirty="0">
                <a:solidFill>
                  <a:srgbClr val="FFFFFF"/>
                </a:solidFill>
              </a:rPr>
              <a:t>The retailer says:</a:t>
            </a:r>
            <a:endParaRPr lang="en-US" dirty="0"/>
          </a:p>
          <a:p>
            <a:pPr marL="0" indent="0">
              <a:buNone/>
            </a:pPr>
            <a:r>
              <a:rPr lang="en-US" dirty="0">
                <a:solidFill>
                  <a:srgbClr val="FFFFFF"/>
                </a:solidFill>
              </a:rPr>
              <a:t>• Reports are slow</a:t>
            </a:r>
            <a:endParaRPr lang="en-US" dirty="0"/>
          </a:p>
          <a:p>
            <a:pPr marL="0" indent="0">
              <a:buNone/>
            </a:pPr>
            <a:r>
              <a:rPr lang="en-US" dirty="0">
                <a:solidFill>
                  <a:srgbClr val="FFFFFF"/>
                </a:solidFill>
              </a:rPr>
              <a:t>• KPIs do not match</a:t>
            </a:r>
            <a:endParaRPr lang="en-US" dirty="0"/>
          </a:p>
          <a:p>
            <a:pPr marL="0" indent="0">
              <a:buNone/>
            </a:pPr>
            <a:r>
              <a:rPr lang="en-US" dirty="0">
                <a:solidFill>
                  <a:srgbClr val="FFFFFF"/>
                </a:solidFill>
              </a:rPr>
              <a:t>• Fabric costs are rising</a:t>
            </a:r>
            <a:endParaRPr lang="en-US" dirty="0"/>
          </a:p>
          <a:p>
            <a:pPr marL="0" indent="0">
              <a:buNone/>
            </a:pPr>
            <a:r>
              <a:rPr lang="en-US" dirty="0">
                <a:solidFill>
                  <a:srgbClr val="FFFFFF"/>
                </a:solidFill>
              </a:rPr>
              <a:t>• Every new dashboard takes too long</a:t>
            </a:r>
            <a:endParaRPr lang="en-US" dirty="0"/>
          </a:p>
          <a:p>
            <a:pPr marL="0" indent="0">
              <a:buNone/>
            </a:pPr>
            <a:endParaRPr lang="en-US" dirty="0"/>
          </a:p>
          <a:p>
            <a:pPr marL="0" indent="0">
              <a:buNone/>
            </a:pPr>
            <a:r>
              <a:rPr lang="en-US" dirty="0">
                <a:solidFill>
                  <a:srgbClr val="FFFFFF"/>
                </a:solidFill>
              </a:rPr>
              <a:t>Diagnose the architecture and recommend a better system design.</a:t>
            </a:r>
            <a:endParaRPr lang="en-US" dirty="0"/>
          </a:p>
        </p:txBody>
      </p:sp>
      <p:sp>
        <p:nvSpPr>
          <p:cNvPr id="17" name="Shape 6">
            <a:extLst>
              <a:ext uri="{FF2B5EF4-FFF2-40B4-BE49-F238E27FC236}">
                <a16:creationId xmlns:a16="http://schemas.microsoft.com/office/drawing/2014/main" id="{DDF77FF1-1A1B-1CF0-AEC9-ACA4D7FED468}"/>
              </a:ext>
            </a:extLst>
          </p:cNvPr>
          <p:cNvSpPr/>
          <p:nvPr/>
        </p:nvSpPr>
        <p:spPr>
          <a:xfrm>
            <a:off x="1650622" y="6661404"/>
            <a:ext cx="2845178" cy="310896"/>
          </a:xfrm>
          <a:prstGeom prst="roundRect">
            <a:avLst>
              <a:gd name="adj" fmla="val 23529"/>
            </a:avLst>
          </a:prstGeom>
          <a:solidFill>
            <a:srgbClr val="DBEAFE"/>
          </a:solidFill>
          <a:ln w="12700">
            <a:solidFill>
              <a:srgbClr val="DBEAFE"/>
            </a:solidFill>
            <a:prstDash val="solid"/>
          </a:ln>
          <a:effectLst>
            <a:outerShdw blurRad="12700" dist="2540" dir="2700000" algn="bl" rotWithShape="0">
              <a:srgbClr val="000000">
                <a:alpha val="8000"/>
              </a:srgbClr>
            </a:outerShdw>
          </a:effectLst>
        </p:spPr>
        <p:txBody>
          <a:bodyPr/>
          <a:lstStyle/>
          <a:p>
            <a:endParaRPr lang="en-US"/>
          </a:p>
        </p:txBody>
      </p:sp>
      <p:sp>
        <p:nvSpPr>
          <p:cNvPr id="18" name="Text 7">
            <a:extLst>
              <a:ext uri="{FF2B5EF4-FFF2-40B4-BE49-F238E27FC236}">
                <a16:creationId xmlns:a16="http://schemas.microsoft.com/office/drawing/2014/main" id="{0417952C-ECBD-B8E4-9530-F6DAFEDD9109}"/>
              </a:ext>
            </a:extLst>
          </p:cNvPr>
          <p:cNvSpPr/>
          <p:nvPr/>
        </p:nvSpPr>
        <p:spPr>
          <a:xfrm>
            <a:off x="1742062" y="6729984"/>
            <a:ext cx="2753738" cy="156972"/>
          </a:xfrm>
          <a:prstGeom prst="rect">
            <a:avLst/>
          </a:prstGeom>
          <a:noFill/>
          <a:ln/>
        </p:spPr>
        <p:txBody>
          <a:bodyPr wrap="square" rtlCol="0" anchor="ctr"/>
          <a:lstStyle/>
          <a:p>
            <a:pPr marL="0" indent="0" algn="ctr">
              <a:buNone/>
            </a:pPr>
            <a:r>
              <a:rPr lang="en-US" sz="1600" b="1" dirty="0">
                <a:solidFill>
                  <a:srgbClr val="1D4ED8"/>
                </a:solidFill>
              </a:rPr>
              <a:t>Goal: Find the system failures</a:t>
            </a:r>
            <a:endParaRPr lang="en-US" sz="1600" dirty="0"/>
          </a:p>
        </p:txBody>
      </p:sp>
      <p:sp>
        <p:nvSpPr>
          <p:cNvPr id="19" name="Text 8">
            <a:extLst>
              <a:ext uri="{FF2B5EF4-FFF2-40B4-BE49-F238E27FC236}">
                <a16:creationId xmlns:a16="http://schemas.microsoft.com/office/drawing/2014/main" id="{3C5467C1-9F90-C45F-9DD5-61D9C29C3A71}"/>
              </a:ext>
            </a:extLst>
          </p:cNvPr>
          <p:cNvSpPr/>
          <p:nvPr/>
        </p:nvSpPr>
        <p:spPr>
          <a:xfrm>
            <a:off x="6126480" y="3009900"/>
            <a:ext cx="7741920" cy="277368"/>
          </a:xfrm>
          <a:prstGeom prst="rect">
            <a:avLst/>
          </a:prstGeom>
          <a:noFill/>
          <a:ln/>
        </p:spPr>
        <p:txBody>
          <a:bodyPr wrap="square" rtlCol="0" anchor="ctr"/>
          <a:lstStyle/>
          <a:p>
            <a:pPr marL="0" indent="0">
              <a:buNone/>
            </a:pPr>
            <a:r>
              <a:rPr lang="en-US" sz="2400" b="1" dirty="0">
                <a:solidFill>
                  <a:schemeClr val="bg1"/>
                </a:solidFill>
              </a:rPr>
              <a:t>Ask participants to determine the following</a:t>
            </a:r>
            <a:endParaRPr lang="en-US" sz="2400" dirty="0">
              <a:solidFill>
                <a:schemeClr val="bg1"/>
              </a:solidFill>
            </a:endParaRPr>
          </a:p>
        </p:txBody>
      </p:sp>
      <p:sp>
        <p:nvSpPr>
          <p:cNvPr id="20" name="Text 9">
            <a:extLst>
              <a:ext uri="{FF2B5EF4-FFF2-40B4-BE49-F238E27FC236}">
                <a16:creationId xmlns:a16="http://schemas.microsoft.com/office/drawing/2014/main" id="{8DC7DBCB-90C5-9926-6ED1-0FFD2272C7C1}"/>
              </a:ext>
            </a:extLst>
          </p:cNvPr>
          <p:cNvSpPr/>
          <p:nvPr/>
        </p:nvSpPr>
        <p:spPr>
          <a:xfrm>
            <a:off x="6126480" y="3424428"/>
            <a:ext cx="6217920" cy="3883152"/>
          </a:xfrm>
          <a:prstGeom prst="rect">
            <a:avLst/>
          </a:prstGeom>
          <a:noFill/>
          <a:ln/>
        </p:spPr>
        <p:txBody>
          <a:bodyPr wrap="square" rtlCol="0" anchor="t"/>
          <a:lstStyle/>
          <a:p>
            <a:pPr marL="228600" indent="-228600">
              <a:buSzPct val="100000"/>
              <a:buChar char="•"/>
            </a:pPr>
            <a:r>
              <a:rPr lang="en-US" sz="1800" dirty="0">
                <a:solidFill>
                  <a:schemeClr val="bg1"/>
                </a:solidFill>
                <a:latin typeface="Aptos" pitchFamily="34" charset="0"/>
                <a:ea typeface="Aptos" pitchFamily="34" charset="-122"/>
                <a:cs typeface="Aptos" pitchFamily="34" charset="-120"/>
              </a:rPr>
              <a:t>What belongs in the governed semantic model?</a:t>
            </a:r>
          </a:p>
          <a:p>
            <a:pPr marL="228600" indent="-228600">
              <a:buSzPct val="100000"/>
              <a:buChar char="•"/>
            </a:pPr>
            <a:endParaRPr lang="en-US" sz="1800" dirty="0">
              <a:solidFill>
                <a:schemeClr val="bg1"/>
              </a:solidFill>
            </a:endParaRPr>
          </a:p>
          <a:p>
            <a:pPr marL="228600" indent="-228600">
              <a:buSzPct val="100000"/>
              <a:buChar char="•"/>
            </a:pPr>
            <a:r>
              <a:rPr lang="en-US" sz="1800" dirty="0">
                <a:solidFill>
                  <a:schemeClr val="bg1"/>
                </a:solidFill>
                <a:latin typeface="Aptos" pitchFamily="34" charset="0"/>
                <a:ea typeface="Aptos" pitchFamily="34" charset="-122"/>
                <a:cs typeface="Aptos" pitchFamily="34" charset="-120"/>
              </a:rPr>
              <a:t>Which workloads should be split apart?</a:t>
            </a:r>
          </a:p>
          <a:p>
            <a:pPr marL="228600" indent="-228600">
              <a:buSzPct val="100000"/>
              <a:buChar char="•"/>
            </a:pPr>
            <a:endParaRPr lang="en-US" sz="1800" dirty="0">
              <a:solidFill>
                <a:schemeClr val="bg1"/>
              </a:solidFill>
            </a:endParaRPr>
          </a:p>
          <a:p>
            <a:pPr marL="228600" indent="-228600">
              <a:buSzPct val="100000"/>
              <a:buChar char="•"/>
            </a:pPr>
            <a:r>
              <a:rPr lang="en-US" sz="1800" dirty="0">
                <a:solidFill>
                  <a:schemeClr val="bg1"/>
                </a:solidFill>
                <a:latin typeface="Aptos" pitchFamily="34" charset="0"/>
                <a:ea typeface="Aptos" pitchFamily="34" charset="-122"/>
                <a:cs typeface="Aptos" pitchFamily="34" charset="-120"/>
              </a:rPr>
              <a:t>Where do Import, DirectQuery, or Direct Lake actually make sense?</a:t>
            </a:r>
          </a:p>
          <a:p>
            <a:pPr marL="228600" indent="-228600">
              <a:buSzPct val="100000"/>
              <a:buChar char="•"/>
            </a:pPr>
            <a:endParaRPr lang="en-US" sz="1800" dirty="0">
              <a:solidFill>
                <a:schemeClr val="bg1"/>
              </a:solidFill>
            </a:endParaRPr>
          </a:p>
          <a:p>
            <a:pPr marL="228600" indent="-228600">
              <a:buSzPct val="100000"/>
              <a:buChar char="•"/>
            </a:pPr>
            <a:r>
              <a:rPr lang="en-US" sz="1800" dirty="0">
                <a:solidFill>
                  <a:schemeClr val="bg1"/>
                </a:solidFill>
                <a:latin typeface="Aptos" pitchFamily="34" charset="0"/>
                <a:ea typeface="Aptos" pitchFamily="34" charset="-122"/>
                <a:cs typeface="Aptos" pitchFamily="34" charset="-120"/>
              </a:rPr>
              <a:t>Which metric definitions need governance and ownership?</a:t>
            </a:r>
          </a:p>
          <a:p>
            <a:pPr marL="228600" indent="-228600">
              <a:buSzPct val="100000"/>
              <a:buChar char="•"/>
            </a:pPr>
            <a:endParaRPr lang="en-US" sz="1800" dirty="0">
              <a:solidFill>
                <a:schemeClr val="bg1"/>
              </a:solidFill>
            </a:endParaRPr>
          </a:p>
          <a:p>
            <a:pPr marL="228600" indent="-228600">
              <a:buSzPct val="100000"/>
              <a:buChar char="•"/>
            </a:pPr>
            <a:r>
              <a:rPr lang="en-US" sz="1800" dirty="0">
                <a:solidFill>
                  <a:schemeClr val="bg1"/>
                </a:solidFill>
                <a:latin typeface="Aptos" pitchFamily="34" charset="0"/>
                <a:ea typeface="Aptos" pitchFamily="34" charset="-122"/>
                <a:cs typeface="Aptos" pitchFamily="34" charset="-120"/>
              </a:rPr>
              <a:t>Which facts and dimensions must be conformed?</a:t>
            </a:r>
          </a:p>
          <a:p>
            <a:pPr marL="228600" indent="-228600">
              <a:buSzPct val="100000"/>
              <a:buChar char="•"/>
            </a:pPr>
            <a:endParaRPr lang="en-US" sz="1800" dirty="0">
              <a:solidFill>
                <a:schemeClr val="bg1"/>
              </a:solidFill>
            </a:endParaRPr>
          </a:p>
          <a:p>
            <a:pPr marL="228600" indent="-228600">
              <a:buSzPct val="100000"/>
              <a:buChar char="•"/>
            </a:pPr>
            <a:r>
              <a:rPr lang="en-US" sz="1800" dirty="0">
                <a:solidFill>
                  <a:schemeClr val="bg1"/>
                </a:solidFill>
                <a:latin typeface="Aptos" pitchFamily="34" charset="0"/>
                <a:ea typeface="Aptos" pitchFamily="34" charset="-122"/>
                <a:cs typeface="Aptos" pitchFamily="34" charset="-120"/>
              </a:rPr>
              <a:t>Which problems are technical vs organizational?</a:t>
            </a:r>
            <a:endParaRPr lang="en-US" sz="1800" dirty="0">
              <a:solidFill>
                <a:schemeClr val="bg1"/>
              </a:solidFill>
            </a:endParaRPr>
          </a:p>
        </p:txBody>
      </p:sp>
      <p:sp>
        <p:nvSpPr>
          <p:cNvPr id="24" name="TextBox 9">
            <a:extLst>
              <a:ext uri="{FF2B5EF4-FFF2-40B4-BE49-F238E27FC236}">
                <a16:creationId xmlns:a16="http://schemas.microsoft.com/office/drawing/2014/main" id="{022CB06D-8D48-E597-ADA3-831EF88056A3}"/>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11</a:t>
            </a:fld>
            <a:endParaRPr lang="en-US" sz="2400" dirty="0">
              <a:solidFill>
                <a:srgbClr val="FFFFFF"/>
              </a:solidFill>
              <a:latin typeface="Outfit"/>
              <a:ea typeface="Outfit"/>
              <a:cs typeface="Outfit"/>
              <a:sym typeface="Outfit"/>
            </a:endParaRPr>
          </a:p>
        </p:txBody>
      </p:sp>
    </p:spTree>
    <p:extLst>
      <p:ext uri="{BB962C8B-B14F-4D97-AF65-F5344CB8AC3E}">
        <p14:creationId xmlns:p14="http://schemas.microsoft.com/office/powerpoint/2010/main" val="1024157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590D9C0-2F03-794C-FBBC-4AD4632ECF6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D26C1BD-777F-7294-D5CF-5DBACC5CCD51}"/>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986C38E4-8BAA-0629-0F56-7C2B334FB6D3}"/>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A508AF67-E17E-86CE-8F22-2B96848230E0}"/>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783A7A09-D7EE-1039-C69D-5B4CF99219AC}"/>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4DB5D7B1-FB56-9E37-20DB-CC4DECFD0D9F}"/>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9385E999-3034-4ADA-5A05-357FC29C2463}"/>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90FD6333-FB5A-2200-C017-D61F7596259A}"/>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6AD41210-96BB-346B-DF3D-FF6B63BC46A3}"/>
              </a:ext>
            </a:extLst>
          </p:cNvPr>
          <p:cNvSpPr txBox="1"/>
          <p:nvPr/>
        </p:nvSpPr>
        <p:spPr>
          <a:xfrm>
            <a:off x="1028700" y="426064"/>
            <a:ext cx="68199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Systems thinking: Reports vs. analytics systems</a:t>
            </a:r>
          </a:p>
        </p:txBody>
      </p:sp>
      <p:sp>
        <p:nvSpPr>
          <p:cNvPr id="11" name="Text 0">
            <a:extLst>
              <a:ext uri="{FF2B5EF4-FFF2-40B4-BE49-F238E27FC236}">
                <a16:creationId xmlns:a16="http://schemas.microsoft.com/office/drawing/2014/main" id="{E7C8133E-EEAF-E60F-5F27-88BE2AC7D15E}"/>
              </a:ext>
            </a:extLst>
          </p:cNvPr>
          <p:cNvSpPr/>
          <p:nvPr/>
        </p:nvSpPr>
        <p:spPr>
          <a:xfrm>
            <a:off x="1028700" y="1529906"/>
            <a:ext cx="11620500" cy="41148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Systemic failures participants should identify</a:t>
            </a:r>
            <a:endParaRPr lang="en-US" sz="3600" dirty="0">
              <a:solidFill>
                <a:schemeClr val="bg1"/>
              </a:solidFill>
            </a:endParaRPr>
          </a:p>
        </p:txBody>
      </p:sp>
      <p:sp>
        <p:nvSpPr>
          <p:cNvPr id="12" name="Text 1">
            <a:extLst>
              <a:ext uri="{FF2B5EF4-FFF2-40B4-BE49-F238E27FC236}">
                <a16:creationId xmlns:a16="http://schemas.microsoft.com/office/drawing/2014/main" id="{D4FFB083-B7DB-1DE2-B246-B7CC1A981538}"/>
              </a:ext>
            </a:extLst>
          </p:cNvPr>
          <p:cNvSpPr/>
          <p:nvPr/>
        </p:nvSpPr>
        <p:spPr>
          <a:xfrm>
            <a:off x="1028700" y="2049780"/>
            <a:ext cx="10789920" cy="274320"/>
          </a:xfrm>
          <a:prstGeom prst="rect">
            <a:avLst/>
          </a:prstGeom>
          <a:noFill/>
          <a:ln/>
        </p:spPr>
        <p:txBody>
          <a:bodyPr wrap="square" rtlCol="0" anchor="ctr"/>
          <a:lstStyle/>
          <a:p>
            <a:pPr marL="0" indent="0">
              <a:buNone/>
            </a:pPr>
            <a:r>
              <a:rPr lang="en-US" sz="2800" dirty="0">
                <a:solidFill>
                  <a:schemeClr val="bg1"/>
                </a:solidFill>
              </a:rPr>
              <a:t>Each symptom maps back to a design failure, not just a bad report page.</a:t>
            </a:r>
          </a:p>
        </p:txBody>
      </p:sp>
      <p:sp>
        <p:nvSpPr>
          <p:cNvPr id="14" name="Shape 3">
            <a:extLst>
              <a:ext uri="{FF2B5EF4-FFF2-40B4-BE49-F238E27FC236}">
                <a16:creationId xmlns:a16="http://schemas.microsoft.com/office/drawing/2014/main" id="{948DEE90-5261-EFB7-547B-171A234E1954}"/>
              </a:ext>
            </a:extLst>
          </p:cNvPr>
          <p:cNvSpPr/>
          <p:nvPr/>
        </p:nvSpPr>
        <p:spPr>
          <a:xfrm>
            <a:off x="1138427" y="2627186"/>
            <a:ext cx="7295715" cy="1554480"/>
          </a:xfrm>
          <a:prstGeom prst="roundRect">
            <a:avLst>
              <a:gd name="adj" fmla="val 4878"/>
            </a:avLst>
          </a:prstGeom>
          <a:solidFill>
            <a:srgbClr val="FFFFFF"/>
          </a:solidFill>
          <a:ln w="12700">
            <a:solidFill>
              <a:srgbClr val="CBD5E1"/>
            </a:solidFill>
            <a:prstDash val="solid"/>
          </a:ln>
          <a:effectLst>
            <a:outerShdw blurRad="12700" dist="2032" dir="2700000" algn="bl" rotWithShape="0">
              <a:srgbClr val="000000">
                <a:alpha val="8000"/>
              </a:srgbClr>
            </a:outerShdw>
          </a:effectLst>
        </p:spPr>
        <p:txBody>
          <a:bodyPr/>
          <a:lstStyle/>
          <a:p>
            <a:endParaRPr lang="en-US"/>
          </a:p>
        </p:txBody>
      </p:sp>
      <p:sp>
        <p:nvSpPr>
          <p:cNvPr id="15" name="Shape 4">
            <a:extLst>
              <a:ext uri="{FF2B5EF4-FFF2-40B4-BE49-F238E27FC236}">
                <a16:creationId xmlns:a16="http://schemas.microsoft.com/office/drawing/2014/main" id="{FBD7DA87-9046-7898-947D-680872037FB4}"/>
              </a:ext>
            </a:extLst>
          </p:cNvPr>
          <p:cNvSpPr/>
          <p:nvPr/>
        </p:nvSpPr>
        <p:spPr>
          <a:xfrm>
            <a:off x="1138428" y="2627186"/>
            <a:ext cx="125356" cy="1554480"/>
          </a:xfrm>
          <a:prstGeom prst="rect">
            <a:avLst/>
          </a:prstGeom>
          <a:solidFill>
            <a:srgbClr val="BE123C"/>
          </a:solidFill>
          <a:ln w="12700">
            <a:solidFill>
              <a:srgbClr val="BE123C"/>
            </a:solidFill>
            <a:prstDash val="solid"/>
          </a:ln>
        </p:spPr>
        <p:txBody>
          <a:bodyPr/>
          <a:lstStyle/>
          <a:p>
            <a:endParaRPr lang="en-US"/>
          </a:p>
        </p:txBody>
      </p:sp>
      <p:sp>
        <p:nvSpPr>
          <p:cNvPr id="16" name="Text 5">
            <a:extLst>
              <a:ext uri="{FF2B5EF4-FFF2-40B4-BE49-F238E27FC236}">
                <a16:creationId xmlns:a16="http://schemas.microsoft.com/office/drawing/2014/main" id="{58C0F2C9-2892-5A4B-2EB9-36E7C3FFA477}"/>
              </a:ext>
            </a:extLst>
          </p:cNvPr>
          <p:cNvSpPr/>
          <p:nvPr/>
        </p:nvSpPr>
        <p:spPr>
          <a:xfrm>
            <a:off x="1303020" y="2736914"/>
            <a:ext cx="2945864" cy="976122"/>
          </a:xfrm>
          <a:prstGeom prst="rect">
            <a:avLst/>
          </a:prstGeom>
          <a:noFill/>
          <a:ln/>
        </p:spPr>
        <p:txBody>
          <a:bodyPr wrap="square" rtlCol="0" anchor="ctr"/>
          <a:lstStyle/>
          <a:p>
            <a:pPr marL="0" indent="0">
              <a:buNone/>
            </a:pPr>
            <a:r>
              <a:rPr lang="en-US" sz="2400" b="1" dirty="0">
                <a:solidFill>
                  <a:srgbClr val="0F172A"/>
                </a:solidFill>
              </a:rPr>
              <a:t>Decentralized KPI logic</a:t>
            </a:r>
            <a:endParaRPr lang="en-US" sz="2400" dirty="0"/>
          </a:p>
        </p:txBody>
      </p:sp>
      <p:sp>
        <p:nvSpPr>
          <p:cNvPr id="17" name="Text 6">
            <a:extLst>
              <a:ext uri="{FF2B5EF4-FFF2-40B4-BE49-F238E27FC236}">
                <a16:creationId xmlns:a16="http://schemas.microsoft.com/office/drawing/2014/main" id="{EA3AF8BC-F4B5-3DA1-0FFB-765C3E641CBB}"/>
              </a:ext>
            </a:extLst>
          </p:cNvPr>
          <p:cNvSpPr/>
          <p:nvPr/>
        </p:nvSpPr>
        <p:spPr>
          <a:xfrm>
            <a:off x="4472696" y="2727769"/>
            <a:ext cx="2877001" cy="1273491"/>
          </a:xfrm>
          <a:prstGeom prst="rect">
            <a:avLst/>
          </a:prstGeom>
          <a:noFill/>
          <a:ln/>
        </p:spPr>
        <p:txBody>
          <a:bodyPr wrap="square" lIns="0" tIns="0" rIns="0" bIns="0" rtlCol="0" anchor="ctr"/>
          <a:lstStyle/>
          <a:p>
            <a:pPr marL="0" indent="0">
              <a:buNone/>
            </a:pPr>
            <a:r>
              <a:rPr lang="en-US" dirty="0">
                <a:solidFill>
                  <a:srgbClr val="475569"/>
                </a:solidFill>
              </a:rPr>
              <a:t>“Net Sales” and margin definitions vary by report and team.</a:t>
            </a:r>
            <a:endParaRPr lang="en-US" dirty="0"/>
          </a:p>
        </p:txBody>
      </p:sp>
      <p:sp>
        <p:nvSpPr>
          <p:cNvPr id="18" name="Shape 7">
            <a:extLst>
              <a:ext uri="{FF2B5EF4-FFF2-40B4-BE49-F238E27FC236}">
                <a16:creationId xmlns:a16="http://schemas.microsoft.com/office/drawing/2014/main" id="{5F28D266-5EC5-0403-1793-141316C26D02}"/>
              </a:ext>
            </a:extLst>
          </p:cNvPr>
          <p:cNvSpPr/>
          <p:nvPr/>
        </p:nvSpPr>
        <p:spPr>
          <a:xfrm>
            <a:off x="1138428" y="4305300"/>
            <a:ext cx="7315200" cy="1554480"/>
          </a:xfrm>
          <a:prstGeom prst="roundRect">
            <a:avLst>
              <a:gd name="adj" fmla="val 4878"/>
            </a:avLst>
          </a:prstGeom>
          <a:solidFill>
            <a:srgbClr val="FFFFFF"/>
          </a:solidFill>
          <a:ln w="12700">
            <a:solidFill>
              <a:srgbClr val="CBD5E1"/>
            </a:solidFill>
            <a:prstDash val="solid"/>
          </a:ln>
          <a:effectLst>
            <a:outerShdw blurRad="12700" dist="2032" dir="2700000" algn="bl" rotWithShape="0">
              <a:srgbClr val="000000">
                <a:alpha val="8000"/>
              </a:srgbClr>
            </a:outerShdw>
          </a:effectLst>
        </p:spPr>
        <p:txBody>
          <a:bodyPr/>
          <a:lstStyle/>
          <a:p>
            <a:endParaRPr lang="en-US"/>
          </a:p>
        </p:txBody>
      </p:sp>
      <p:sp>
        <p:nvSpPr>
          <p:cNvPr id="19" name="Shape 8">
            <a:extLst>
              <a:ext uri="{FF2B5EF4-FFF2-40B4-BE49-F238E27FC236}">
                <a16:creationId xmlns:a16="http://schemas.microsoft.com/office/drawing/2014/main" id="{3A473C3E-DF0F-1762-F3F0-23DC558BE632}"/>
              </a:ext>
            </a:extLst>
          </p:cNvPr>
          <p:cNvSpPr/>
          <p:nvPr/>
        </p:nvSpPr>
        <p:spPr>
          <a:xfrm>
            <a:off x="1138427" y="4305300"/>
            <a:ext cx="125691" cy="1554480"/>
          </a:xfrm>
          <a:prstGeom prst="rect">
            <a:avLst/>
          </a:prstGeom>
          <a:solidFill>
            <a:srgbClr val="2563EB"/>
          </a:solidFill>
          <a:ln w="12700">
            <a:solidFill>
              <a:srgbClr val="2563EB"/>
            </a:solidFill>
            <a:prstDash val="solid"/>
          </a:ln>
        </p:spPr>
        <p:txBody>
          <a:bodyPr/>
          <a:lstStyle/>
          <a:p>
            <a:endParaRPr lang="en-US"/>
          </a:p>
        </p:txBody>
      </p:sp>
      <p:sp>
        <p:nvSpPr>
          <p:cNvPr id="20" name="Text 9">
            <a:extLst>
              <a:ext uri="{FF2B5EF4-FFF2-40B4-BE49-F238E27FC236}">
                <a16:creationId xmlns:a16="http://schemas.microsoft.com/office/drawing/2014/main" id="{C0178917-3563-D8A1-311E-4C0A2241D0A7}"/>
              </a:ext>
            </a:extLst>
          </p:cNvPr>
          <p:cNvSpPr/>
          <p:nvPr/>
        </p:nvSpPr>
        <p:spPr>
          <a:xfrm>
            <a:off x="1303020" y="4415028"/>
            <a:ext cx="2953732" cy="1261872"/>
          </a:xfrm>
          <a:prstGeom prst="rect">
            <a:avLst/>
          </a:prstGeom>
          <a:noFill/>
          <a:ln/>
        </p:spPr>
        <p:txBody>
          <a:bodyPr wrap="square" rtlCol="0" anchor="ctr"/>
          <a:lstStyle/>
          <a:p>
            <a:pPr marL="0" indent="0">
              <a:buNone/>
            </a:pPr>
            <a:r>
              <a:rPr lang="en-US" sz="2400" b="1" dirty="0">
                <a:solidFill>
                  <a:srgbClr val="0F172A"/>
                </a:solidFill>
              </a:rPr>
              <a:t>Semantic model treated as a byproduct</a:t>
            </a:r>
            <a:endParaRPr lang="en-US" sz="2400" dirty="0"/>
          </a:p>
        </p:txBody>
      </p:sp>
      <p:sp>
        <p:nvSpPr>
          <p:cNvPr id="21" name="Text 10">
            <a:extLst>
              <a:ext uri="{FF2B5EF4-FFF2-40B4-BE49-F238E27FC236}">
                <a16:creationId xmlns:a16="http://schemas.microsoft.com/office/drawing/2014/main" id="{A5E596CF-EE7B-8C61-38F2-3EB234D60CC9}"/>
              </a:ext>
            </a:extLst>
          </p:cNvPr>
          <p:cNvSpPr/>
          <p:nvPr/>
        </p:nvSpPr>
        <p:spPr>
          <a:xfrm>
            <a:off x="4472696" y="4405884"/>
            <a:ext cx="2887046" cy="1026014"/>
          </a:xfrm>
          <a:prstGeom prst="rect">
            <a:avLst/>
          </a:prstGeom>
          <a:noFill/>
          <a:ln/>
        </p:spPr>
        <p:txBody>
          <a:bodyPr wrap="square" lIns="0" tIns="0" rIns="0" bIns="0" rtlCol="0" anchor="ctr"/>
          <a:lstStyle/>
          <a:p>
            <a:pPr marL="0" indent="0">
              <a:buNone/>
            </a:pPr>
            <a:r>
              <a:rPr lang="en-US" dirty="0">
                <a:solidFill>
                  <a:srgbClr val="475569"/>
                </a:solidFill>
              </a:rPr>
              <a:t>Visuals were prioritized; the reusable metric layer was not.</a:t>
            </a:r>
            <a:endParaRPr lang="en-US" dirty="0"/>
          </a:p>
        </p:txBody>
      </p:sp>
      <p:sp>
        <p:nvSpPr>
          <p:cNvPr id="22" name="Shape 11">
            <a:extLst>
              <a:ext uri="{FF2B5EF4-FFF2-40B4-BE49-F238E27FC236}">
                <a16:creationId xmlns:a16="http://schemas.microsoft.com/office/drawing/2014/main" id="{4ABF8304-B280-5353-06AC-B30891DFEBC4}"/>
              </a:ext>
            </a:extLst>
          </p:cNvPr>
          <p:cNvSpPr/>
          <p:nvPr/>
        </p:nvSpPr>
        <p:spPr>
          <a:xfrm>
            <a:off x="1138428" y="5951220"/>
            <a:ext cx="7315200" cy="1554480"/>
          </a:xfrm>
          <a:prstGeom prst="roundRect">
            <a:avLst>
              <a:gd name="adj" fmla="val 4878"/>
            </a:avLst>
          </a:prstGeom>
          <a:solidFill>
            <a:srgbClr val="FFFFFF"/>
          </a:solidFill>
          <a:ln w="12700">
            <a:solidFill>
              <a:srgbClr val="CBD5E1"/>
            </a:solidFill>
            <a:prstDash val="solid"/>
          </a:ln>
          <a:effectLst>
            <a:outerShdw blurRad="12700" dist="2032" dir="2700000" algn="bl" rotWithShape="0">
              <a:srgbClr val="000000">
                <a:alpha val="8000"/>
              </a:srgbClr>
            </a:outerShdw>
          </a:effectLst>
        </p:spPr>
        <p:txBody>
          <a:bodyPr/>
          <a:lstStyle/>
          <a:p>
            <a:endParaRPr lang="en-US"/>
          </a:p>
        </p:txBody>
      </p:sp>
      <p:sp>
        <p:nvSpPr>
          <p:cNvPr id="23" name="Shape 12">
            <a:extLst>
              <a:ext uri="{FF2B5EF4-FFF2-40B4-BE49-F238E27FC236}">
                <a16:creationId xmlns:a16="http://schemas.microsoft.com/office/drawing/2014/main" id="{F16EB7EA-90C1-D49D-118E-1FFFF105325A}"/>
              </a:ext>
            </a:extLst>
          </p:cNvPr>
          <p:cNvSpPr/>
          <p:nvPr/>
        </p:nvSpPr>
        <p:spPr>
          <a:xfrm>
            <a:off x="1138427" y="5951220"/>
            <a:ext cx="125691" cy="1554480"/>
          </a:xfrm>
          <a:prstGeom prst="rect">
            <a:avLst/>
          </a:prstGeom>
          <a:solidFill>
            <a:srgbClr val="0F766E"/>
          </a:solidFill>
          <a:ln w="12700">
            <a:solidFill>
              <a:srgbClr val="0F766E"/>
            </a:solidFill>
            <a:prstDash val="solid"/>
          </a:ln>
        </p:spPr>
        <p:txBody>
          <a:bodyPr/>
          <a:lstStyle/>
          <a:p>
            <a:endParaRPr lang="en-US"/>
          </a:p>
        </p:txBody>
      </p:sp>
      <p:sp>
        <p:nvSpPr>
          <p:cNvPr id="24" name="Text 13">
            <a:extLst>
              <a:ext uri="{FF2B5EF4-FFF2-40B4-BE49-F238E27FC236}">
                <a16:creationId xmlns:a16="http://schemas.microsoft.com/office/drawing/2014/main" id="{A7A465EC-9394-6945-598F-4DD69C25AED1}"/>
              </a:ext>
            </a:extLst>
          </p:cNvPr>
          <p:cNvSpPr/>
          <p:nvPr/>
        </p:nvSpPr>
        <p:spPr>
          <a:xfrm>
            <a:off x="1303020" y="6060948"/>
            <a:ext cx="2953732" cy="1245680"/>
          </a:xfrm>
          <a:prstGeom prst="rect">
            <a:avLst/>
          </a:prstGeom>
          <a:noFill/>
          <a:ln/>
        </p:spPr>
        <p:txBody>
          <a:bodyPr wrap="square" rtlCol="0" anchor="ctr"/>
          <a:lstStyle/>
          <a:p>
            <a:pPr marL="0" indent="0">
              <a:buNone/>
            </a:pPr>
            <a:r>
              <a:rPr lang="en-US" sz="2400" b="1" dirty="0">
                <a:solidFill>
                  <a:srgbClr val="0F172A"/>
                </a:solidFill>
              </a:rPr>
              <a:t>Storage modes chosen without workload design</a:t>
            </a:r>
            <a:endParaRPr lang="en-US" sz="2400" dirty="0"/>
          </a:p>
        </p:txBody>
      </p:sp>
      <p:sp>
        <p:nvSpPr>
          <p:cNvPr id="25" name="Text 14">
            <a:extLst>
              <a:ext uri="{FF2B5EF4-FFF2-40B4-BE49-F238E27FC236}">
                <a16:creationId xmlns:a16="http://schemas.microsoft.com/office/drawing/2014/main" id="{E7718285-14E3-D136-6313-1162E8A9259A}"/>
              </a:ext>
            </a:extLst>
          </p:cNvPr>
          <p:cNvSpPr/>
          <p:nvPr/>
        </p:nvSpPr>
        <p:spPr>
          <a:xfrm>
            <a:off x="4472696" y="6051804"/>
            <a:ext cx="2887045" cy="1026014"/>
          </a:xfrm>
          <a:prstGeom prst="rect">
            <a:avLst/>
          </a:prstGeom>
          <a:noFill/>
          <a:ln/>
        </p:spPr>
        <p:txBody>
          <a:bodyPr wrap="square" lIns="0" tIns="0" rIns="0" bIns="0" rtlCol="0" anchor="ctr"/>
          <a:lstStyle/>
          <a:p>
            <a:pPr marL="0" indent="0">
              <a:buNone/>
            </a:pPr>
            <a:r>
              <a:rPr lang="en-US" dirty="0">
                <a:solidFill>
                  <a:srgbClr val="475569"/>
                </a:solidFill>
              </a:rPr>
              <a:t>DirectQuery is used because data is “big,” not because latency demands it.</a:t>
            </a:r>
            <a:endParaRPr lang="en-US" dirty="0"/>
          </a:p>
        </p:txBody>
      </p:sp>
      <p:sp>
        <p:nvSpPr>
          <p:cNvPr id="26" name="Shape 15">
            <a:extLst>
              <a:ext uri="{FF2B5EF4-FFF2-40B4-BE49-F238E27FC236}">
                <a16:creationId xmlns:a16="http://schemas.microsoft.com/office/drawing/2014/main" id="{9752B313-0E8F-7724-9ABA-B248A29F01CC}"/>
              </a:ext>
            </a:extLst>
          </p:cNvPr>
          <p:cNvSpPr/>
          <p:nvPr/>
        </p:nvSpPr>
        <p:spPr>
          <a:xfrm>
            <a:off x="1138428" y="7615429"/>
            <a:ext cx="7315200" cy="1554480"/>
          </a:xfrm>
          <a:prstGeom prst="roundRect">
            <a:avLst>
              <a:gd name="adj" fmla="val 4878"/>
            </a:avLst>
          </a:prstGeom>
          <a:solidFill>
            <a:srgbClr val="FFFFFF"/>
          </a:solidFill>
          <a:ln w="12700">
            <a:solidFill>
              <a:srgbClr val="CBD5E1"/>
            </a:solidFill>
            <a:prstDash val="solid"/>
          </a:ln>
          <a:effectLst>
            <a:outerShdw blurRad="12700" dist="2032" dir="2700000" algn="bl" rotWithShape="0">
              <a:srgbClr val="000000">
                <a:alpha val="8000"/>
              </a:srgbClr>
            </a:outerShdw>
          </a:effectLst>
        </p:spPr>
        <p:txBody>
          <a:bodyPr/>
          <a:lstStyle/>
          <a:p>
            <a:endParaRPr lang="en-US"/>
          </a:p>
        </p:txBody>
      </p:sp>
      <p:sp>
        <p:nvSpPr>
          <p:cNvPr id="27" name="Shape 16">
            <a:extLst>
              <a:ext uri="{FF2B5EF4-FFF2-40B4-BE49-F238E27FC236}">
                <a16:creationId xmlns:a16="http://schemas.microsoft.com/office/drawing/2014/main" id="{B927754C-C696-D5FC-8679-1D0C401CDB6B}"/>
              </a:ext>
            </a:extLst>
          </p:cNvPr>
          <p:cNvSpPr/>
          <p:nvPr/>
        </p:nvSpPr>
        <p:spPr>
          <a:xfrm>
            <a:off x="1138428" y="7615429"/>
            <a:ext cx="91440" cy="1554480"/>
          </a:xfrm>
          <a:prstGeom prst="rect">
            <a:avLst/>
          </a:prstGeom>
          <a:solidFill>
            <a:srgbClr val="D97706"/>
          </a:solidFill>
          <a:ln w="12700">
            <a:solidFill>
              <a:srgbClr val="D97706"/>
            </a:solidFill>
            <a:prstDash val="solid"/>
          </a:ln>
        </p:spPr>
        <p:txBody>
          <a:bodyPr/>
          <a:lstStyle/>
          <a:p>
            <a:endParaRPr lang="en-US"/>
          </a:p>
        </p:txBody>
      </p:sp>
      <p:sp>
        <p:nvSpPr>
          <p:cNvPr id="28" name="Text 17">
            <a:extLst>
              <a:ext uri="{FF2B5EF4-FFF2-40B4-BE49-F238E27FC236}">
                <a16:creationId xmlns:a16="http://schemas.microsoft.com/office/drawing/2014/main" id="{0072B8F7-08E7-F198-6D64-43FDF50A81BE}"/>
              </a:ext>
            </a:extLst>
          </p:cNvPr>
          <p:cNvSpPr/>
          <p:nvPr/>
        </p:nvSpPr>
        <p:spPr>
          <a:xfrm>
            <a:off x="1303019" y="7725157"/>
            <a:ext cx="2765817" cy="1204722"/>
          </a:xfrm>
          <a:prstGeom prst="rect">
            <a:avLst/>
          </a:prstGeom>
          <a:noFill/>
          <a:ln/>
        </p:spPr>
        <p:txBody>
          <a:bodyPr wrap="square" rtlCol="0" anchor="ctr"/>
          <a:lstStyle/>
          <a:p>
            <a:pPr marL="0" indent="0">
              <a:buNone/>
            </a:pPr>
            <a:r>
              <a:rPr lang="en-US" sz="2400" b="1" dirty="0">
                <a:solidFill>
                  <a:srgbClr val="0F172A"/>
                </a:solidFill>
              </a:rPr>
              <a:t>Mixed grains without explicit modeling</a:t>
            </a:r>
            <a:endParaRPr lang="en-US" sz="2400" dirty="0"/>
          </a:p>
        </p:txBody>
      </p:sp>
      <p:sp>
        <p:nvSpPr>
          <p:cNvPr id="29" name="Text 18">
            <a:extLst>
              <a:ext uri="{FF2B5EF4-FFF2-40B4-BE49-F238E27FC236}">
                <a16:creationId xmlns:a16="http://schemas.microsoft.com/office/drawing/2014/main" id="{5A1EDFD1-D659-F353-4D42-5B19BDAC30F1}"/>
              </a:ext>
            </a:extLst>
          </p:cNvPr>
          <p:cNvSpPr/>
          <p:nvPr/>
        </p:nvSpPr>
        <p:spPr>
          <a:xfrm>
            <a:off x="4472697" y="7737348"/>
            <a:ext cx="2743200" cy="1128522"/>
          </a:xfrm>
          <a:prstGeom prst="rect">
            <a:avLst/>
          </a:prstGeom>
          <a:noFill/>
          <a:ln/>
        </p:spPr>
        <p:txBody>
          <a:bodyPr wrap="square" lIns="0" tIns="0" rIns="0" bIns="0" rtlCol="0" anchor="ctr"/>
          <a:lstStyle/>
          <a:p>
            <a:pPr marL="0" indent="0">
              <a:buNone/>
            </a:pPr>
            <a:r>
              <a:rPr lang="en-US" dirty="0">
                <a:solidFill>
                  <a:srgbClr val="475569"/>
                </a:solidFill>
              </a:rPr>
              <a:t>Transactions, inventory snapshots, promos, and monthly budgets are combined awkwardly.</a:t>
            </a:r>
            <a:endParaRPr lang="en-US" dirty="0"/>
          </a:p>
        </p:txBody>
      </p:sp>
      <p:sp>
        <p:nvSpPr>
          <p:cNvPr id="30" name="Shape 19">
            <a:extLst>
              <a:ext uri="{FF2B5EF4-FFF2-40B4-BE49-F238E27FC236}">
                <a16:creationId xmlns:a16="http://schemas.microsoft.com/office/drawing/2014/main" id="{9A6CFDA8-177F-C95B-0FC9-DEFBE01D8780}"/>
              </a:ext>
            </a:extLst>
          </p:cNvPr>
          <p:cNvSpPr/>
          <p:nvPr/>
        </p:nvSpPr>
        <p:spPr>
          <a:xfrm>
            <a:off x="9067799" y="2627186"/>
            <a:ext cx="7295715" cy="1554480"/>
          </a:xfrm>
          <a:prstGeom prst="roundRect">
            <a:avLst>
              <a:gd name="adj" fmla="val 4878"/>
            </a:avLst>
          </a:prstGeom>
          <a:solidFill>
            <a:srgbClr val="FFFFFF"/>
          </a:solidFill>
          <a:ln w="12700">
            <a:solidFill>
              <a:srgbClr val="CBD5E1"/>
            </a:solidFill>
            <a:prstDash val="solid"/>
          </a:ln>
          <a:effectLst>
            <a:outerShdw blurRad="12700" dist="2032" dir="2700000" algn="bl" rotWithShape="0">
              <a:srgbClr val="000000">
                <a:alpha val="8000"/>
              </a:srgbClr>
            </a:outerShdw>
          </a:effectLst>
        </p:spPr>
        <p:txBody>
          <a:bodyPr/>
          <a:lstStyle/>
          <a:p>
            <a:endParaRPr lang="en-US"/>
          </a:p>
        </p:txBody>
      </p:sp>
      <p:sp>
        <p:nvSpPr>
          <p:cNvPr id="31" name="Shape 20">
            <a:extLst>
              <a:ext uri="{FF2B5EF4-FFF2-40B4-BE49-F238E27FC236}">
                <a16:creationId xmlns:a16="http://schemas.microsoft.com/office/drawing/2014/main" id="{6BA62BFB-4D9C-85B7-5BFA-20369D2399BA}"/>
              </a:ext>
            </a:extLst>
          </p:cNvPr>
          <p:cNvSpPr/>
          <p:nvPr/>
        </p:nvSpPr>
        <p:spPr>
          <a:xfrm>
            <a:off x="9067800" y="2627186"/>
            <a:ext cx="125356" cy="1554480"/>
          </a:xfrm>
          <a:prstGeom prst="rect">
            <a:avLst/>
          </a:prstGeom>
          <a:solidFill>
            <a:srgbClr val="7C3AED"/>
          </a:solidFill>
          <a:ln w="12700">
            <a:solidFill>
              <a:srgbClr val="7C3AED"/>
            </a:solidFill>
            <a:prstDash val="solid"/>
          </a:ln>
        </p:spPr>
        <p:txBody>
          <a:bodyPr/>
          <a:lstStyle/>
          <a:p>
            <a:endParaRPr lang="en-US"/>
          </a:p>
        </p:txBody>
      </p:sp>
      <p:sp>
        <p:nvSpPr>
          <p:cNvPr id="32" name="Text 21">
            <a:extLst>
              <a:ext uri="{FF2B5EF4-FFF2-40B4-BE49-F238E27FC236}">
                <a16:creationId xmlns:a16="http://schemas.microsoft.com/office/drawing/2014/main" id="{A2DC041D-01C3-8564-7022-1AC5E414B532}"/>
              </a:ext>
            </a:extLst>
          </p:cNvPr>
          <p:cNvSpPr/>
          <p:nvPr/>
        </p:nvSpPr>
        <p:spPr>
          <a:xfrm>
            <a:off x="9232392" y="2736914"/>
            <a:ext cx="2945864" cy="1166814"/>
          </a:xfrm>
          <a:prstGeom prst="rect">
            <a:avLst/>
          </a:prstGeom>
          <a:noFill/>
          <a:ln/>
        </p:spPr>
        <p:txBody>
          <a:bodyPr wrap="square" rtlCol="0" anchor="ctr"/>
          <a:lstStyle/>
          <a:p>
            <a:pPr marL="0" indent="0">
              <a:buNone/>
            </a:pPr>
            <a:r>
              <a:rPr lang="en-US" sz="2400" b="1" dirty="0">
                <a:solidFill>
                  <a:srgbClr val="0F172A"/>
                </a:solidFill>
              </a:rPr>
              <a:t>No conformed dimensions</a:t>
            </a:r>
            <a:endParaRPr lang="en-US" sz="2400" dirty="0"/>
          </a:p>
        </p:txBody>
      </p:sp>
      <p:sp>
        <p:nvSpPr>
          <p:cNvPr id="33" name="Text 22">
            <a:extLst>
              <a:ext uri="{FF2B5EF4-FFF2-40B4-BE49-F238E27FC236}">
                <a16:creationId xmlns:a16="http://schemas.microsoft.com/office/drawing/2014/main" id="{D4568FFA-2133-AEFC-3845-CB68C1CA71A0}"/>
              </a:ext>
            </a:extLst>
          </p:cNvPr>
          <p:cNvSpPr/>
          <p:nvPr/>
        </p:nvSpPr>
        <p:spPr>
          <a:xfrm>
            <a:off x="12039600" y="2727769"/>
            <a:ext cx="3239470" cy="1185101"/>
          </a:xfrm>
          <a:prstGeom prst="rect">
            <a:avLst/>
          </a:prstGeom>
          <a:noFill/>
          <a:ln/>
        </p:spPr>
        <p:txBody>
          <a:bodyPr wrap="square" lIns="0" tIns="0" rIns="0" bIns="0" rtlCol="0" anchor="ctr"/>
          <a:lstStyle/>
          <a:p>
            <a:pPr marL="0" indent="0">
              <a:buNone/>
            </a:pPr>
            <a:r>
              <a:rPr lang="en-US" dirty="0">
                <a:solidFill>
                  <a:srgbClr val="475569"/>
                </a:solidFill>
              </a:rPr>
              <a:t>Product, store, customer, date, and channel are inconsistent across models.</a:t>
            </a:r>
            <a:endParaRPr lang="en-US" dirty="0"/>
          </a:p>
        </p:txBody>
      </p:sp>
      <p:sp>
        <p:nvSpPr>
          <p:cNvPr id="34" name="Shape 23">
            <a:extLst>
              <a:ext uri="{FF2B5EF4-FFF2-40B4-BE49-F238E27FC236}">
                <a16:creationId xmlns:a16="http://schemas.microsoft.com/office/drawing/2014/main" id="{56038A0F-D7D4-091F-58B3-89212CB94109}"/>
              </a:ext>
            </a:extLst>
          </p:cNvPr>
          <p:cNvSpPr/>
          <p:nvPr/>
        </p:nvSpPr>
        <p:spPr>
          <a:xfrm>
            <a:off x="9067800" y="4305300"/>
            <a:ext cx="7315200" cy="1554480"/>
          </a:xfrm>
          <a:prstGeom prst="roundRect">
            <a:avLst>
              <a:gd name="adj" fmla="val 4878"/>
            </a:avLst>
          </a:prstGeom>
          <a:solidFill>
            <a:srgbClr val="FFFFFF"/>
          </a:solidFill>
          <a:ln w="12700">
            <a:solidFill>
              <a:srgbClr val="CBD5E1"/>
            </a:solidFill>
            <a:prstDash val="solid"/>
          </a:ln>
          <a:effectLst>
            <a:outerShdw blurRad="12700" dist="2032" dir="2700000" algn="bl" rotWithShape="0">
              <a:srgbClr val="000000">
                <a:alpha val="8000"/>
              </a:srgbClr>
            </a:outerShdw>
          </a:effectLst>
        </p:spPr>
        <p:txBody>
          <a:bodyPr/>
          <a:lstStyle/>
          <a:p>
            <a:endParaRPr lang="en-US"/>
          </a:p>
        </p:txBody>
      </p:sp>
      <p:sp>
        <p:nvSpPr>
          <p:cNvPr id="35" name="Shape 24">
            <a:extLst>
              <a:ext uri="{FF2B5EF4-FFF2-40B4-BE49-F238E27FC236}">
                <a16:creationId xmlns:a16="http://schemas.microsoft.com/office/drawing/2014/main" id="{3645DC00-452F-B381-5F0D-EF24A5357956}"/>
              </a:ext>
            </a:extLst>
          </p:cNvPr>
          <p:cNvSpPr/>
          <p:nvPr/>
        </p:nvSpPr>
        <p:spPr>
          <a:xfrm>
            <a:off x="9067799" y="4305300"/>
            <a:ext cx="125691" cy="1554480"/>
          </a:xfrm>
          <a:prstGeom prst="rect">
            <a:avLst/>
          </a:prstGeom>
          <a:solidFill>
            <a:srgbClr val="0F766E"/>
          </a:solidFill>
          <a:ln w="12700">
            <a:solidFill>
              <a:srgbClr val="0F766E"/>
            </a:solidFill>
            <a:prstDash val="solid"/>
          </a:ln>
        </p:spPr>
        <p:txBody>
          <a:bodyPr/>
          <a:lstStyle/>
          <a:p>
            <a:endParaRPr lang="en-US"/>
          </a:p>
        </p:txBody>
      </p:sp>
      <p:sp>
        <p:nvSpPr>
          <p:cNvPr id="36" name="Text 25">
            <a:extLst>
              <a:ext uri="{FF2B5EF4-FFF2-40B4-BE49-F238E27FC236}">
                <a16:creationId xmlns:a16="http://schemas.microsoft.com/office/drawing/2014/main" id="{054C8BCE-CC17-79D4-6554-966057CD69E4}"/>
              </a:ext>
            </a:extLst>
          </p:cNvPr>
          <p:cNvSpPr/>
          <p:nvPr/>
        </p:nvSpPr>
        <p:spPr>
          <a:xfrm>
            <a:off x="9232392" y="4415027"/>
            <a:ext cx="2953732" cy="1185671"/>
          </a:xfrm>
          <a:prstGeom prst="rect">
            <a:avLst/>
          </a:prstGeom>
          <a:noFill/>
          <a:ln/>
        </p:spPr>
        <p:txBody>
          <a:bodyPr wrap="square" rtlCol="0" anchor="ctr"/>
          <a:lstStyle/>
          <a:p>
            <a:pPr marL="0" indent="0">
              <a:buNone/>
            </a:pPr>
            <a:r>
              <a:rPr lang="en-US" sz="2400" b="1" dirty="0">
                <a:solidFill>
                  <a:srgbClr val="0F172A"/>
                </a:solidFill>
              </a:rPr>
              <a:t>Refresh strategy misaligned to business value</a:t>
            </a:r>
            <a:endParaRPr lang="en-US" sz="2400" dirty="0"/>
          </a:p>
        </p:txBody>
      </p:sp>
      <p:sp>
        <p:nvSpPr>
          <p:cNvPr id="37" name="Text 26">
            <a:extLst>
              <a:ext uri="{FF2B5EF4-FFF2-40B4-BE49-F238E27FC236}">
                <a16:creationId xmlns:a16="http://schemas.microsoft.com/office/drawing/2014/main" id="{81DA7E8B-2209-BBBE-6FC3-8263911892C0}"/>
              </a:ext>
            </a:extLst>
          </p:cNvPr>
          <p:cNvSpPr/>
          <p:nvPr/>
        </p:nvSpPr>
        <p:spPr>
          <a:xfrm>
            <a:off x="12039600" y="4405884"/>
            <a:ext cx="3249514" cy="1185670"/>
          </a:xfrm>
          <a:prstGeom prst="rect">
            <a:avLst/>
          </a:prstGeom>
          <a:noFill/>
          <a:ln/>
        </p:spPr>
        <p:txBody>
          <a:bodyPr wrap="square" lIns="0" tIns="0" rIns="0" bIns="0" rtlCol="0" anchor="ctr"/>
          <a:lstStyle/>
          <a:p>
            <a:pPr marL="0" indent="0">
              <a:buNone/>
            </a:pPr>
            <a:r>
              <a:rPr lang="en-US" dirty="0">
                <a:solidFill>
                  <a:srgbClr val="475569"/>
                </a:solidFill>
              </a:rPr>
              <a:t>The business pays for freshness where it is not needed.</a:t>
            </a:r>
            <a:endParaRPr lang="en-US" dirty="0"/>
          </a:p>
        </p:txBody>
      </p:sp>
      <p:sp>
        <p:nvSpPr>
          <p:cNvPr id="38" name="Shape 27">
            <a:extLst>
              <a:ext uri="{FF2B5EF4-FFF2-40B4-BE49-F238E27FC236}">
                <a16:creationId xmlns:a16="http://schemas.microsoft.com/office/drawing/2014/main" id="{22F49D85-CDFE-EA4C-CDC2-B56B65D8473F}"/>
              </a:ext>
            </a:extLst>
          </p:cNvPr>
          <p:cNvSpPr/>
          <p:nvPr/>
        </p:nvSpPr>
        <p:spPr>
          <a:xfrm>
            <a:off x="9067800" y="5951220"/>
            <a:ext cx="7315200" cy="1554480"/>
          </a:xfrm>
          <a:prstGeom prst="roundRect">
            <a:avLst>
              <a:gd name="adj" fmla="val 4878"/>
            </a:avLst>
          </a:prstGeom>
          <a:solidFill>
            <a:srgbClr val="FFFFFF"/>
          </a:solidFill>
          <a:ln w="12700">
            <a:solidFill>
              <a:srgbClr val="CBD5E1"/>
            </a:solidFill>
            <a:prstDash val="solid"/>
          </a:ln>
          <a:effectLst>
            <a:outerShdw blurRad="12700" dist="2032" dir="2700000" algn="bl" rotWithShape="0">
              <a:srgbClr val="000000">
                <a:alpha val="8000"/>
              </a:srgbClr>
            </a:outerShdw>
          </a:effectLst>
        </p:spPr>
        <p:txBody>
          <a:bodyPr/>
          <a:lstStyle/>
          <a:p>
            <a:endParaRPr lang="en-US"/>
          </a:p>
        </p:txBody>
      </p:sp>
      <p:sp>
        <p:nvSpPr>
          <p:cNvPr id="39" name="Shape 28">
            <a:extLst>
              <a:ext uri="{FF2B5EF4-FFF2-40B4-BE49-F238E27FC236}">
                <a16:creationId xmlns:a16="http://schemas.microsoft.com/office/drawing/2014/main" id="{69047607-0B83-D12C-B409-A3B532DC4081}"/>
              </a:ext>
            </a:extLst>
          </p:cNvPr>
          <p:cNvSpPr/>
          <p:nvPr/>
        </p:nvSpPr>
        <p:spPr>
          <a:xfrm>
            <a:off x="9067799" y="5951220"/>
            <a:ext cx="125691" cy="1554480"/>
          </a:xfrm>
          <a:prstGeom prst="rect">
            <a:avLst/>
          </a:prstGeom>
          <a:solidFill>
            <a:srgbClr val="BE123C"/>
          </a:solidFill>
          <a:ln w="12700">
            <a:solidFill>
              <a:srgbClr val="BE123C"/>
            </a:solidFill>
            <a:prstDash val="solid"/>
          </a:ln>
        </p:spPr>
        <p:txBody>
          <a:bodyPr/>
          <a:lstStyle/>
          <a:p>
            <a:endParaRPr lang="en-US"/>
          </a:p>
        </p:txBody>
      </p:sp>
      <p:sp>
        <p:nvSpPr>
          <p:cNvPr id="40" name="Text 29">
            <a:extLst>
              <a:ext uri="{FF2B5EF4-FFF2-40B4-BE49-F238E27FC236}">
                <a16:creationId xmlns:a16="http://schemas.microsoft.com/office/drawing/2014/main" id="{C97DD947-E04F-C2F1-0406-B7286275FEDD}"/>
              </a:ext>
            </a:extLst>
          </p:cNvPr>
          <p:cNvSpPr/>
          <p:nvPr/>
        </p:nvSpPr>
        <p:spPr>
          <a:xfrm>
            <a:off x="9232392" y="6060948"/>
            <a:ext cx="2953732" cy="942596"/>
          </a:xfrm>
          <a:prstGeom prst="rect">
            <a:avLst/>
          </a:prstGeom>
          <a:noFill/>
          <a:ln/>
        </p:spPr>
        <p:txBody>
          <a:bodyPr wrap="square" rtlCol="0" anchor="ctr"/>
          <a:lstStyle/>
          <a:p>
            <a:pPr marL="0" indent="0">
              <a:buNone/>
            </a:pPr>
            <a:r>
              <a:rPr lang="en-US" sz="2400" b="1" dirty="0">
                <a:solidFill>
                  <a:srgbClr val="0F172A"/>
                </a:solidFill>
              </a:rPr>
              <a:t>No workload separation</a:t>
            </a:r>
            <a:endParaRPr lang="en-US" sz="2400" dirty="0"/>
          </a:p>
        </p:txBody>
      </p:sp>
      <p:sp>
        <p:nvSpPr>
          <p:cNvPr id="41" name="Text 30">
            <a:extLst>
              <a:ext uri="{FF2B5EF4-FFF2-40B4-BE49-F238E27FC236}">
                <a16:creationId xmlns:a16="http://schemas.microsoft.com/office/drawing/2014/main" id="{6A2700AC-3098-9C31-B25F-109BE38552D4}"/>
              </a:ext>
            </a:extLst>
          </p:cNvPr>
          <p:cNvSpPr/>
          <p:nvPr/>
        </p:nvSpPr>
        <p:spPr>
          <a:xfrm>
            <a:off x="12039600" y="6051804"/>
            <a:ext cx="3249514" cy="1149096"/>
          </a:xfrm>
          <a:prstGeom prst="rect">
            <a:avLst/>
          </a:prstGeom>
          <a:noFill/>
          <a:ln/>
        </p:spPr>
        <p:txBody>
          <a:bodyPr wrap="square" lIns="0" tIns="0" rIns="0" bIns="0" rtlCol="0" anchor="ctr"/>
          <a:lstStyle/>
          <a:p>
            <a:pPr marL="0" indent="0">
              <a:buNone/>
            </a:pPr>
            <a:r>
              <a:rPr lang="en-US" dirty="0">
                <a:solidFill>
                  <a:srgbClr val="475569"/>
                </a:solidFill>
              </a:rPr>
              <a:t>Exec, operational, and exploratory use cases all compete on the same capacity.</a:t>
            </a:r>
            <a:endParaRPr lang="en-US" dirty="0"/>
          </a:p>
        </p:txBody>
      </p:sp>
      <p:sp>
        <p:nvSpPr>
          <p:cNvPr id="42" name="Shape 31">
            <a:extLst>
              <a:ext uri="{FF2B5EF4-FFF2-40B4-BE49-F238E27FC236}">
                <a16:creationId xmlns:a16="http://schemas.microsoft.com/office/drawing/2014/main" id="{C3E9ED87-F210-A65A-B2C3-869D035E895C}"/>
              </a:ext>
            </a:extLst>
          </p:cNvPr>
          <p:cNvSpPr/>
          <p:nvPr/>
        </p:nvSpPr>
        <p:spPr>
          <a:xfrm>
            <a:off x="9067800" y="7627620"/>
            <a:ext cx="7315200" cy="1554480"/>
          </a:xfrm>
          <a:prstGeom prst="roundRect">
            <a:avLst>
              <a:gd name="adj" fmla="val 4878"/>
            </a:avLst>
          </a:prstGeom>
          <a:solidFill>
            <a:srgbClr val="FFFFFF"/>
          </a:solidFill>
          <a:ln w="12700">
            <a:solidFill>
              <a:srgbClr val="CBD5E1"/>
            </a:solidFill>
            <a:prstDash val="solid"/>
          </a:ln>
          <a:effectLst>
            <a:outerShdw blurRad="12700" dist="2032" dir="2700000" algn="bl" rotWithShape="0">
              <a:srgbClr val="000000">
                <a:alpha val="8000"/>
              </a:srgbClr>
            </a:outerShdw>
          </a:effectLst>
        </p:spPr>
        <p:txBody>
          <a:bodyPr/>
          <a:lstStyle/>
          <a:p>
            <a:endParaRPr lang="en-US"/>
          </a:p>
        </p:txBody>
      </p:sp>
      <p:sp>
        <p:nvSpPr>
          <p:cNvPr id="43" name="Shape 32">
            <a:extLst>
              <a:ext uri="{FF2B5EF4-FFF2-40B4-BE49-F238E27FC236}">
                <a16:creationId xmlns:a16="http://schemas.microsoft.com/office/drawing/2014/main" id="{41EE25C0-92F9-5D56-C639-DB333B65EB89}"/>
              </a:ext>
            </a:extLst>
          </p:cNvPr>
          <p:cNvSpPr/>
          <p:nvPr/>
        </p:nvSpPr>
        <p:spPr>
          <a:xfrm>
            <a:off x="9067800" y="7627621"/>
            <a:ext cx="91440" cy="1554480"/>
          </a:xfrm>
          <a:prstGeom prst="rect">
            <a:avLst/>
          </a:prstGeom>
          <a:solidFill>
            <a:srgbClr val="1D4ED8"/>
          </a:solidFill>
          <a:ln w="12700">
            <a:solidFill>
              <a:srgbClr val="1D4ED8"/>
            </a:solidFill>
            <a:prstDash val="solid"/>
          </a:ln>
        </p:spPr>
        <p:txBody>
          <a:bodyPr/>
          <a:lstStyle/>
          <a:p>
            <a:endParaRPr lang="en-US"/>
          </a:p>
        </p:txBody>
      </p:sp>
      <p:sp>
        <p:nvSpPr>
          <p:cNvPr id="44" name="Text 33">
            <a:extLst>
              <a:ext uri="{FF2B5EF4-FFF2-40B4-BE49-F238E27FC236}">
                <a16:creationId xmlns:a16="http://schemas.microsoft.com/office/drawing/2014/main" id="{8E680F10-3D5E-EC5E-5875-CAB0EF3FAFC5}"/>
              </a:ext>
            </a:extLst>
          </p:cNvPr>
          <p:cNvSpPr/>
          <p:nvPr/>
        </p:nvSpPr>
        <p:spPr>
          <a:xfrm>
            <a:off x="9232392" y="7737348"/>
            <a:ext cx="2403348" cy="1192531"/>
          </a:xfrm>
          <a:prstGeom prst="rect">
            <a:avLst/>
          </a:prstGeom>
          <a:noFill/>
          <a:ln/>
        </p:spPr>
        <p:txBody>
          <a:bodyPr wrap="square" rtlCol="0" anchor="ctr"/>
          <a:lstStyle/>
          <a:p>
            <a:pPr marL="0" indent="0">
              <a:buNone/>
            </a:pPr>
            <a:r>
              <a:rPr lang="en-US" sz="2400" b="1" dirty="0">
                <a:solidFill>
                  <a:srgbClr val="0F172A"/>
                </a:solidFill>
              </a:rPr>
              <a:t>Report sprawl hides ownership failure</a:t>
            </a:r>
            <a:endParaRPr lang="en-US" sz="2400" dirty="0"/>
          </a:p>
        </p:txBody>
      </p:sp>
      <p:sp>
        <p:nvSpPr>
          <p:cNvPr id="45" name="Text 34">
            <a:extLst>
              <a:ext uri="{FF2B5EF4-FFF2-40B4-BE49-F238E27FC236}">
                <a16:creationId xmlns:a16="http://schemas.microsoft.com/office/drawing/2014/main" id="{082AD862-3655-A285-2081-C6204D91BC9D}"/>
              </a:ext>
            </a:extLst>
          </p:cNvPr>
          <p:cNvSpPr/>
          <p:nvPr/>
        </p:nvSpPr>
        <p:spPr>
          <a:xfrm>
            <a:off x="12039600" y="8167880"/>
            <a:ext cx="2743200" cy="411480"/>
          </a:xfrm>
          <a:prstGeom prst="rect">
            <a:avLst/>
          </a:prstGeom>
          <a:noFill/>
          <a:ln/>
        </p:spPr>
        <p:txBody>
          <a:bodyPr wrap="square" lIns="0" tIns="0" rIns="0" bIns="0" rtlCol="0" anchor="ctr"/>
          <a:lstStyle/>
          <a:p>
            <a:pPr marL="0" indent="0">
              <a:buNone/>
            </a:pPr>
            <a:r>
              <a:rPr lang="en-US" dirty="0">
                <a:solidFill>
                  <a:srgbClr val="475569"/>
                </a:solidFill>
              </a:rPr>
              <a:t>Nobody owns the semantic model as a product with standards and change control.</a:t>
            </a:r>
            <a:endParaRPr lang="en-US" dirty="0"/>
          </a:p>
        </p:txBody>
      </p:sp>
      <p:sp>
        <p:nvSpPr>
          <p:cNvPr id="47" name="TextBox 9">
            <a:extLst>
              <a:ext uri="{FF2B5EF4-FFF2-40B4-BE49-F238E27FC236}">
                <a16:creationId xmlns:a16="http://schemas.microsoft.com/office/drawing/2014/main" id="{530F1553-BE3B-75BA-1DCC-08B0E93F4432}"/>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12</a:t>
            </a:fld>
            <a:endParaRPr lang="en-US" sz="2400" dirty="0">
              <a:solidFill>
                <a:srgbClr val="FFFFFF"/>
              </a:solidFill>
              <a:latin typeface="Outfit"/>
              <a:ea typeface="Outfit"/>
              <a:cs typeface="Outfit"/>
              <a:sym typeface="Outfit"/>
            </a:endParaRPr>
          </a:p>
        </p:txBody>
      </p:sp>
    </p:spTree>
    <p:extLst>
      <p:ext uri="{BB962C8B-B14F-4D97-AF65-F5344CB8AC3E}">
        <p14:creationId xmlns:p14="http://schemas.microsoft.com/office/powerpoint/2010/main" val="4146339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EA178-A307-DE14-BB94-AACF14E041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1BB0C50-03FC-9EF4-BCC1-A5165169847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dirty="0"/>
          </a:p>
        </p:txBody>
      </p:sp>
      <p:sp>
        <p:nvSpPr>
          <p:cNvPr id="3" name="TextBox 3">
            <a:extLst>
              <a:ext uri="{FF2B5EF4-FFF2-40B4-BE49-F238E27FC236}">
                <a16:creationId xmlns:a16="http://schemas.microsoft.com/office/drawing/2014/main" id="{265F01D3-8E73-F8CD-6BBE-B17F93C455BE}"/>
              </a:ext>
            </a:extLst>
          </p:cNvPr>
          <p:cNvSpPr txBox="1"/>
          <p:nvPr/>
        </p:nvSpPr>
        <p:spPr>
          <a:xfrm>
            <a:off x="1028700" y="4479925"/>
            <a:ext cx="16878300" cy="3678315"/>
          </a:xfrm>
          <a:prstGeom prst="rect">
            <a:avLst/>
          </a:prstGeom>
        </p:spPr>
        <p:txBody>
          <a:bodyPr wrap="square" lIns="0" tIns="0" rIns="0" bIns="0" rtlCol="0" anchor="t">
            <a:spAutoFit/>
          </a:bodyPr>
          <a:lstStyle/>
          <a:p>
            <a:pPr>
              <a:lnSpc>
                <a:spcPts val="9799"/>
              </a:lnSpc>
            </a:pPr>
            <a:r>
              <a:rPr lang="en-US" sz="6999" dirty="0">
                <a:solidFill>
                  <a:srgbClr val="FFFFFF"/>
                </a:solidFill>
                <a:latin typeface="Outfit"/>
                <a:ea typeface="Outfit"/>
                <a:cs typeface="Outfit"/>
                <a:sym typeface="Outfit"/>
              </a:rPr>
              <a:t>Section 3: Fabric architecture patterns that hold up in enterprise</a:t>
            </a:r>
          </a:p>
          <a:p>
            <a:pPr>
              <a:lnSpc>
                <a:spcPts val="9799"/>
              </a:lnSpc>
            </a:pPr>
            <a:endParaRPr lang="en-US" sz="6999" dirty="0">
              <a:solidFill>
                <a:srgbClr val="FFFFFF"/>
              </a:solidFill>
              <a:latin typeface="Outfit"/>
              <a:ea typeface="Outfit"/>
              <a:cs typeface="Outfit"/>
              <a:sym typeface="Outfit"/>
            </a:endParaRPr>
          </a:p>
        </p:txBody>
      </p:sp>
      <p:sp>
        <p:nvSpPr>
          <p:cNvPr id="5" name="AutoShape 5">
            <a:extLst>
              <a:ext uri="{FF2B5EF4-FFF2-40B4-BE49-F238E27FC236}">
                <a16:creationId xmlns:a16="http://schemas.microsoft.com/office/drawing/2014/main" id="{AEA09CE0-8C26-6510-FC4D-F7F48AB70570}"/>
              </a:ext>
            </a:extLst>
          </p:cNvPr>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6" name="Freeform 6">
            <a:extLst>
              <a:ext uri="{FF2B5EF4-FFF2-40B4-BE49-F238E27FC236}">
                <a16:creationId xmlns:a16="http://schemas.microsoft.com/office/drawing/2014/main" id="{AEEE3101-86EF-EB35-CE2D-649057394BE2}"/>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Tree>
    <p:extLst>
      <p:ext uri="{BB962C8B-B14F-4D97-AF65-F5344CB8AC3E}">
        <p14:creationId xmlns:p14="http://schemas.microsoft.com/office/powerpoint/2010/main" val="1833358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8D5DF49-4873-7F94-5EDF-D9A03E1EE13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604C650-2A71-51C1-EB17-4C43D48CA187}"/>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8EF8F39E-E7AE-2F64-3397-F07B651F1838}"/>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2597FC3A-8BCD-3531-C9C8-87C6BDA9A3BB}"/>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E83673FB-3824-F875-F8E1-37325721A59E}"/>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B63C2BA1-0444-755C-8B1E-D8289CB7448A}"/>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9708A9BA-3C81-B5CD-7D6F-46235FE9BFE2}"/>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96D84236-4929-21F0-7AFF-54A95027928A}"/>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06374359-0E7C-964D-D85A-C1DF87B5D9A8}"/>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Box 9">
            <a:extLst>
              <a:ext uri="{FF2B5EF4-FFF2-40B4-BE49-F238E27FC236}">
                <a16:creationId xmlns:a16="http://schemas.microsoft.com/office/drawing/2014/main" id="{05F81C58-F48C-F254-4987-96B29E377D04}"/>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14</a:t>
            </a:fld>
            <a:endParaRPr lang="en-US" sz="2400" dirty="0">
              <a:solidFill>
                <a:srgbClr val="FFFFFF"/>
              </a:solidFill>
              <a:latin typeface="Outfit"/>
              <a:ea typeface="Outfit"/>
              <a:cs typeface="Outfit"/>
              <a:sym typeface="Outfit"/>
            </a:endParaRPr>
          </a:p>
        </p:txBody>
      </p:sp>
      <p:sp>
        <p:nvSpPr>
          <p:cNvPr id="14" name="Text 2">
            <a:extLst>
              <a:ext uri="{FF2B5EF4-FFF2-40B4-BE49-F238E27FC236}">
                <a16:creationId xmlns:a16="http://schemas.microsoft.com/office/drawing/2014/main" id="{EE7FB3CB-E901-A911-59AB-AC01BC7ED5C6}"/>
              </a:ext>
            </a:extLst>
          </p:cNvPr>
          <p:cNvSpPr/>
          <p:nvPr/>
        </p:nvSpPr>
        <p:spPr>
          <a:xfrm>
            <a:off x="2125980" y="2457328"/>
            <a:ext cx="6400800" cy="219456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Fabric architecture</a:t>
            </a:r>
            <a:endParaRPr lang="en-US" sz="2700" dirty="0"/>
          </a:p>
          <a:p>
            <a:pPr marL="0" indent="0">
              <a:buNone/>
            </a:pPr>
            <a:r>
              <a:rPr lang="en-US" sz="2700" b="1" dirty="0">
                <a:solidFill>
                  <a:srgbClr val="FFFFFF"/>
                </a:solidFill>
                <a:latin typeface="Aptos Display" pitchFamily="34" charset="0"/>
                <a:ea typeface="Aptos Display" pitchFamily="34" charset="-122"/>
                <a:cs typeface="Aptos Display" pitchFamily="34" charset="-120"/>
              </a:rPr>
              <a:t>patterns that hold up</a:t>
            </a:r>
            <a:endParaRPr lang="en-US" sz="2700" dirty="0"/>
          </a:p>
          <a:p>
            <a:pPr marL="0" indent="0">
              <a:buNone/>
            </a:pPr>
            <a:r>
              <a:rPr lang="en-US" sz="2700" b="1" dirty="0">
                <a:solidFill>
                  <a:srgbClr val="FFFFFF"/>
                </a:solidFill>
                <a:latin typeface="Aptos Display" pitchFamily="34" charset="0"/>
                <a:ea typeface="Aptos Display" pitchFamily="34" charset="-122"/>
                <a:cs typeface="Aptos Display" pitchFamily="34" charset="-120"/>
              </a:rPr>
              <a:t>in enterprise</a:t>
            </a:r>
            <a:endParaRPr lang="en-US" sz="2700" dirty="0"/>
          </a:p>
        </p:txBody>
      </p:sp>
      <p:sp>
        <p:nvSpPr>
          <p:cNvPr id="15" name="Text 3">
            <a:extLst>
              <a:ext uri="{FF2B5EF4-FFF2-40B4-BE49-F238E27FC236}">
                <a16:creationId xmlns:a16="http://schemas.microsoft.com/office/drawing/2014/main" id="{14291036-4BBD-0BD8-E4D8-66EB8AFA5105}"/>
              </a:ext>
            </a:extLst>
          </p:cNvPr>
          <p:cNvSpPr/>
          <p:nvPr/>
        </p:nvSpPr>
        <p:spPr>
          <a:xfrm>
            <a:off x="2144268" y="5045080"/>
            <a:ext cx="6400800" cy="822960"/>
          </a:xfrm>
          <a:prstGeom prst="rect">
            <a:avLst/>
          </a:prstGeom>
          <a:noFill/>
          <a:ln/>
        </p:spPr>
        <p:txBody>
          <a:bodyPr wrap="square" lIns="0" tIns="0" rIns="0" bIns="0" rtlCol="0" anchor="ctr"/>
          <a:lstStyle/>
          <a:p>
            <a:pPr marL="0" indent="0">
              <a:buNone/>
            </a:pPr>
            <a:r>
              <a:rPr lang="en-US" sz="1600" dirty="0">
                <a:solidFill>
                  <a:srgbClr val="D1D5DB"/>
                </a:solidFill>
                <a:latin typeface="Aptos" pitchFamily="34" charset="0"/>
                <a:ea typeface="Aptos" pitchFamily="34" charset="-122"/>
                <a:cs typeface="Aptos" pitchFamily="34" charset="-120"/>
              </a:rPr>
              <a:t>Lakehouse vs Warehouse vs Semantic Model roles</a:t>
            </a:r>
            <a:endParaRPr lang="en-US" sz="1600" dirty="0"/>
          </a:p>
          <a:p>
            <a:pPr marL="0" indent="0">
              <a:buNone/>
            </a:pPr>
            <a:r>
              <a:rPr lang="en-US" sz="1600" dirty="0">
                <a:solidFill>
                  <a:srgbClr val="D1D5DB"/>
                </a:solidFill>
                <a:latin typeface="Aptos" pitchFamily="34" charset="0"/>
                <a:ea typeface="Aptos" pitchFamily="34" charset="-122"/>
                <a:cs typeface="Aptos" pitchFamily="34" charset="-120"/>
              </a:rPr>
              <a:t>Ingestion choices • Direct Lake fit • Hands-on architecture design</a:t>
            </a:r>
            <a:endParaRPr lang="en-US" sz="1600" dirty="0"/>
          </a:p>
        </p:txBody>
      </p:sp>
      <p:sp>
        <p:nvSpPr>
          <p:cNvPr id="16" name="Text 4">
            <a:extLst>
              <a:ext uri="{FF2B5EF4-FFF2-40B4-BE49-F238E27FC236}">
                <a16:creationId xmlns:a16="http://schemas.microsoft.com/office/drawing/2014/main" id="{2503ADCD-F761-79F8-9D6F-D76524DF90BE}"/>
              </a:ext>
            </a:extLst>
          </p:cNvPr>
          <p:cNvSpPr/>
          <p:nvPr/>
        </p:nvSpPr>
        <p:spPr>
          <a:xfrm>
            <a:off x="2144268" y="6233800"/>
            <a:ext cx="1965960" cy="292608"/>
          </a:xfrm>
          <a:prstGeom prst="roundRect">
            <a:avLst/>
          </a:prstGeom>
          <a:solidFill>
            <a:srgbClr val="2563EB"/>
          </a:solidFill>
          <a:ln>
            <a:solidFill>
              <a:srgbClr val="2563EB"/>
            </a:solidFill>
          </a:ln>
        </p:spPr>
        <p:txBody>
          <a:bodyPr wrap="square" lIns="0" tIns="0" rIns="0" bIns="0" rtlCol="0" anchor="ctr"/>
          <a:lstStyle/>
          <a:p>
            <a:pPr marL="0" indent="0" algn="ctr">
              <a:buNone/>
            </a:pPr>
            <a:r>
              <a:rPr lang="en-US" sz="1100" b="1" dirty="0">
                <a:solidFill>
                  <a:srgbClr val="FFFFFF"/>
                </a:solidFill>
              </a:rPr>
              <a:t>ENTERPRISE PLAYBOOK</a:t>
            </a:r>
            <a:endParaRPr lang="en-US" sz="1100" dirty="0"/>
          </a:p>
        </p:txBody>
      </p:sp>
      <p:sp>
        <p:nvSpPr>
          <p:cNvPr id="17" name="Text 5">
            <a:extLst>
              <a:ext uri="{FF2B5EF4-FFF2-40B4-BE49-F238E27FC236}">
                <a16:creationId xmlns:a16="http://schemas.microsoft.com/office/drawing/2014/main" id="{04387DA4-5B8A-48AD-E7FB-162260D17793}"/>
              </a:ext>
            </a:extLst>
          </p:cNvPr>
          <p:cNvSpPr/>
          <p:nvPr/>
        </p:nvSpPr>
        <p:spPr>
          <a:xfrm>
            <a:off x="2171700" y="6663568"/>
            <a:ext cx="2743200" cy="219456"/>
          </a:xfrm>
          <a:prstGeom prst="rect">
            <a:avLst/>
          </a:prstGeom>
          <a:noFill/>
          <a:ln/>
        </p:spPr>
        <p:txBody>
          <a:bodyPr wrap="square" lIns="0" tIns="0" rIns="0" bIns="0" rtlCol="0" anchor="ctr"/>
          <a:lstStyle/>
          <a:p>
            <a:pPr marL="0" indent="0">
              <a:buNone/>
            </a:pPr>
            <a:r>
              <a:rPr lang="en-US" sz="1250" dirty="0">
                <a:solidFill>
                  <a:srgbClr val="CBD5E1"/>
                </a:solidFill>
              </a:rPr>
              <a:t>Microsoft Fabric / OneLake</a:t>
            </a:r>
            <a:endParaRPr lang="en-US" sz="1250" dirty="0"/>
          </a:p>
        </p:txBody>
      </p:sp>
      <p:sp>
        <p:nvSpPr>
          <p:cNvPr id="18" name="Shape 6">
            <a:extLst>
              <a:ext uri="{FF2B5EF4-FFF2-40B4-BE49-F238E27FC236}">
                <a16:creationId xmlns:a16="http://schemas.microsoft.com/office/drawing/2014/main" id="{D45930D4-DDA2-4D4F-A360-08CAA3848707}"/>
              </a:ext>
            </a:extLst>
          </p:cNvPr>
          <p:cNvSpPr/>
          <p:nvPr/>
        </p:nvSpPr>
        <p:spPr>
          <a:xfrm>
            <a:off x="8755380" y="2530480"/>
            <a:ext cx="3611880" cy="822960"/>
          </a:xfrm>
          <a:prstGeom prst="roundRect">
            <a:avLst>
              <a:gd name="adj" fmla="val 6667"/>
            </a:avLst>
          </a:prstGeom>
          <a:solidFill>
            <a:srgbClr val="DBEAFE"/>
          </a:solidFill>
          <a:ln w="12700">
            <a:solidFill>
              <a:srgbClr val="2563EB"/>
            </a:solidFill>
            <a:prstDash val="solid"/>
          </a:ln>
        </p:spPr>
        <p:txBody>
          <a:bodyPr/>
          <a:lstStyle/>
          <a:p>
            <a:endParaRPr lang="en-US"/>
          </a:p>
        </p:txBody>
      </p:sp>
      <p:sp>
        <p:nvSpPr>
          <p:cNvPr id="19" name="Text 7">
            <a:extLst>
              <a:ext uri="{FF2B5EF4-FFF2-40B4-BE49-F238E27FC236}">
                <a16:creationId xmlns:a16="http://schemas.microsoft.com/office/drawing/2014/main" id="{78CC4EDD-5F49-8FB0-2727-BD290F655727}"/>
              </a:ext>
            </a:extLst>
          </p:cNvPr>
          <p:cNvSpPr/>
          <p:nvPr/>
        </p:nvSpPr>
        <p:spPr>
          <a:xfrm>
            <a:off x="8938260" y="2768224"/>
            <a:ext cx="3246120" cy="201168"/>
          </a:xfrm>
          <a:prstGeom prst="rect">
            <a:avLst/>
          </a:prstGeom>
          <a:noFill/>
          <a:ln/>
        </p:spPr>
        <p:txBody>
          <a:bodyPr wrap="square" lIns="0" tIns="0" rIns="0" bIns="0" rtlCol="0" anchor="ctr"/>
          <a:lstStyle/>
          <a:p>
            <a:pPr marL="0" indent="0" algn="ctr">
              <a:buNone/>
            </a:pPr>
            <a:r>
              <a:rPr lang="en-US" sz="1800" b="1" dirty="0">
                <a:solidFill>
                  <a:srgbClr val="2563EB"/>
                </a:solidFill>
              </a:rPr>
              <a:t>Reports &amp; apps</a:t>
            </a:r>
            <a:endParaRPr lang="en-US" sz="1800" dirty="0"/>
          </a:p>
        </p:txBody>
      </p:sp>
      <p:sp>
        <p:nvSpPr>
          <p:cNvPr id="20" name="Shape 8">
            <a:extLst>
              <a:ext uri="{FF2B5EF4-FFF2-40B4-BE49-F238E27FC236}">
                <a16:creationId xmlns:a16="http://schemas.microsoft.com/office/drawing/2014/main" id="{4E3AF16A-85B4-8E54-D680-283C5782B0D6}"/>
              </a:ext>
            </a:extLst>
          </p:cNvPr>
          <p:cNvSpPr/>
          <p:nvPr/>
        </p:nvSpPr>
        <p:spPr>
          <a:xfrm>
            <a:off x="8755380" y="3518032"/>
            <a:ext cx="3611880" cy="822960"/>
          </a:xfrm>
          <a:prstGeom prst="roundRect">
            <a:avLst>
              <a:gd name="adj" fmla="val 6667"/>
            </a:avLst>
          </a:prstGeom>
          <a:solidFill>
            <a:srgbClr val="E0E7FF"/>
          </a:solidFill>
          <a:ln w="12700">
            <a:solidFill>
              <a:srgbClr val="4F46E5"/>
            </a:solidFill>
            <a:prstDash val="solid"/>
          </a:ln>
        </p:spPr>
        <p:txBody>
          <a:bodyPr/>
          <a:lstStyle/>
          <a:p>
            <a:endParaRPr lang="en-US"/>
          </a:p>
        </p:txBody>
      </p:sp>
      <p:sp>
        <p:nvSpPr>
          <p:cNvPr id="21" name="Text 9">
            <a:extLst>
              <a:ext uri="{FF2B5EF4-FFF2-40B4-BE49-F238E27FC236}">
                <a16:creationId xmlns:a16="http://schemas.microsoft.com/office/drawing/2014/main" id="{B62A94F3-5F59-5BB7-D7B5-F3DAB54A018B}"/>
              </a:ext>
            </a:extLst>
          </p:cNvPr>
          <p:cNvSpPr/>
          <p:nvPr/>
        </p:nvSpPr>
        <p:spPr>
          <a:xfrm>
            <a:off x="8938260" y="3755776"/>
            <a:ext cx="3246120" cy="201168"/>
          </a:xfrm>
          <a:prstGeom prst="rect">
            <a:avLst/>
          </a:prstGeom>
          <a:noFill/>
          <a:ln/>
        </p:spPr>
        <p:txBody>
          <a:bodyPr wrap="square" lIns="0" tIns="0" rIns="0" bIns="0" rtlCol="0" anchor="ctr"/>
          <a:lstStyle/>
          <a:p>
            <a:pPr marL="0" indent="0" algn="ctr">
              <a:buNone/>
            </a:pPr>
            <a:r>
              <a:rPr lang="en-US" sz="1800" b="1" dirty="0">
                <a:solidFill>
                  <a:srgbClr val="4F46E5"/>
                </a:solidFill>
              </a:rPr>
              <a:t>Semantic model</a:t>
            </a:r>
            <a:endParaRPr lang="en-US" sz="1800" dirty="0"/>
          </a:p>
        </p:txBody>
      </p:sp>
      <p:sp>
        <p:nvSpPr>
          <p:cNvPr id="22" name="Shape 10">
            <a:extLst>
              <a:ext uri="{FF2B5EF4-FFF2-40B4-BE49-F238E27FC236}">
                <a16:creationId xmlns:a16="http://schemas.microsoft.com/office/drawing/2014/main" id="{44D74475-54F3-60FE-9EBF-0DDDDC0EFA55}"/>
              </a:ext>
            </a:extLst>
          </p:cNvPr>
          <p:cNvSpPr/>
          <p:nvPr/>
        </p:nvSpPr>
        <p:spPr>
          <a:xfrm>
            <a:off x="8755380" y="4505584"/>
            <a:ext cx="3611880" cy="822960"/>
          </a:xfrm>
          <a:prstGeom prst="roundRect">
            <a:avLst>
              <a:gd name="adj" fmla="val 6667"/>
            </a:avLst>
          </a:prstGeom>
          <a:solidFill>
            <a:srgbClr val="CCFBF1"/>
          </a:solidFill>
          <a:ln w="12700">
            <a:solidFill>
              <a:srgbClr val="0F766E"/>
            </a:solidFill>
            <a:prstDash val="solid"/>
          </a:ln>
        </p:spPr>
        <p:txBody>
          <a:bodyPr/>
          <a:lstStyle/>
          <a:p>
            <a:endParaRPr lang="en-US"/>
          </a:p>
        </p:txBody>
      </p:sp>
      <p:sp>
        <p:nvSpPr>
          <p:cNvPr id="23" name="Text 11">
            <a:extLst>
              <a:ext uri="{FF2B5EF4-FFF2-40B4-BE49-F238E27FC236}">
                <a16:creationId xmlns:a16="http://schemas.microsoft.com/office/drawing/2014/main" id="{8BF65CC2-E1B3-2340-193E-7D9CB3A60186}"/>
              </a:ext>
            </a:extLst>
          </p:cNvPr>
          <p:cNvSpPr/>
          <p:nvPr/>
        </p:nvSpPr>
        <p:spPr>
          <a:xfrm>
            <a:off x="8938260" y="4743328"/>
            <a:ext cx="3246120" cy="201168"/>
          </a:xfrm>
          <a:prstGeom prst="rect">
            <a:avLst/>
          </a:prstGeom>
          <a:noFill/>
          <a:ln/>
        </p:spPr>
        <p:txBody>
          <a:bodyPr wrap="square" lIns="0" tIns="0" rIns="0" bIns="0" rtlCol="0" anchor="ctr"/>
          <a:lstStyle/>
          <a:p>
            <a:pPr marL="0" indent="0" algn="ctr">
              <a:buNone/>
            </a:pPr>
            <a:r>
              <a:rPr lang="en-US" sz="1800" b="1" dirty="0">
                <a:solidFill>
                  <a:srgbClr val="0F766E"/>
                </a:solidFill>
              </a:rPr>
              <a:t>Lakehouse or Warehouse</a:t>
            </a:r>
            <a:endParaRPr lang="en-US" sz="1800" dirty="0"/>
          </a:p>
        </p:txBody>
      </p:sp>
      <p:sp>
        <p:nvSpPr>
          <p:cNvPr id="24" name="Shape 12">
            <a:extLst>
              <a:ext uri="{FF2B5EF4-FFF2-40B4-BE49-F238E27FC236}">
                <a16:creationId xmlns:a16="http://schemas.microsoft.com/office/drawing/2014/main" id="{228060A2-0F72-8226-7F88-2458EC2EEDEB}"/>
              </a:ext>
            </a:extLst>
          </p:cNvPr>
          <p:cNvSpPr/>
          <p:nvPr/>
        </p:nvSpPr>
        <p:spPr>
          <a:xfrm>
            <a:off x="8755380" y="5493136"/>
            <a:ext cx="3611880" cy="822960"/>
          </a:xfrm>
          <a:prstGeom prst="roundRect">
            <a:avLst>
              <a:gd name="adj" fmla="val 6667"/>
            </a:avLst>
          </a:prstGeom>
          <a:solidFill>
            <a:srgbClr val="1E293B"/>
          </a:solidFill>
          <a:ln w="12700">
            <a:solidFill>
              <a:srgbClr val="334155"/>
            </a:solidFill>
            <a:prstDash val="solid"/>
          </a:ln>
        </p:spPr>
        <p:txBody>
          <a:bodyPr/>
          <a:lstStyle/>
          <a:p>
            <a:endParaRPr lang="en-US"/>
          </a:p>
        </p:txBody>
      </p:sp>
      <p:sp>
        <p:nvSpPr>
          <p:cNvPr id="25" name="Text 13">
            <a:extLst>
              <a:ext uri="{FF2B5EF4-FFF2-40B4-BE49-F238E27FC236}">
                <a16:creationId xmlns:a16="http://schemas.microsoft.com/office/drawing/2014/main" id="{8EF273F5-DC99-528E-B417-A86F2FAFD863}"/>
              </a:ext>
            </a:extLst>
          </p:cNvPr>
          <p:cNvSpPr/>
          <p:nvPr/>
        </p:nvSpPr>
        <p:spPr>
          <a:xfrm>
            <a:off x="8938260" y="5730880"/>
            <a:ext cx="3246120" cy="201168"/>
          </a:xfrm>
          <a:prstGeom prst="rect">
            <a:avLst/>
          </a:prstGeom>
          <a:noFill/>
          <a:ln/>
        </p:spPr>
        <p:txBody>
          <a:bodyPr wrap="square" lIns="0" tIns="0" rIns="0" bIns="0" rtlCol="0" anchor="ctr"/>
          <a:lstStyle/>
          <a:p>
            <a:pPr marL="0" indent="0" algn="ctr">
              <a:buNone/>
            </a:pPr>
            <a:r>
              <a:rPr lang="en-US" sz="1800" b="1" dirty="0">
                <a:solidFill>
                  <a:srgbClr val="FFFFFF"/>
                </a:solidFill>
              </a:rPr>
              <a:t>OneLake foundation</a:t>
            </a:r>
            <a:endParaRPr lang="en-US" sz="1800" dirty="0"/>
          </a:p>
        </p:txBody>
      </p:sp>
      <p:sp>
        <p:nvSpPr>
          <p:cNvPr id="26" name="Text 14">
            <a:extLst>
              <a:ext uri="{FF2B5EF4-FFF2-40B4-BE49-F238E27FC236}">
                <a16:creationId xmlns:a16="http://schemas.microsoft.com/office/drawing/2014/main" id="{5CB6FC33-99C5-B980-2ED9-E752170EAFF3}"/>
              </a:ext>
            </a:extLst>
          </p:cNvPr>
          <p:cNvSpPr/>
          <p:nvPr/>
        </p:nvSpPr>
        <p:spPr>
          <a:xfrm>
            <a:off x="8846820" y="6508120"/>
            <a:ext cx="3474720" cy="640080"/>
          </a:xfrm>
          <a:prstGeom prst="rect">
            <a:avLst/>
          </a:prstGeom>
          <a:noFill/>
          <a:ln/>
        </p:spPr>
        <p:txBody>
          <a:bodyPr wrap="square" lIns="0" tIns="0" rIns="0" bIns="0" rtlCol="0" anchor="ctr"/>
          <a:lstStyle/>
          <a:p>
            <a:pPr marL="0" indent="0" algn="ctr">
              <a:buNone/>
            </a:pPr>
            <a:r>
              <a:rPr lang="en-US" sz="1700" b="1" dirty="0">
                <a:solidFill>
                  <a:srgbClr val="E2E8F0"/>
                </a:solidFill>
              </a:rPr>
              <a:t>Clear role separation beats</a:t>
            </a:r>
            <a:endParaRPr lang="en-US" sz="1700" dirty="0"/>
          </a:p>
          <a:p>
            <a:pPr marL="0" indent="0" algn="ctr">
              <a:buNone/>
            </a:pPr>
            <a:r>
              <a:rPr lang="en-US" sz="1700" b="1" dirty="0">
                <a:solidFill>
                  <a:srgbClr val="E2E8F0"/>
                </a:solidFill>
              </a:rPr>
              <a:t>workspace-by-workspace sprawl</a:t>
            </a:r>
            <a:endParaRPr lang="en-US" sz="1700" dirty="0"/>
          </a:p>
        </p:txBody>
      </p:sp>
    </p:spTree>
    <p:extLst>
      <p:ext uri="{BB962C8B-B14F-4D97-AF65-F5344CB8AC3E}">
        <p14:creationId xmlns:p14="http://schemas.microsoft.com/office/powerpoint/2010/main" val="297417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969ACE8-F808-1DF2-2C7E-75CADF56242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C670281-9087-6953-AA11-52EDB7D9FE41}"/>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283FE6F7-B2B8-5C3C-8AE2-F1F707196A1C}"/>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BBA9FC2F-3551-BE20-EABE-84E7B23AD0D5}"/>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09ED6583-C173-A88A-6F73-6904AC814703}"/>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57E5AB32-D863-638B-A25A-43E568CAFB25}"/>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B0FBE82F-5896-517C-C6A0-215FAC3CF8CF}"/>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60D3B0A2-84E3-9373-61B9-DCC5D7E612F3}"/>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B23EE928-4E78-E321-C4BB-EA65767A7285}"/>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Box 9">
            <a:extLst>
              <a:ext uri="{FF2B5EF4-FFF2-40B4-BE49-F238E27FC236}">
                <a16:creationId xmlns:a16="http://schemas.microsoft.com/office/drawing/2014/main" id="{FDDBF2FC-11BF-62A2-1C2F-F091D78D528C}"/>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15</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7AB20597-83CE-88EC-5BA0-8720B2BDA2A1}"/>
              </a:ext>
            </a:extLst>
          </p:cNvPr>
          <p:cNvSpPr/>
          <p:nvPr/>
        </p:nvSpPr>
        <p:spPr>
          <a:xfrm>
            <a:off x="1004380" y="1726692"/>
            <a:ext cx="12940220" cy="45720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The enterprise pattern: separate responsibilities, not just tools</a:t>
            </a:r>
            <a:endParaRPr lang="en-US" sz="3600" dirty="0">
              <a:solidFill>
                <a:schemeClr val="bg1"/>
              </a:solidFill>
            </a:endParaRPr>
          </a:p>
        </p:txBody>
      </p:sp>
      <p:sp>
        <p:nvSpPr>
          <p:cNvPr id="12" name="Text 1">
            <a:extLst>
              <a:ext uri="{FF2B5EF4-FFF2-40B4-BE49-F238E27FC236}">
                <a16:creationId xmlns:a16="http://schemas.microsoft.com/office/drawing/2014/main" id="{7D8DEBA3-9A61-829A-F4F4-E8D323DAA604}"/>
              </a:ext>
            </a:extLst>
          </p:cNvPr>
          <p:cNvSpPr/>
          <p:nvPr/>
        </p:nvSpPr>
        <p:spPr>
          <a:xfrm>
            <a:off x="1004380" y="2379600"/>
            <a:ext cx="15302419"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Treat OneLake as the shared substrate, treat data stores and semantic models as distinct roles.</a:t>
            </a:r>
            <a:endParaRPr lang="en-US" sz="2800" dirty="0">
              <a:solidFill>
                <a:schemeClr val="bg1"/>
              </a:solidFill>
            </a:endParaRPr>
          </a:p>
        </p:txBody>
      </p:sp>
      <p:sp>
        <p:nvSpPr>
          <p:cNvPr id="13" name="Shape 2">
            <a:extLst>
              <a:ext uri="{FF2B5EF4-FFF2-40B4-BE49-F238E27FC236}">
                <a16:creationId xmlns:a16="http://schemas.microsoft.com/office/drawing/2014/main" id="{9C6A1654-8D18-D31E-7077-715808B4706C}"/>
              </a:ext>
            </a:extLst>
          </p:cNvPr>
          <p:cNvSpPr/>
          <p:nvPr/>
        </p:nvSpPr>
        <p:spPr>
          <a:xfrm>
            <a:off x="3198941" y="4000500"/>
            <a:ext cx="640080" cy="0"/>
          </a:xfrm>
          <a:prstGeom prst="line">
            <a:avLst/>
          </a:prstGeom>
          <a:noFill/>
          <a:ln w="19050">
            <a:solidFill>
              <a:srgbClr val="94A3B8"/>
            </a:solidFill>
            <a:prstDash val="solid"/>
            <a:headEnd type="none"/>
            <a:tailEnd type="triangle"/>
          </a:ln>
        </p:spPr>
        <p:txBody>
          <a:bodyPr/>
          <a:lstStyle/>
          <a:p>
            <a:endParaRPr lang="en-US"/>
          </a:p>
        </p:txBody>
      </p:sp>
      <p:sp>
        <p:nvSpPr>
          <p:cNvPr id="14" name="Shape 3">
            <a:extLst>
              <a:ext uri="{FF2B5EF4-FFF2-40B4-BE49-F238E27FC236}">
                <a16:creationId xmlns:a16="http://schemas.microsoft.com/office/drawing/2014/main" id="{458FE702-2A71-3149-50F2-E75160FE7A26}"/>
              </a:ext>
            </a:extLst>
          </p:cNvPr>
          <p:cNvSpPr/>
          <p:nvPr/>
        </p:nvSpPr>
        <p:spPr>
          <a:xfrm>
            <a:off x="5987861" y="4000500"/>
            <a:ext cx="640080" cy="0"/>
          </a:xfrm>
          <a:prstGeom prst="line">
            <a:avLst/>
          </a:prstGeom>
          <a:noFill/>
          <a:ln w="19050">
            <a:solidFill>
              <a:srgbClr val="94A3B8"/>
            </a:solidFill>
            <a:prstDash val="solid"/>
            <a:headEnd type="none"/>
            <a:tailEnd type="triangle"/>
          </a:ln>
        </p:spPr>
        <p:txBody>
          <a:bodyPr/>
          <a:lstStyle/>
          <a:p>
            <a:endParaRPr lang="en-US"/>
          </a:p>
        </p:txBody>
      </p:sp>
      <p:sp>
        <p:nvSpPr>
          <p:cNvPr id="15" name="Shape 4">
            <a:extLst>
              <a:ext uri="{FF2B5EF4-FFF2-40B4-BE49-F238E27FC236}">
                <a16:creationId xmlns:a16="http://schemas.microsoft.com/office/drawing/2014/main" id="{46B44009-FE4D-8439-8100-9E500D4290EC}"/>
              </a:ext>
            </a:extLst>
          </p:cNvPr>
          <p:cNvSpPr/>
          <p:nvPr/>
        </p:nvSpPr>
        <p:spPr>
          <a:xfrm>
            <a:off x="8776781" y="4000500"/>
            <a:ext cx="640080" cy="0"/>
          </a:xfrm>
          <a:prstGeom prst="line">
            <a:avLst/>
          </a:prstGeom>
          <a:noFill/>
          <a:ln w="19050">
            <a:solidFill>
              <a:srgbClr val="94A3B8"/>
            </a:solidFill>
            <a:prstDash val="solid"/>
            <a:headEnd type="none"/>
            <a:tailEnd type="triangle"/>
          </a:ln>
        </p:spPr>
        <p:txBody>
          <a:bodyPr/>
          <a:lstStyle/>
          <a:p>
            <a:endParaRPr lang="en-US"/>
          </a:p>
        </p:txBody>
      </p:sp>
      <p:sp>
        <p:nvSpPr>
          <p:cNvPr id="16" name="Shape 5">
            <a:extLst>
              <a:ext uri="{FF2B5EF4-FFF2-40B4-BE49-F238E27FC236}">
                <a16:creationId xmlns:a16="http://schemas.microsoft.com/office/drawing/2014/main" id="{2B047BCA-1A9A-36F9-ACE1-1B746CD62A9D}"/>
              </a:ext>
            </a:extLst>
          </p:cNvPr>
          <p:cNvSpPr/>
          <p:nvPr/>
        </p:nvSpPr>
        <p:spPr>
          <a:xfrm>
            <a:off x="1050101" y="3406139"/>
            <a:ext cx="2148840" cy="1737345"/>
          </a:xfrm>
          <a:prstGeom prst="roundRect">
            <a:avLst>
              <a:gd name="adj" fmla="val 6154"/>
            </a:avLst>
          </a:prstGeom>
          <a:solidFill>
            <a:srgbClr val="FEF3C7"/>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7" name="Text 6">
            <a:extLst>
              <a:ext uri="{FF2B5EF4-FFF2-40B4-BE49-F238E27FC236}">
                <a16:creationId xmlns:a16="http://schemas.microsoft.com/office/drawing/2014/main" id="{CCFCF9E9-9419-9607-CAF6-2761818870E2}"/>
              </a:ext>
            </a:extLst>
          </p:cNvPr>
          <p:cNvSpPr/>
          <p:nvPr/>
        </p:nvSpPr>
        <p:spPr>
          <a:xfrm>
            <a:off x="1214693" y="3552444"/>
            <a:ext cx="1819656" cy="256032"/>
          </a:xfrm>
          <a:prstGeom prst="rect">
            <a:avLst/>
          </a:prstGeom>
          <a:noFill/>
          <a:ln/>
        </p:spPr>
        <p:txBody>
          <a:bodyPr wrap="square" lIns="0" tIns="0" rIns="0" bIns="0" rtlCol="0" anchor="ctr"/>
          <a:lstStyle/>
          <a:p>
            <a:pPr marL="0" indent="0">
              <a:buNone/>
            </a:pPr>
            <a:r>
              <a:rPr lang="en-US" b="1" dirty="0">
                <a:solidFill>
                  <a:srgbClr val="D97706"/>
                </a:solidFill>
              </a:rPr>
              <a:t>Source systems</a:t>
            </a:r>
            <a:endParaRPr lang="en-US" dirty="0"/>
          </a:p>
        </p:txBody>
      </p:sp>
      <p:sp>
        <p:nvSpPr>
          <p:cNvPr id="18" name="Text 7">
            <a:extLst>
              <a:ext uri="{FF2B5EF4-FFF2-40B4-BE49-F238E27FC236}">
                <a16:creationId xmlns:a16="http://schemas.microsoft.com/office/drawing/2014/main" id="{60D11258-4198-8B70-2A45-069E484C3576}"/>
              </a:ext>
            </a:extLst>
          </p:cNvPr>
          <p:cNvSpPr/>
          <p:nvPr/>
        </p:nvSpPr>
        <p:spPr>
          <a:xfrm>
            <a:off x="1214693" y="3845052"/>
            <a:ext cx="1819656" cy="621792"/>
          </a:xfrm>
          <a:prstGeom prst="rect">
            <a:avLst/>
          </a:prstGeom>
          <a:noFill/>
          <a:ln/>
        </p:spPr>
        <p:txBody>
          <a:bodyPr wrap="square" lIns="508" tIns="508" rIns="508" bIns="508" rtlCol="0" anchor="t"/>
          <a:lstStyle/>
          <a:p>
            <a:pPr marL="0" indent="0">
              <a:buNone/>
            </a:pPr>
            <a:r>
              <a:rPr lang="en-US" sz="1400" dirty="0">
                <a:solidFill>
                  <a:srgbClr val="111827"/>
                </a:solidFill>
              </a:rPr>
              <a:t>ERP, CRM, SaaS apps, files, streaming, partner data</a:t>
            </a:r>
            <a:endParaRPr lang="en-US" sz="1400" dirty="0"/>
          </a:p>
        </p:txBody>
      </p:sp>
      <p:sp>
        <p:nvSpPr>
          <p:cNvPr id="19" name="Shape 8">
            <a:extLst>
              <a:ext uri="{FF2B5EF4-FFF2-40B4-BE49-F238E27FC236}">
                <a16:creationId xmlns:a16="http://schemas.microsoft.com/office/drawing/2014/main" id="{10662470-A757-2B33-133E-1C09080D4882}"/>
              </a:ext>
            </a:extLst>
          </p:cNvPr>
          <p:cNvSpPr/>
          <p:nvPr/>
        </p:nvSpPr>
        <p:spPr>
          <a:xfrm>
            <a:off x="3839021" y="3406140"/>
            <a:ext cx="2148840" cy="1737348"/>
          </a:xfrm>
          <a:prstGeom prst="roundRect">
            <a:avLst>
              <a:gd name="adj" fmla="val 6154"/>
            </a:avLst>
          </a:prstGeom>
          <a:solidFill>
            <a:srgbClr val="DBEAFE"/>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0" name="Text 9">
            <a:extLst>
              <a:ext uri="{FF2B5EF4-FFF2-40B4-BE49-F238E27FC236}">
                <a16:creationId xmlns:a16="http://schemas.microsoft.com/office/drawing/2014/main" id="{720B12FB-B2E4-7DD3-54F8-35450A9DE0EB}"/>
              </a:ext>
            </a:extLst>
          </p:cNvPr>
          <p:cNvSpPr/>
          <p:nvPr/>
        </p:nvSpPr>
        <p:spPr>
          <a:xfrm>
            <a:off x="4003613" y="3552444"/>
            <a:ext cx="1819656" cy="256032"/>
          </a:xfrm>
          <a:prstGeom prst="rect">
            <a:avLst/>
          </a:prstGeom>
          <a:noFill/>
          <a:ln/>
        </p:spPr>
        <p:txBody>
          <a:bodyPr wrap="square" lIns="0" tIns="0" rIns="0" bIns="0" rtlCol="0" anchor="ctr"/>
          <a:lstStyle/>
          <a:p>
            <a:pPr marL="0" indent="0">
              <a:buNone/>
            </a:pPr>
            <a:r>
              <a:rPr lang="en-US" b="1" dirty="0">
                <a:solidFill>
                  <a:srgbClr val="2563EB"/>
                </a:solidFill>
              </a:rPr>
              <a:t>Ingestion &amp; prep</a:t>
            </a:r>
            <a:endParaRPr lang="en-US" dirty="0"/>
          </a:p>
        </p:txBody>
      </p:sp>
      <p:sp>
        <p:nvSpPr>
          <p:cNvPr id="21" name="Text 10">
            <a:extLst>
              <a:ext uri="{FF2B5EF4-FFF2-40B4-BE49-F238E27FC236}">
                <a16:creationId xmlns:a16="http://schemas.microsoft.com/office/drawing/2014/main" id="{E1E2EDE0-40CE-F9DD-FB8F-71A0E1807ADB}"/>
              </a:ext>
            </a:extLst>
          </p:cNvPr>
          <p:cNvSpPr/>
          <p:nvPr/>
        </p:nvSpPr>
        <p:spPr>
          <a:xfrm>
            <a:off x="4003613" y="3845052"/>
            <a:ext cx="1819656" cy="621792"/>
          </a:xfrm>
          <a:prstGeom prst="rect">
            <a:avLst/>
          </a:prstGeom>
          <a:noFill/>
          <a:ln/>
        </p:spPr>
        <p:txBody>
          <a:bodyPr wrap="square" lIns="508" tIns="508" rIns="508" bIns="508" rtlCol="0" anchor="t"/>
          <a:lstStyle/>
          <a:p>
            <a:pPr marL="0" indent="0">
              <a:buNone/>
            </a:pPr>
            <a:r>
              <a:rPr lang="en-US" sz="1400" dirty="0">
                <a:solidFill>
                  <a:srgbClr val="111827"/>
                </a:solidFill>
              </a:rPr>
              <a:t>Pipelines orchestrate</a:t>
            </a:r>
            <a:endParaRPr lang="en-US" sz="1400" dirty="0"/>
          </a:p>
          <a:p>
            <a:pPr marL="0" indent="0">
              <a:buNone/>
            </a:pPr>
            <a:r>
              <a:rPr lang="en-US" sz="1400" dirty="0">
                <a:solidFill>
                  <a:srgbClr val="111827"/>
                </a:solidFill>
              </a:rPr>
              <a:t>Dataflows simplify</a:t>
            </a:r>
            <a:endParaRPr lang="en-US" sz="1400" dirty="0"/>
          </a:p>
          <a:p>
            <a:pPr marL="0" indent="0">
              <a:buNone/>
            </a:pPr>
            <a:r>
              <a:rPr lang="en-US" sz="1400" dirty="0">
                <a:solidFill>
                  <a:srgbClr val="111827"/>
                </a:solidFill>
              </a:rPr>
              <a:t>Notebooks engineer</a:t>
            </a:r>
            <a:endParaRPr lang="en-US" sz="1400" dirty="0"/>
          </a:p>
        </p:txBody>
      </p:sp>
      <p:sp>
        <p:nvSpPr>
          <p:cNvPr id="22" name="Shape 11">
            <a:extLst>
              <a:ext uri="{FF2B5EF4-FFF2-40B4-BE49-F238E27FC236}">
                <a16:creationId xmlns:a16="http://schemas.microsoft.com/office/drawing/2014/main" id="{44FB4CA4-474E-3F05-607C-F7905F7FCAD8}"/>
              </a:ext>
            </a:extLst>
          </p:cNvPr>
          <p:cNvSpPr/>
          <p:nvPr/>
        </p:nvSpPr>
        <p:spPr>
          <a:xfrm>
            <a:off x="6627941" y="3406139"/>
            <a:ext cx="2148840" cy="1737349"/>
          </a:xfrm>
          <a:prstGeom prst="roundRect">
            <a:avLst>
              <a:gd name="adj" fmla="val 6154"/>
            </a:avLst>
          </a:prstGeom>
          <a:solidFill>
            <a:srgbClr val="CCFBF1"/>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3" name="Text 12">
            <a:extLst>
              <a:ext uri="{FF2B5EF4-FFF2-40B4-BE49-F238E27FC236}">
                <a16:creationId xmlns:a16="http://schemas.microsoft.com/office/drawing/2014/main" id="{91C6A7BF-A3A8-D415-5C41-929FBC2549AF}"/>
              </a:ext>
            </a:extLst>
          </p:cNvPr>
          <p:cNvSpPr/>
          <p:nvPr/>
        </p:nvSpPr>
        <p:spPr>
          <a:xfrm>
            <a:off x="6792533" y="3552444"/>
            <a:ext cx="1819656" cy="256032"/>
          </a:xfrm>
          <a:prstGeom prst="rect">
            <a:avLst/>
          </a:prstGeom>
          <a:noFill/>
          <a:ln/>
        </p:spPr>
        <p:txBody>
          <a:bodyPr wrap="square" lIns="0" tIns="0" rIns="0" bIns="0" rtlCol="0" anchor="ctr"/>
          <a:lstStyle/>
          <a:p>
            <a:pPr marL="0" indent="0">
              <a:buNone/>
            </a:pPr>
            <a:r>
              <a:rPr lang="en-US" b="1" dirty="0">
                <a:solidFill>
                  <a:srgbClr val="0F766E"/>
                </a:solidFill>
              </a:rPr>
              <a:t>Curated store</a:t>
            </a:r>
            <a:endParaRPr lang="en-US" dirty="0"/>
          </a:p>
        </p:txBody>
      </p:sp>
      <p:sp>
        <p:nvSpPr>
          <p:cNvPr id="24" name="Text 13">
            <a:extLst>
              <a:ext uri="{FF2B5EF4-FFF2-40B4-BE49-F238E27FC236}">
                <a16:creationId xmlns:a16="http://schemas.microsoft.com/office/drawing/2014/main" id="{5AA751DE-035B-1F2B-8E81-943B9AB942AC}"/>
              </a:ext>
            </a:extLst>
          </p:cNvPr>
          <p:cNvSpPr/>
          <p:nvPr/>
        </p:nvSpPr>
        <p:spPr>
          <a:xfrm>
            <a:off x="6792533" y="3845051"/>
            <a:ext cx="1819656" cy="1174115"/>
          </a:xfrm>
          <a:prstGeom prst="rect">
            <a:avLst/>
          </a:prstGeom>
          <a:noFill/>
          <a:ln/>
        </p:spPr>
        <p:txBody>
          <a:bodyPr wrap="square" lIns="508" tIns="508" rIns="508" bIns="508" rtlCol="0" anchor="t"/>
          <a:lstStyle/>
          <a:p>
            <a:pPr marL="0" indent="0">
              <a:buNone/>
            </a:pPr>
            <a:r>
              <a:rPr lang="en-US" sz="1400" dirty="0">
                <a:solidFill>
                  <a:srgbClr val="111827"/>
                </a:solidFill>
              </a:rPr>
              <a:t>Lakehouse for engineering-first patterns</a:t>
            </a:r>
            <a:endParaRPr lang="en-US" sz="1400" dirty="0"/>
          </a:p>
          <a:p>
            <a:pPr marL="0" indent="0">
              <a:buNone/>
            </a:pPr>
            <a:r>
              <a:rPr lang="en-US" sz="1400" dirty="0">
                <a:solidFill>
                  <a:srgbClr val="111827"/>
                </a:solidFill>
              </a:rPr>
              <a:t>Warehouse for SQL-centric serving</a:t>
            </a:r>
            <a:endParaRPr lang="en-US" sz="1400" dirty="0"/>
          </a:p>
        </p:txBody>
      </p:sp>
      <p:sp>
        <p:nvSpPr>
          <p:cNvPr id="25" name="Shape 14">
            <a:extLst>
              <a:ext uri="{FF2B5EF4-FFF2-40B4-BE49-F238E27FC236}">
                <a16:creationId xmlns:a16="http://schemas.microsoft.com/office/drawing/2014/main" id="{6B9DCA43-8F8B-C146-55F9-9E27A41710CB}"/>
              </a:ext>
            </a:extLst>
          </p:cNvPr>
          <p:cNvSpPr/>
          <p:nvPr/>
        </p:nvSpPr>
        <p:spPr>
          <a:xfrm>
            <a:off x="9416861" y="3406140"/>
            <a:ext cx="2148840" cy="1737348"/>
          </a:xfrm>
          <a:prstGeom prst="roundRect">
            <a:avLst>
              <a:gd name="adj" fmla="val 6154"/>
            </a:avLst>
          </a:prstGeom>
          <a:solidFill>
            <a:srgbClr val="E0E7FF"/>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6" name="Text 15">
            <a:extLst>
              <a:ext uri="{FF2B5EF4-FFF2-40B4-BE49-F238E27FC236}">
                <a16:creationId xmlns:a16="http://schemas.microsoft.com/office/drawing/2014/main" id="{BF707ED2-DBA0-E75F-ECFA-4D63E8FC52D7}"/>
              </a:ext>
            </a:extLst>
          </p:cNvPr>
          <p:cNvSpPr/>
          <p:nvPr/>
        </p:nvSpPr>
        <p:spPr>
          <a:xfrm>
            <a:off x="9581453" y="3552444"/>
            <a:ext cx="1819656" cy="256032"/>
          </a:xfrm>
          <a:prstGeom prst="rect">
            <a:avLst/>
          </a:prstGeom>
          <a:noFill/>
          <a:ln/>
        </p:spPr>
        <p:txBody>
          <a:bodyPr wrap="square" lIns="0" tIns="0" rIns="0" bIns="0" rtlCol="0" anchor="ctr"/>
          <a:lstStyle/>
          <a:p>
            <a:pPr marL="0" indent="0">
              <a:buNone/>
            </a:pPr>
            <a:r>
              <a:rPr lang="en-US" b="1" dirty="0">
                <a:solidFill>
                  <a:srgbClr val="4F46E5"/>
                </a:solidFill>
              </a:rPr>
              <a:t>Business interface</a:t>
            </a:r>
            <a:endParaRPr lang="en-US" dirty="0"/>
          </a:p>
        </p:txBody>
      </p:sp>
      <p:sp>
        <p:nvSpPr>
          <p:cNvPr id="27" name="Text 16">
            <a:extLst>
              <a:ext uri="{FF2B5EF4-FFF2-40B4-BE49-F238E27FC236}">
                <a16:creationId xmlns:a16="http://schemas.microsoft.com/office/drawing/2014/main" id="{77EA3C58-5A6C-B56D-F622-90E973FDD94A}"/>
              </a:ext>
            </a:extLst>
          </p:cNvPr>
          <p:cNvSpPr/>
          <p:nvPr/>
        </p:nvSpPr>
        <p:spPr>
          <a:xfrm>
            <a:off x="9581453" y="3845052"/>
            <a:ext cx="1819656" cy="621792"/>
          </a:xfrm>
          <a:prstGeom prst="rect">
            <a:avLst/>
          </a:prstGeom>
          <a:noFill/>
          <a:ln/>
        </p:spPr>
        <p:txBody>
          <a:bodyPr wrap="square" lIns="508" tIns="508" rIns="508" bIns="508" rtlCol="0" anchor="t"/>
          <a:lstStyle/>
          <a:p>
            <a:pPr marL="0" indent="0">
              <a:buNone/>
            </a:pPr>
            <a:r>
              <a:rPr lang="en-US" sz="1400" dirty="0">
                <a:solidFill>
                  <a:srgbClr val="111827"/>
                </a:solidFill>
              </a:rPr>
              <a:t>Semantic model owns metrics, relationships, security, reuse</a:t>
            </a:r>
            <a:endParaRPr lang="en-US" sz="1400" dirty="0"/>
          </a:p>
        </p:txBody>
      </p:sp>
      <p:sp>
        <p:nvSpPr>
          <p:cNvPr id="28" name="Shape 17">
            <a:extLst>
              <a:ext uri="{FF2B5EF4-FFF2-40B4-BE49-F238E27FC236}">
                <a16:creationId xmlns:a16="http://schemas.microsoft.com/office/drawing/2014/main" id="{4C4D3109-B6F3-3213-B35E-DBC7C2B146AF}"/>
              </a:ext>
            </a:extLst>
          </p:cNvPr>
          <p:cNvSpPr/>
          <p:nvPr/>
        </p:nvSpPr>
        <p:spPr>
          <a:xfrm>
            <a:off x="1066800" y="5829300"/>
            <a:ext cx="5974080" cy="2057400"/>
          </a:xfrm>
          <a:prstGeom prst="roundRect">
            <a:avLst>
              <a:gd name="adj" fmla="val 3556"/>
            </a:avLst>
          </a:prstGeom>
          <a:solidFill>
            <a:srgbClr val="FFFFFF"/>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9" name="Text 18">
            <a:extLst>
              <a:ext uri="{FF2B5EF4-FFF2-40B4-BE49-F238E27FC236}">
                <a16:creationId xmlns:a16="http://schemas.microsoft.com/office/drawing/2014/main" id="{5ADE03A1-E6D3-DB67-F1CF-16046D9E6795}"/>
              </a:ext>
            </a:extLst>
          </p:cNvPr>
          <p:cNvSpPr/>
          <p:nvPr/>
        </p:nvSpPr>
        <p:spPr>
          <a:xfrm>
            <a:off x="1231392" y="5975604"/>
            <a:ext cx="4974336" cy="256032"/>
          </a:xfrm>
          <a:prstGeom prst="rect">
            <a:avLst/>
          </a:prstGeom>
          <a:noFill/>
          <a:ln/>
        </p:spPr>
        <p:txBody>
          <a:bodyPr wrap="square" lIns="0" tIns="0" rIns="0" bIns="0" rtlCol="0" anchor="ctr"/>
          <a:lstStyle/>
          <a:p>
            <a:pPr marL="0" indent="0">
              <a:buNone/>
            </a:pPr>
            <a:r>
              <a:rPr lang="en-US" sz="2400" b="1" dirty="0">
                <a:solidFill>
                  <a:srgbClr val="0F172A"/>
                </a:solidFill>
              </a:rPr>
              <a:t>Why this holds up</a:t>
            </a:r>
            <a:endParaRPr lang="en-US" sz="2400" dirty="0"/>
          </a:p>
        </p:txBody>
      </p:sp>
      <p:sp>
        <p:nvSpPr>
          <p:cNvPr id="30" name="Text 19">
            <a:extLst>
              <a:ext uri="{FF2B5EF4-FFF2-40B4-BE49-F238E27FC236}">
                <a16:creationId xmlns:a16="http://schemas.microsoft.com/office/drawing/2014/main" id="{E7B23850-C2D0-B208-E6B7-BF18462359D1}"/>
              </a:ext>
            </a:extLst>
          </p:cNvPr>
          <p:cNvSpPr/>
          <p:nvPr/>
        </p:nvSpPr>
        <p:spPr>
          <a:xfrm>
            <a:off x="1231392" y="6268212"/>
            <a:ext cx="4974336" cy="1490472"/>
          </a:xfrm>
          <a:prstGeom prst="rect">
            <a:avLst/>
          </a:prstGeom>
          <a:noFill/>
          <a:ln/>
        </p:spPr>
        <p:txBody>
          <a:bodyPr wrap="square" lIns="508" tIns="508" rIns="508" bIns="508" rtlCol="0" anchor="t"/>
          <a:lstStyle/>
          <a:p>
            <a:pPr marL="0" indent="0">
              <a:buNone/>
            </a:pPr>
            <a:r>
              <a:rPr lang="en-US" dirty="0">
                <a:solidFill>
                  <a:srgbClr val="111827"/>
                </a:solidFill>
              </a:rPr>
              <a:t>• Fewer copies of data</a:t>
            </a:r>
            <a:endParaRPr lang="en-US" dirty="0"/>
          </a:p>
          <a:p>
            <a:pPr marL="0" indent="0">
              <a:buNone/>
            </a:pPr>
            <a:r>
              <a:rPr lang="en-US" dirty="0">
                <a:solidFill>
                  <a:srgbClr val="111827"/>
                </a:solidFill>
              </a:rPr>
              <a:t>• Reusable pipelines and shared dimensions</a:t>
            </a:r>
            <a:endParaRPr lang="en-US" dirty="0"/>
          </a:p>
          <a:p>
            <a:pPr marL="0" indent="0">
              <a:buNone/>
            </a:pPr>
            <a:r>
              <a:rPr lang="en-US" dirty="0">
                <a:solidFill>
                  <a:srgbClr val="111827"/>
                </a:solidFill>
              </a:rPr>
              <a:t>• Less metric drift across departments</a:t>
            </a:r>
            <a:endParaRPr lang="en-US" dirty="0"/>
          </a:p>
          <a:p>
            <a:pPr marL="0" indent="0">
              <a:buNone/>
            </a:pPr>
            <a:r>
              <a:rPr lang="en-US" dirty="0">
                <a:solidFill>
                  <a:srgbClr val="111827"/>
                </a:solidFill>
              </a:rPr>
              <a:t>• Clear ownership boundaries from engineering to BI</a:t>
            </a:r>
            <a:endParaRPr lang="en-US" dirty="0"/>
          </a:p>
        </p:txBody>
      </p:sp>
      <p:sp>
        <p:nvSpPr>
          <p:cNvPr id="31" name="Shape 20">
            <a:extLst>
              <a:ext uri="{FF2B5EF4-FFF2-40B4-BE49-F238E27FC236}">
                <a16:creationId xmlns:a16="http://schemas.microsoft.com/office/drawing/2014/main" id="{D105DA21-2DCC-873A-EC6C-DD083C728DC9}"/>
              </a:ext>
            </a:extLst>
          </p:cNvPr>
          <p:cNvSpPr/>
          <p:nvPr/>
        </p:nvSpPr>
        <p:spPr>
          <a:xfrm>
            <a:off x="7360920" y="5829300"/>
            <a:ext cx="5974080" cy="2057400"/>
          </a:xfrm>
          <a:prstGeom prst="roundRect">
            <a:avLst>
              <a:gd name="adj" fmla="val 3556"/>
            </a:avLst>
          </a:prstGeom>
          <a:solidFill>
            <a:srgbClr val="FFFFFF"/>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32" name="Text 21">
            <a:extLst>
              <a:ext uri="{FF2B5EF4-FFF2-40B4-BE49-F238E27FC236}">
                <a16:creationId xmlns:a16="http://schemas.microsoft.com/office/drawing/2014/main" id="{D1748652-1A39-D8D7-4C6E-06DBAE3D2304}"/>
              </a:ext>
            </a:extLst>
          </p:cNvPr>
          <p:cNvSpPr/>
          <p:nvPr/>
        </p:nvSpPr>
        <p:spPr>
          <a:xfrm>
            <a:off x="7525512" y="5975604"/>
            <a:ext cx="4654296" cy="256032"/>
          </a:xfrm>
          <a:prstGeom prst="rect">
            <a:avLst/>
          </a:prstGeom>
          <a:noFill/>
          <a:ln/>
        </p:spPr>
        <p:txBody>
          <a:bodyPr wrap="square" lIns="0" tIns="0" rIns="0" bIns="0" rtlCol="0" anchor="ctr"/>
          <a:lstStyle/>
          <a:p>
            <a:pPr marL="0" indent="0">
              <a:buNone/>
            </a:pPr>
            <a:r>
              <a:rPr lang="en-US" sz="2400" b="1" dirty="0">
                <a:solidFill>
                  <a:srgbClr val="0F172A"/>
                </a:solidFill>
              </a:rPr>
              <a:t>What to avoid</a:t>
            </a:r>
            <a:endParaRPr lang="en-US" sz="2400" dirty="0"/>
          </a:p>
        </p:txBody>
      </p:sp>
      <p:sp>
        <p:nvSpPr>
          <p:cNvPr id="33" name="Text 22">
            <a:extLst>
              <a:ext uri="{FF2B5EF4-FFF2-40B4-BE49-F238E27FC236}">
                <a16:creationId xmlns:a16="http://schemas.microsoft.com/office/drawing/2014/main" id="{08937E0E-029D-1E78-9B82-3741B079D5AD}"/>
              </a:ext>
            </a:extLst>
          </p:cNvPr>
          <p:cNvSpPr/>
          <p:nvPr/>
        </p:nvSpPr>
        <p:spPr>
          <a:xfrm>
            <a:off x="7525512" y="6268212"/>
            <a:ext cx="5352288" cy="1490472"/>
          </a:xfrm>
          <a:prstGeom prst="rect">
            <a:avLst/>
          </a:prstGeom>
          <a:noFill/>
          <a:ln/>
        </p:spPr>
        <p:txBody>
          <a:bodyPr wrap="square" lIns="508" tIns="508" rIns="508" bIns="508" rtlCol="0" anchor="t"/>
          <a:lstStyle/>
          <a:p>
            <a:pPr marL="0" indent="0">
              <a:buNone/>
            </a:pPr>
            <a:r>
              <a:rPr lang="en-US" dirty="0">
                <a:solidFill>
                  <a:srgbClr val="111827"/>
                </a:solidFill>
              </a:rPr>
              <a:t>• Every workspace builds its own lake + model</a:t>
            </a:r>
            <a:endParaRPr lang="en-US" dirty="0"/>
          </a:p>
          <a:p>
            <a:pPr marL="0" indent="0">
              <a:buNone/>
            </a:pPr>
            <a:r>
              <a:rPr lang="en-US" dirty="0">
                <a:solidFill>
                  <a:srgbClr val="111827"/>
                </a:solidFill>
              </a:rPr>
              <a:t>• Semantic logic buried inside reports</a:t>
            </a:r>
            <a:endParaRPr lang="en-US" dirty="0"/>
          </a:p>
          <a:p>
            <a:pPr marL="0" indent="0">
              <a:buNone/>
            </a:pPr>
            <a:r>
              <a:rPr lang="en-US" dirty="0">
                <a:solidFill>
                  <a:srgbClr val="111827"/>
                </a:solidFill>
              </a:rPr>
              <a:t>• Direct Lake used as a shortcut around architecture</a:t>
            </a:r>
            <a:endParaRPr lang="en-US" dirty="0"/>
          </a:p>
          <a:p>
            <a:pPr marL="0" indent="0">
              <a:buNone/>
            </a:pPr>
            <a:r>
              <a:rPr lang="en-US" dirty="0">
                <a:solidFill>
                  <a:srgbClr val="111827"/>
                </a:solidFill>
              </a:rPr>
              <a:t>• Low-code sprawl without orchestration or standards</a:t>
            </a:r>
            <a:endParaRPr lang="en-US" dirty="0"/>
          </a:p>
        </p:txBody>
      </p:sp>
    </p:spTree>
    <p:extLst>
      <p:ext uri="{BB962C8B-B14F-4D97-AF65-F5344CB8AC3E}">
        <p14:creationId xmlns:p14="http://schemas.microsoft.com/office/powerpoint/2010/main" val="1246894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E5D6504-7245-2CC2-E856-522F60A91DB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8A7119D-E297-75E0-B99E-433DD5083E3B}"/>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9D5804C8-9B90-42F4-EDA0-5233E662CBFD}"/>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BEF490A2-083D-864E-DD9C-16159F47ACA1}"/>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9FD3BC9-8384-680F-6876-F9F339D3F020}"/>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6080B1D8-D037-49B0-61B0-36668500C9D5}"/>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F3BF778A-3460-0154-F1EF-F116863871D9}"/>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85C57FCC-0C7D-A6D4-7F4B-32A1E398AD19}"/>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2E7DC702-1FFB-A130-13C2-487FAA13BC27}"/>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Box 9">
            <a:extLst>
              <a:ext uri="{FF2B5EF4-FFF2-40B4-BE49-F238E27FC236}">
                <a16:creationId xmlns:a16="http://schemas.microsoft.com/office/drawing/2014/main" id="{FF4D5AB2-5315-A90C-BC4B-EF48C9F6D781}"/>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16</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692F7504-8A80-D7A0-005F-94DE0AB035D2}"/>
              </a:ext>
            </a:extLst>
          </p:cNvPr>
          <p:cNvSpPr/>
          <p:nvPr/>
        </p:nvSpPr>
        <p:spPr>
          <a:xfrm>
            <a:off x="1010412" y="1574292"/>
            <a:ext cx="12857988" cy="45720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Role clarity: Lakehouse vs Warehouse vs Semantic Model</a:t>
            </a:r>
            <a:endParaRPr lang="en-US" sz="3600" dirty="0">
              <a:solidFill>
                <a:schemeClr val="bg1"/>
              </a:solidFill>
            </a:endParaRPr>
          </a:p>
        </p:txBody>
      </p:sp>
      <p:sp>
        <p:nvSpPr>
          <p:cNvPr id="12" name="Text 1">
            <a:extLst>
              <a:ext uri="{FF2B5EF4-FFF2-40B4-BE49-F238E27FC236}">
                <a16:creationId xmlns:a16="http://schemas.microsoft.com/office/drawing/2014/main" id="{D556194D-246D-0F8C-6B06-873FE38C1F34}"/>
              </a:ext>
            </a:extLst>
          </p:cNvPr>
          <p:cNvSpPr/>
          <p:nvPr/>
        </p:nvSpPr>
        <p:spPr>
          <a:xfrm>
            <a:off x="1028700" y="2183892"/>
            <a:ext cx="13830300"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Use each item for the job it is best at, do not let every layer become a reporting endpoint.</a:t>
            </a:r>
            <a:endParaRPr lang="en-US" sz="2800" dirty="0">
              <a:solidFill>
                <a:schemeClr val="bg1"/>
              </a:solidFill>
            </a:endParaRPr>
          </a:p>
        </p:txBody>
      </p:sp>
      <p:sp>
        <p:nvSpPr>
          <p:cNvPr id="13" name="Shape 2">
            <a:extLst>
              <a:ext uri="{FF2B5EF4-FFF2-40B4-BE49-F238E27FC236}">
                <a16:creationId xmlns:a16="http://schemas.microsoft.com/office/drawing/2014/main" id="{20405D5C-EEC4-67AE-1BDD-D574AF056DDB}"/>
              </a:ext>
            </a:extLst>
          </p:cNvPr>
          <p:cNvSpPr/>
          <p:nvPr/>
        </p:nvSpPr>
        <p:spPr>
          <a:xfrm>
            <a:off x="1028700" y="3262884"/>
            <a:ext cx="3200400" cy="4434840"/>
          </a:xfrm>
          <a:prstGeom prst="roundRect">
            <a:avLst>
              <a:gd name="adj" fmla="val 2286"/>
            </a:avLst>
          </a:prstGeom>
          <a:solidFill>
            <a:srgbClr val="F8FAFC"/>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4" name="Text 3">
            <a:extLst>
              <a:ext uri="{FF2B5EF4-FFF2-40B4-BE49-F238E27FC236}">
                <a16:creationId xmlns:a16="http://schemas.microsoft.com/office/drawing/2014/main" id="{28AB5B96-CF3D-575B-7417-4DC9D194BC95}"/>
              </a:ext>
            </a:extLst>
          </p:cNvPr>
          <p:cNvSpPr/>
          <p:nvPr/>
        </p:nvSpPr>
        <p:spPr>
          <a:xfrm>
            <a:off x="1193292" y="3409188"/>
            <a:ext cx="2871216" cy="256032"/>
          </a:xfrm>
          <a:prstGeom prst="rect">
            <a:avLst/>
          </a:prstGeom>
          <a:noFill/>
          <a:ln/>
        </p:spPr>
        <p:txBody>
          <a:bodyPr wrap="square" lIns="0" tIns="0" rIns="0" bIns="0" rtlCol="0" anchor="ctr"/>
          <a:lstStyle/>
          <a:p>
            <a:pPr marL="0" indent="0">
              <a:buNone/>
            </a:pPr>
            <a:r>
              <a:rPr lang="en-US" sz="2400" b="1" dirty="0">
                <a:solidFill>
                  <a:srgbClr val="0F766E"/>
                </a:solidFill>
              </a:rPr>
              <a:t>Lakehouse</a:t>
            </a:r>
            <a:endParaRPr lang="en-US" sz="2400" dirty="0"/>
          </a:p>
        </p:txBody>
      </p:sp>
      <p:sp>
        <p:nvSpPr>
          <p:cNvPr id="15" name="Text 4">
            <a:extLst>
              <a:ext uri="{FF2B5EF4-FFF2-40B4-BE49-F238E27FC236}">
                <a16:creationId xmlns:a16="http://schemas.microsoft.com/office/drawing/2014/main" id="{80ED79BE-BCFA-2D4C-2922-CDC4C1B68A97}"/>
              </a:ext>
            </a:extLst>
          </p:cNvPr>
          <p:cNvSpPr/>
          <p:nvPr/>
        </p:nvSpPr>
        <p:spPr>
          <a:xfrm>
            <a:off x="1193292" y="3701796"/>
            <a:ext cx="2871216" cy="3867912"/>
          </a:xfrm>
          <a:prstGeom prst="rect">
            <a:avLst/>
          </a:prstGeom>
          <a:noFill/>
          <a:ln/>
        </p:spPr>
        <p:txBody>
          <a:bodyPr wrap="square" lIns="508" tIns="508" rIns="508" bIns="508" rtlCol="0" anchor="t"/>
          <a:lstStyle/>
          <a:p>
            <a:pPr marL="0" indent="0">
              <a:buNone/>
            </a:pPr>
            <a:r>
              <a:rPr lang="en-US" dirty="0">
                <a:solidFill>
                  <a:srgbClr val="111827"/>
                </a:solidFill>
              </a:rPr>
              <a:t>Best for:</a:t>
            </a:r>
            <a:endParaRPr lang="en-US" dirty="0"/>
          </a:p>
          <a:p>
            <a:pPr marL="0" indent="0">
              <a:buNone/>
            </a:pPr>
            <a:r>
              <a:rPr lang="en-US" dirty="0">
                <a:solidFill>
                  <a:srgbClr val="111827"/>
                </a:solidFill>
              </a:rPr>
              <a:t>• Delta tables in OneLake</a:t>
            </a:r>
            <a:endParaRPr lang="en-US" dirty="0"/>
          </a:p>
          <a:p>
            <a:pPr marL="0" indent="0">
              <a:buNone/>
            </a:pPr>
            <a:r>
              <a:rPr lang="en-US" dirty="0">
                <a:solidFill>
                  <a:srgbClr val="111827"/>
                </a:solidFill>
              </a:rPr>
              <a:t>• Spark / notebook engineering</a:t>
            </a:r>
            <a:endParaRPr lang="en-US" dirty="0"/>
          </a:p>
          <a:p>
            <a:pPr marL="0" indent="0">
              <a:buNone/>
            </a:pPr>
            <a:r>
              <a:rPr lang="en-US" dirty="0">
                <a:solidFill>
                  <a:srgbClr val="111827"/>
                </a:solidFill>
              </a:rPr>
              <a:t>• Medallion data design</a:t>
            </a:r>
            <a:endParaRPr lang="en-US" dirty="0"/>
          </a:p>
          <a:p>
            <a:pPr marL="0" indent="0">
              <a:buNone/>
            </a:pPr>
            <a:r>
              <a:rPr lang="en-US" dirty="0">
                <a:solidFill>
                  <a:srgbClr val="111827"/>
                </a:solidFill>
              </a:rPr>
              <a:t>• Mixed structured + semi-structured data</a:t>
            </a:r>
            <a:endParaRPr lang="en-US" dirty="0"/>
          </a:p>
          <a:p>
            <a:pPr marL="0" indent="0">
              <a:buNone/>
            </a:pPr>
            <a:r>
              <a:rPr lang="en-US" dirty="0">
                <a:solidFill>
                  <a:srgbClr val="111827"/>
                </a:solidFill>
              </a:rPr>
              <a:t>• Reuse across analytics and data science</a:t>
            </a:r>
            <a:endParaRPr lang="en-US" dirty="0"/>
          </a:p>
          <a:p>
            <a:pPr marL="0" indent="0">
              <a:buNone/>
            </a:pPr>
            <a:endParaRPr lang="en-US" dirty="0"/>
          </a:p>
          <a:p>
            <a:pPr marL="0" indent="0">
              <a:buNone/>
            </a:pPr>
            <a:r>
              <a:rPr lang="en-US" dirty="0">
                <a:solidFill>
                  <a:srgbClr val="111827"/>
                </a:solidFill>
              </a:rPr>
              <a:t>Use when the operating model is engineering-first.</a:t>
            </a:r>
            <a:endParaRPr lang="en-US" dirty="0"/>
          </a:p>
        </p:txBody>
      </p:sp>
      <p:sp>
        <p:nvSpPr>
          <p:cNvPr id="16" name="Shape 5">
            <a:extLst>
              <a:ext uri="{FF2B5EF4-FFF2-40B4-BE49-F238E27FC236}">
                <a16:creationId xmlns:a16="http://schemas.microsoft.com/office/drawing/2014/main" id="{1858121D-B80E-41DB-6206-B5325EFB3882}"/>
              </a:ext>
            </a:extLst>
          </p:cNvPr>
          <p:cNvSpPr/>
          <p:nvPr/>
        </p:nvSpPr>
        <p:spPr>
          <a:xfrm>
            <a:off x="4530852" y="3262884"/>
            <a:ext cx="3200400" cy="4434840"/>
          </a:xfrm>
          <a:prstGeom prst="roundRect">
            <a:avLst>
              <a:gd name="adj" fmla="val 2286"/>
            </a:avLst>
          </a:prstGeom>
          <a:solidFill>
            <a:srgbClr val="F8FAFC"/>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7" name="Text 6">
            <a:extLst>
              <a:ext uri="{FF2B5EF4-FFF2-40B4-BE49-F238E27FC236}">
                <a16:creationId xmlns:a16="http://schemas.microsoft.com/office/drawing/2014/main" id="{15AE76CE-9AA7-4DE0-FE29-04CCEB7CEA4E}"/>
              </a:ext>
            </a:extLst>
          </p:cNvPr>
          <p:cNvSpPr/>
          <p:nvPr/>
        </p:nvSpPr>
        <p:spPr>
          <a:xfrm>
            <a:off x="4695444" y="3409188"/>
            <a:ext cx="2871216" cy="256032"/>
          </a:xfrm>
          <a:prstGeom prst="rect">
            <a:avLst/>
          </a:prstGeom>
          <a:noFill/>
          <a:ln/>
        </p:spPr>
        <p:txBody>
          <a:bodyPr wrap="square" lIns="0" tIns="0" rIns="0" bIns="0" rtlCol="0" anchor="ctr"/>
          <a:lstStyle/>
          <a:p>
            <a:pPr marL="0" indent="0">
              <a:buNone/>
            </a:pPr>
            <a:r>
              <a:rPr lang="en-US" sz="2400" b="1" dirty="0">
                <a:solidFill>
                  <a:srgbClr val="D97706"/>
                </a:solidFill>
              </a:rPr>
              <a:t>Warehouse</a:t>
            </a:r>
            <a:endParaRPr lang="en-US" sz="2400" dirty="0"/>
          </a:p>
        </p:txBody>
      </p:sp>
      <p:sp>
        <p:nvSpPr>
          <p:cNvPr id="18" name="Text 7">
            <a:extLst>
              <a:ext uri="{FF2B5EF4-FFF2-40B4-BE49-F238E27FC236}">
                <a16:creationId xmlns:a16="http://schemas.microsoft.com/office/drawing/2014/main" id="{7EEF050C-5CEB-2949-F85D-2192193518E4}"/>
              </a:ext>
            </a:extLst>
          </p:cNvPr>
          <p:cNvSpPr/>
          <p:nvPr/>
        </p:nvSpPr>
        <p:spPr>
          <a:xfrm>
            <a:off x="4695444" y="3701796"/>
            <a:ext cx="2871216" cy="3867912"/>
          </a:xfrm>
          <a:prstGeom prst="rect">
            <a:avLst/>
          </a:prstGeom>
          <a:noFill/>
          <a:ln/>
        </p:spPr>
        <p:txBody>
          <a:bodyPr wrap="square" lIns="508" tIns="508" rIns="508" bIns="508" rtlCol="0" anchor="t"/>
          <a:lstStyle/>
          <a:p>
            <a:pPr marL="0" indent="0">
              <a:buNone/>
            </a:pPr>
            <a:r>
              <a:rPr lang="en-US" dirty="0">
                <a:solidFill>
                  <a:srgbClr val="111827"/>
                </a:solidFill>
              </a:rPr>
              <a:t>Best for:</a:t>
            </a:r>
            <a:endParaRPr lang="en-US" dirty="0"/>
          </a:p>
          <a:p>
            <a:pPr marL="0" indent="0">
              <a:buNone/>
            </a:pPr>
            <a:r>
              <a:rPr lang="en-US" dirty="0">
                <a:solidFill>
                  <a:srgbClr val="111827"/>
                </a:solidFill>
              </a:rPr>
              <a:t>• T-SQL-centric teams</a:t>
            </a:r>
            <a:endParaRPr lang="en-US" dirty="0"/>
          </a:p>
          <a:p>
            <a:pPr marL="0" indent="0">
              <a:buNone/>
            </a:pPr>
            <a:r>
              <a:rPr lang="en-US" dirty="0">
                <a:solidFill>
                  <a:srgbClr val="111827"/>
                </a:solidFill>
              </a:rPr>
              <a:t>• Curated relational serving</a:t>
            </a:r>
            <a:endParaRPr lang="en-US" dirty="0"/>
          </a:p>
          <a:p>
            <a:pPr marL="0" indent="0">
              <a:buNone/>
            </a:pPr>
            <a:r>
              <a:rPr lang="en-US" dirty="0">
                <a:solidFill>
                  <a:srgbClr val="111827"/>
                </a:solidFill>
              </a:rPr>
              <a:t>• Dimensional models and conformed marts</a:t>
            </a:r>
            <a:endParaRPr lang="en-US" dirty="0"/>
          </a:p>
          <a:p>
            <a:pPr marL="0" indent="0">
              <a:buNone/>
            </a:pPr>
            <a:r>
              <a:rPr lang="en-US" dirty="0">
                <a:solidFill>
                  <a:srgbClr val="111827"/>
                </a:solidFill>
              </a:rPr>
              <a:t>• BI-facing schemas with tighter SQL control</a:t>
            </a:r>
            <a:endParaRPr lang="en-US" dirty="0"/>
          </a:p>
          <a:p>
            <a:pPr marL="0" indent="0">
              <a:buNone/>
            </a:pPr>
            <a:r>
              <a:rPr lang="en-US" dirty="0">
                <a:solidFill>
                  <a:srgbClr val="111827"/>
                </a:solidFill>
              </a:rPr>
              <a:t>• Classic EDW migration paths</a:t>
            </a:r>
            <a:endParaRPr lang="en-US" dirty="0"/>
          </a:p>
          <a:p>
            <a:pPr marL="0" indent="0">
              <a:buNone/>
            </a:pPr>
            <a:endParaRPr lang="en-US" dirty="0"/>
          </a:p>
          <a:p>
            <a:pPr marL="0" indent="0">
              <a:buNone/>
            </a:pPr>
            <a:r>
              <a:rPr lang="en-US" dirty="0">
                <a:solidFill>
                  <a:srgbClr val="111827"/>
                </a:solidFill>
              </a:rPr>
              <a:t>Use when the operating model is SQL-first.</a:t>
            </a:r>
            <a:endParaRPr lang="en-US" dirty="0"/>
          </a:p>
        </p:txBody>
      </p:sp>
      <p:sp>
        <p:nvSpPr>
          <p:cNvPr id="19" name="Shape 8">
            <a:extLst>
              <a:ext uri="{FF2B5EF4-FFF2-40B4-BE49-F238E27FC236}">
                <a16:creationId xmlns:a16="http://schemas.microsoft.com/office/drawing/2014/main" id="{DAF583E3-5C9B-A71D-0E33-B1E0C6AC48F7}"/>
              </a:ext>
            </a:extLst>
          </p:cNvPr>
          <p:cNvSpPr/>
          <p:nvPr/>
        </p:nvSpPr>
        <p:spPr>
          <a:xfrm>
            <a:off x="8033004" y="3262884"/>
            <a:ext cx="3200400" cy="4434840"/>
          </a:xfrm>
          <a:prstGeom prst="roundRect">
            <a:avLst>
              <a:gd name="adj" fmla="val 2286"/>
            </a:avLst>
          </a:prstGeom>
          <a:solidFill>
            <a:srgbClr val="F8FAFC"/>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0" name="Text 9">
            <a:extLst>
              <a:ext uri="{FF2B5EF4-FFF2-40B4-BE49-F238E27FC236}">
                <a16:creationId xmlns:a16="http://schemas.microsoft.com/office/drawing/2014/main" id="{D0FF89EA-EA7F-87DE-41FA-F48131D75C3E}"/>
              </a:ext>
            </a:extLst>
          </p:cNvPr>
          <p:cNvSpPr/>
          <p:nvPr/>
        </p:nvSpPr>
        <p:spPr>
          <a:xfrm>
            <a:off x="8197596" y="3409188"/>
            <a:ext cx="2871216" cy="256032"/>
          </a:xfrm>
          <a:prstGeom prst="rect">
            <a:avLst/>
          </a:prstGeom>
          <a:noFill/>
          <a:ln/>
        </p:spPr>
        <p:txBody>
          <a:bodyPr wrap="square" lIns="0" tIns="0" rIns="0" bIns="0" rtlCol="0" anchor="ctr"/>
          <a:lstStyle/>
          <a:p>
            <a:pPr marL="0" indent="0">
              <a:buNone/>
            </a:pPr>
            <a:r>
              <a:rPr lang="en-US" sz="2400" b="1" dirty="0">
                <a:solidFill>
                  <a:srgbClr val="4F46E5"/>
                </a:solidFill>
              </a:rPr>
              <a:t>Semantic Model</a:t>
            </a:r>
            <a:endParaRPr lang="en-US" sz="2400" dirty="0"/>
          </a:p>
        </p:txBody>
      </p:sp>
      <p:sp>
        <p:nvSpPr>
          <p:cNvPr id="21" name="Text 10">
            <a:extLst>
              <a:ext uri="{FF2B5EF4-FFF2-40B4-BE49-F238E27FC236}">
                <a16:creationId xmlns:a16="http://schemas.microsoft.com/office/drawing/2014/main" id="{8DD02911-8250-45B5-17CD-85420535AAA0}"/>
              </a:ext>
            </a:extLst>
          </p:cNvPr>
          <p:cNvSpPr/>
          <p:nvPr/>
        </p:nvSpPr>
        <p:spPr>
          <a:xfrm>
            <a:off x="8197596" y="3701796"/>
            <a:ext cx="2871216" cy="3867912"/>
          </a:xfrm>
          <a:prstGeom prst="rect">
            <a:avLst/>
          </a:prstGeom>
          <a:noFill/>
          <a:ln/>
        </p:spPr>
        <p:txBody>
          <a:bodyPr wrap="square" lIns="508" tIns="508" rIns="508" bIns="508" rtlCol="0" anchor="t"/>
          <a:lstStyle/>
          <a:p>
            <a:pPr marL="0" indent="0">
              <a:buNone/>
            </a:pPr>
            <a:r>
              <a:rPr lang="en-US" dirty="0">
                <a:solidFill>
                  <a:srgbClr val="111827"/>
                </a:solidFill>
              </a:rPr>
              <a:t>Best for:</a:t>
            </a:r>
            <a:endParaRPr lang="en-US" dirty="0"/>
          </a:p>
          <a:p>
            <a:pPr marL="0" indent="0">
              <a:buNone/>
            </a:pPr>
            <a:r>
              <a:rPr lang="en-US" dirty="0">
                <a:solidFill>
                  <a:srgbClr val="111827"/>
                </a:solidFill>
              </a:rPr>
              <a:t>• Measures and KPI definitions</a:t>
            </a:r>
            <a:endParaRPr lang="en-US" dirty="0"/>
          </a:p>
          <a:p>
            <a:pPr marL="0" indent="0">
              <a:buNone/>
            </a:pPr>
            <a:r>
              <a:rPr lang="en-US" dirty="0">
                <a:solidFill>
                  <a:srgbClr val="111827"/>
                </a:solidFill>
              </a:rPr>
              <a:t>• Relationships and hierarchies</a:t>
            </a:r>
            <a:endParaRPr lang="en-US" dirty="0"/>
          </a:p>
          <a:p>
            <a:pPr marL="0" indent="0">
              <a:buNone/>
            </a:pPr>
            <a:r>
              <a:rPr lang="en-US" dirty="0">
                <a:solidFill>
                  <a:srgbClr val="111827"/>
                </a:solidFill>
              </a:rPr>
              <a:t>• Row-level security</a:t>
            </a:r>
            <a:endParaRPr lang="en-US" dirty="0"/>
          </a:p>
          <a:p>
            <a:pPr marL="0" indent="0">
              <a:buNone/>
            </a:pPr>
            <a:r>
              <a:rPr lang="en-US" dirty="0">
                <a:solidFill>
                  <a:srgbClr val="111827"/>
                </a:solidFill>
              </a:rPr>
              <a:t>• Certified reusable business logic</a:t>
            </a:r>
            <a:endParaRPr lang="en-US" dirty="0"/>
          </a:p>
          <a:p>
            <a:pPr marL="0" indent="0">
              <a:buNone/>
            </a:pPr>
            <a:r>
              <a:rPr lang="en-US" dirty="0">
                <a:solidFill>
                  <a:srgbClr val="111827"/>
                </a:solidFill>
              </a:rPr>
              <a:t>• Consistent self-service consumption</a:t>
            </a:r>
            <a:endParaRPr lang="en-US" dirty="0"/>
          </a:p>
          <a:p>
            <a:pPr marL="0" indent="0">
              <a:buNone/>
            </a:pPr>
            <a:endParaRPr lang="en-US" dirty="0"/>
          </a:p>
          <a:p>
            <a:pPr marL="0" indent="0">
              <a:buNone/>
            </a:pPr>
            <a:r>
              <a:rPr lang="en-US" dirty="0">
                <a:solidFill>
                  <a:srgbClr val="111827"/>
                </a:solidFill>
              </a:rPr>
              <a:t>Use as the governed business contract.</a:t>
            </a:r>
            <a:endParaRPr lang="en-US" dirty="0"/>
          </a:p>
        </p:txBody>
      </p:sp>
      <p:sp>
        <p:nvSpPr>
          <p:cNvPr id="22" name="Text 11">
            <a:extLst>
              <a:ext uri="{FF2B5EF4-FFF2-40B4-BE49-F238E27FC236}">
                <a16:creationId xmlns:a16="http://schemas.microsoft.com/office/drawing/2014/main" id="{DF96F6A8-A0B1-B27E-197A-68E3DA1F95CA}"/>
              </a:ext>
            </a:extLst>
          </p:cNvPr>
          <p:cNvSpPr/>
          <p:nvPr/>
        </p:nvSpPr>
        <p:spPr>
          <a:xfrm>
            <a:off x="1787652" y="7898892"/>
            <a:ext cx="1783080" cy="292608"/>
          </a:xfrm>
          <a:prstGeom prst="roundRect">
            <a:avLst/>
          </a:prstGeom>
          <a:solidFill>
            <a:srgbClr val="0F766E"/>
          </a:solidFill>
          <a:ln>
            <a:solidFill>
              <a:srgbClr val="0F766E"/>
            </a:solidFill>
          </a:ln>
        </p:spPr>
        <p:txBody>
          <a:bodyPr wrap="square" lIns="0" tIns="0" rIns="0" bIns="0" rtlCol="0" anchor="ctr"/>
          <a:lstStyle/>
          <a:p>
            <a:pPr marL="0" indent="0" algn="ctr">
              <a:buNone/>
            </a:pPr>
            <a:r>
              <a:rPr lang="en-US" sz="1600" b="1" dirty="0">
                <a:solidFill>
                  <a:srgbClr val="FFFFFF"/>
                </a:solidFill>
              </a:rPr>
              <a:t>engineering-first</a:t>
            </a:r>
            <a:endParaRPr lang="en-US" sz="1600" dirty="0"/>
          </a:p>
        </p:txBody>
      </p:sp>
      <p:sp>
        <p:nvSpPr>
          <p:cNvPr id="23" name="Text 12">
            <a:extLst>
              <a:ext uri="{FF2B5EF4-FFF2-40B4-BE49-F238E27FC236}">
                <a16:creationId xmlns:a16="http://schemas.microsoft.com/office/drawing/2014/main" id="{5154E688-5D85-3A39-10BF-4234843EF8D5}"/>
              </a:ext>
            </a:extLst>
          </p:cNvPr>
          <p:cNvSpPr/>
          <p:nvPr/>
        </p:nvSpPr>
        <p:spPr>
          <a:xfrm>
            <a:off x="5372100" y="7898892"/>
            <a:ext cx="1234440" cy="292608"/>
          </a:xfrm>
          <a:prstGeom prst="roundRect">
            <a:avLst/>
          </a:prstGeom>
          <a:solidFill>
            <a:srgbClr val="D97706"/>
          </a:solidFill>
          <a:ln>
            <a:solidFill>
              <a:srgbClr val="D97706"/>
            </a:solidFill>
          </a:ln>
        </p:spPr>
        <p:txBody>
          <a:bodyPr wrap="square" lIns="0" tIns="0" rIns="0" bIns="0" rtlCol="0" anchor="ctr"/>
          <a:lstStyle/>
          <a:p>
            <a:pPr marL="0" indent="0" algn="ctr">
              <a:buNone/>
            </a:pPr>
            <a:r>
              <a:rPr lang="en-US" sz="1600" b="1" dirty="0">
                <a:solidFill>
                  <a:srgbClr val="FFFFFF"/>
                </a:solidFill>
              </a:rPr>
              <a:t>sql-first</a:t>
            </a:r>
            <a:endParaRPr lang="en-US" sz="1600" dirty="0"/>
          </a:p>
        </p:txBody>
      </p:sp>
      <p:sp>
        <p:nvSpPr>
          <p:cNvPr id="24" name="Text 13">
            <a:extLst>
              <a:ext uri="{FF2B5EF4-FFF2-40B4-BE49-F238E27FC236}">
                <a16:creationId xmlns:a16="http://schemas.microsoft.com/office/drawing/2014/main" id="{C76AD038-FF1E-583E-880D-DC22883EDA9A}"/>
              </a:ext>
            </a:extLst>
          </p:cNvPr>
          <p:cNvSpPr/>
          <p:nvPr/>
        </p:nvSpPr>
        <p:spPr>
          <a:xfrm>
            <a:off x="8782812" y="7898892"/>
            <a:ext cx="1645920" cy="292608"/>
          </a:xfrm>
          <a:prstGeom prst="roundRect">
            <a:avLst/>
          </a:prstGeom>
          <a:solidFill>
            <a:srgbClr val="4F46E5"/>
          </a:solidFill>
          <a:ln>
            <a:solidFill>
              <a:srgbClr val="4F46E5"/>
            </a:solidFill>
          </a:ln>
        </p:spPr>
        <p:txBody>
          <a:bodyPr wrap="square" lIns="0" tIns="0" rIns="0" bIns="0" rtlCol="0" anchor="ctr"/>
          <a:lstStyle/>
          <a:p>
            <a:pPr marL="0" indent="0" algn="ctr">
              <a:buNone/>
            </a:pPr>
            <a:r>
              <a:rPr lang="en-US" sz="1600" b="1" dirty="0">
                <a:solidFill>
                  <a:srgbClr val="FFFFFF"/>
                </a:solidFill>
              </a:rPr>
              <a:t>business-first</a:t>
            </a:r>
            <a:endParaRPr lang="en-US" sz="1600" dirty="0"/>
          </a:p>
        </p:txBody>
      </p:sp>
    </p:spTree>
    <p:extLst>
      <p:ext uri="{BB962C8B-B14F-4D97-AF65-F5344CB8AC3E}">
        <p14:creationId xmlns:p14="http://schemas.microsoft.com/office/powerpoint/2010/main" val="3232034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BB3EDA2-E38B-A9A5-86DB-F3C0834A621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B94FB8E-84CC-508A-1487-74361EDDDCE1}"/>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D4C17ACD-0BA8-30E9-CC80-F8BD9A7675B1}"/>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3B04D3BA-3B3F-CBB9-ECB8-300DF17FA738}"/>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3E835E34-3FA4-83F7-23D3-2B6F1C061F82}"/>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66F5EDED-EFD3-7B98-625C-EDFD55BCE7B9}"/>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CBD90812-E227-5E0F-DF79-09ED1B3206FF}"/>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8D817486-A2E8-00EA-6458-029D667D6FC7}"/>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0AE1E8C1-D655-6203-56FD-815C944DC53C}"/>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Box 9">
            <a:extLst>
              <a:ext uri="{FF2B5EF4-FFF2-40B4-BE49-F238E27FC236}">
                <a16:creationId xmlns:a16="http://schemas.microsoft.com/office/drawing/2014/main" id="{67357C01-7349-2EE0-DD2A-4C5F157649D3}"/>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17</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E5BE25E5-F637-B37E-F36F-24C71E56117B}"/>
              </a:ext>
            </a:extLst>
          </p:cNvPr>
          <p:cNvSpPr/>
          <p:nvPr/>
        </p:nvSpPr>
        <p:spPr>
          <a:xfrm>
            <a:off x="1082040" y="1589532"/>
            <a:ext cx="8138160" cy="45720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Ingestion choices: who does what?</a:t>
            </a:r>
            <a:endParaRPr lang="en-US" sz="3600" dirty="0">
              <a:solidFill>
                <a:schemeClr val="bg1"/>
              </a:solidFill>
            </a:endParaRPr>
          </a:p>
        </p:txBody>
      </p:sp>
      <p:sp>
        <p:nvSpPr>
          <p:cNvPr id="12" name="Text 1">
            <a:extLst>
              <a:ext uri="{FF2B5EF4-FFF2-40B4-BE49-F238E27FC236}">
                <a16:creationId xmlns:a16="http://schemas.microsoft.com/office/drawing/2014/main" id="{8DD61F86-B47A-584F-8361-0C6244E7E1E4}"/>
              </a:ext>
            </a:extLst>
          </p:cNvPr>
          <p:cNvSpPr/>
          <p:nvPr/>
        </p:nvSpPr>
        <p:spPr>
          <a:xfrm>
            <a:off x="1100328" y="2171700"/>
            <a:ext cx="12768072"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A simple rule set helps teams avoid using one Fabric item for every problem.</a:t>
            </a:r>
            <a:endParaRPr lang="en-US" sz="2800" dirty="0">
              <a:solidFill>
                <a:schemeClr val="bg1"/>
              </a:solidFill>
            </a:endParaRPr>
          </a:p>
        </p:txBody>
      </p:sp>
      <p:sp>
        <p:nvSpPr>
          <p:cNvPr id="13" name="Shape 2">
            <a:extLst>
              <a:ext uri="{FF2B5EF4-FFF2-40B4-BE49-F238E27FC236}">
                <a16:creationId xmlns:a16="http://schemas.microsoft.com/office/drawing/2014/main" id="{2900B1CC-4E95-10FC-C1DC-B5C78CCAEE9F}"/>
              </a:ext>
            </a:extLst>
          </p:cNvPr>
          <p:cNvSpPr/>
          <p:nvPr/>
        </p:nvSpPr>
        <p:spPr>
          <a:xfrm>
            <a:off x="3139440" y="3665220"/>
            <a:ext cx="594360" cy="0"/>
          </a:xfrm>
          <a:prstGeom prst="line">
            <a:avLst/>
          </a:prstGeom>
          <a:noFill/>
          <a:ln w="19050">
            <a:solidFill>
              <a:srgbClr val="94A3B8"/>
            </a:solidFill>
            <a:prstDash val="solid"/>
            <a:headEnd type="none"/>
            <a:tailEnd type="triangle"/>
          </a:ln>
        </p:spPr>
        <p:txBody>
          <a:bodyPr/>
          <a:lstStyle/>
          <a:p>
            <a:endParaRPr lang="en-US"/>
          </a:p>
        </p:txBody>
      </p:sp>
      <p:sp>
        <p:nvSpPr>
          <p:cNvPr id="14" name="Shape 3">
            <a:extLst>
              <a:ext uri="{FF2B5EF4-FFF2-40B4-BE49-F238E27FC236}">
                <a16:creationId xmlns:a16="http://schemas.microsoft.com/office/drawing/2014/main" id="{662DAF04-2688-3C1D-85D1-8433F4A08EE1}"/>
              </a:ext>
            </a:extLst>
          </p:cNvPr>
          <p:cNvSpPr/>
          <p:nvPr/>
        </p:nvSpPr>
        <p:spPr>
          <a:xfrm>
            <a:off x="6248400" y="3665220"/>
            <a:ext cx="594360" cy="0"/>
          </a:xfrm>
          <a:prstGeom prst="line">
            <a:avLst/>
          </a:prstGeom>
          <a:noFill/>
          <a:ln w="19050">
            <a:solidFill>
              <a:srgbClr val="94A3B8"/>
            </a:solidFill>
            <a:prstDash val="solid"/>
            <a:headEnd type="none"/>
            <a:tailEnd type="triangle"/>
          </a:ln>
        </p:spPr>
        <p:txBody>
          <a:bodyPr/>
          <a:lstStyle/>
          <a:p>
            <a:endParaRPr lang="en-US"/>
          </a:p>
        </p:txBody>
      </p:sp>
      <p:sp>
        <p:nvSpPr>
          <p:cNvPr id="15" name="Shape 4">
            <a:extLst>
              <a:ext uri="{FF2B5EF4-FFF2-40B4-BE49-F238E27FC236}">
                <a16:creationId xmlns:a16="http://schemas.microsoft.com/office/drawing/2014/main" id="{7704ADCB-7289-630E-B5D5-1BABF9F1B14D}"/>
              </a:ext>
            </a:extLst>
          </p:cNvPr>
          <p:cNvSpPr/>
          <p:nvPr/>
        </p:nvSpPr>
        <p:spPr>
          <a:xfrm>
            <a:off x="9357360" y="3665220"/>
            <a:ext cx="594360" cy="0"/>
          </a:xfrm>
          <a:prstGeom prst="line">
            <a:avLst/>
          </a:prstGeom>
          <a:noFill/>
          <a:ln w="19050">
            <a:solidFill>
              <a:srgbClr val="94A3B8"/>
            </a:solidFill>
            <a:prstDash val="solid"/>
            <a:headEnd type="none"/>
            <a:tailEnd type="triangle"/>
          </a:ln>
        </p:spPr>
        <p:txBody>
          <a:bodyPr/>
          <a:lstStyle/>
          <a:p>
            <a:endParaRPr lang="en-US"/>
          </a:p>
        </p:txBody>
      </p:sp>
      <p:sp>
        <p:nvSpPr>
          <p:cNvPr id="16" name="Text 5">
            <a:extLst>
              <a:ext uri="{FF2B5EF4-FFF2-40B4-BE49-F238E27FC236}">
                <a16:creationId xmlns:a16="http://schemas.microsoft.com/office/drawing/2014/main" id="{605DE4E3-99EC-FFC6-4E19-2D4E0AD5ADBE}"/>
              </a:ext>
            </a:extLst>
          </p:cNvPr>
          <p:cNvSpPr/>
          <p:nvPr/>
        </p:nvSpPr>
        <p:spPr>
          <a:xfrm>
            <a:off x="990600" y="2906268"/>
            <a:ext cx="1097280" cy="228600"/>
          </a:xfrm>
          <a:prstGeom prst="rect">
            <a:avLst/>
          </a:prstGeom>
          <a:noFill/>
          <a:ln/>
        </p:spPr>
        <p:txBody>
          <a:bodyPr wrap="square" lIns="0" tIns="0" rIns="0" bIns="0" rtlCol="0" anchor="ctr"/>
          <a:lstStyle/>
          <a:p>
            <a:pPr marL="0" indent="0" algn="l">
              <a:buNone/>
            </a:pPr>
            <a:r>
              <a:rPr lang="en-US" sz="1500" b="1" dirty="0">
                <a:solidFill>
                  <a:schemeClr val="bg1"/>
                </a:solidFill>
              </a:rPr>
              <a:t>Source data</a:t>
            </a:r>
            <a:endParaRPr lang="en-US" sz="1500" dirty="0">
              <a:solidFill>
                <a:schemeClr val="bg1"/>
              </a:solidFill>
            </a:endParaRPr>
          </a:p>
        </p:txBody>
      </p:sp>
      <p:sp>
        <p:nvSpPr>
          <p:cNvPr id="17" name="Text 6">
            <a:extLst>
              <a:ext uri="{FF2B5EF4-FFF2-40B4-BE49-F238E27FC236}">
                <a16:creationId xmlns:a16="http://schemas.microsoft.com/office/drawing/2014/main" id="{E5FA57BB-AF23-CDDE-9D36-7D33529F615D}"/>
              </a:ext>
            </a:extLst>
          </p:cNvPr>
          <p:cNvSpPr/>
          <p:nvPr/>
        </p:nvSpPr>
        <p:spPr>
          <a:xfrm>
            <a:off x="990600" y="3198876"/>
            <a:ext cx="1143000" cy="457200"/>
          </a:xfrm>
          <a:prstGeom prst="rect">
            <a:avLst/>
          </a:prstGeom>
          <a:noFill/>
          <a:ln/>
        </p:spPr>
        <p:txBody>
          <a:bodyPr wrap="square" lIns="0" tIns="0" rIns="0" bIns="0" rtlCol="0" anchor="ctr"/>
          <a:lstStyle/>
          <a:p>
            <a:pPr marL="0" indent="0" algn="l">
              <a:buNone/>
            </a:pPr>
            <a:r>
              <a:rPr lang="en-US" sz="1100" dirty="0">
                <a:solidFill>
                  <a:schemeClr val="bg1"/>
                </a:solidFill>
              </a:rPr>
              <a:t>SaaS • DBs</a:t>
            </a:r>
          </a:p>
          <a:p>
            <a:pPr marL="0" indent="0" algn="l">
              <a:buNone/>
            </a:pPr>
            <a:r>
              <a:rPr lang="en-US" sz="1100" dirty="0">
                <a:solidFill>
                  <a:schemeClr val="bg1"/>
                </a:solidFill>
              </a:rPr>
              <a:t>files • streams</a:t>
            </a:r>
          </a:p>
        </p:txBody>
      </p:sp>
      <p:sp>
        <p:nvSpPr>
          <p:cNvPr id="18" name="Shape 7">
            <a:extLst>
              <a:ext uri="{FF2B5EF4-FFF2-40B4-BE49-F238E27FC236}">
                <a16:creationId xmlns:a16="http://schemas.microsoft.com/office/drawing/2014/main" id="{A5339016-74F1-4881-F526-CC65EC348AA7}"/>
              </a:ext>
            </a:extLst>
          </p:cNvPr>
          <p:cNvSpPr/>
          <p:nvPr/>
        </p:nvSpPr>
        <p:spPr>
          <a:xfrm>
            <a:off x="2590800" y="2705100"/>
            <a:ext cx="2468880" cy="3264408"/>
          </a:xfrm>
          <a:prstGeom prst="roundRect">
            <a:avLst>
              <a:gd name="adj" fmla="val 2963"/>
            </a:avLst>
          </a:prstGeom>
          <a:solidFill>
            <a:srgbClr val="DBEAFE"/>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9" name="Text 8">
            <a:extLst>
              <a:ext uri="{FF2B5EF4-FFF2-40B4-BE49-F238E27FC236}">
                <a16:creationId xmlns:a16="http://schemas.microsoft.com/office/drawing/2014/main" id="{B1C8B228-1D53-612F-CB3D-62ABD1874E24}"/>
              </a:ext>
            </a:extLst>
          </p:cNvPr>
          <p:cNvSpPr/>
          <p:nvPr/>
        </p:nvSpPr>
        <p:spPr>
          <a:xfrm>
            <a:off x="2755392" y="2851404"/>
            <a:ext cx="2139696" cy="256032"/>
          </a:xfrm>
          <a:prstGeom prst="rect">
            <a:avLst/>
          </a:prstGeom>
          <a:noFill/>
          <a:ln/>
        </p:spPr>
        <p:txBody>
          <a:bodyPr wrap="square" lIns="0" tIns="0" rIns="0" bIns="0" rtlCol="0" anchor="ctr"/>
          <a:lstStyle/>
          <a:p>
            <a:pPr marL="0" indent="0">
              <a:buNone/>
            </a:pPr>
            <a:r>
              <a:rPr lang="en-US" sz="2400" b="1" dirty="0">
                <a:solidFill>
                  <a:srgbClr val="2563EB"/>
                </a:solidFill>
              </a:rPr>
              <a:t>Dataflows Gen2</a:t>
            </a:r>
            <a:endParaRPr lang="en-US" sz="2400" dirty="0"/>
          </a:p>
        </p:txBody>
      </p:sp>
      <p:sp>
        <p:nvSpPr>
          <p:cNvPr id="20" name="Text 9">
            <a:extLst>
              <a:ext uri="{FF2B5EF4-FFF2-40B4-BE49-F238E27FC236}">
                <a16:creationId xmlns:a16="http://schemas.microsoft.com/office/drawing/2014/main" id="{3B050008-36FF-B3D1-FAB8-1FD90E85F50B}"/>
              </a:ext>
            </a:extLst>
          </p:cNvPr>
          <p:cNvSpPr/>
          <p:nvPr/>
        </p:nvSpPr>
        <p:spPr>
          <a:xfrm>
            <a:off x="2755392" y="3144012"/>
            <a:ext cx="2139696" cy="2176272"/>
          </a:xfrm>
          <a:prstGeom prst="rect">
            <a:avLst/>
          </a:prstGeom>
          <a:noFill/>
          <a:ln/>
        </p:spPr>
        <p:txBody>
          <a:bodyPr wrap="square" lIns="508" tIns="508" rIns="508" bIns="508" rtlCol="0" anchor="t"/>
          <a:lstStyle/>
          <a:p>
            <a:pPr marL="0" indent="0">
              <a:buNone/>
            </a:pPr>
            <a:r>
              <a:rPr lang="en-US" dirty="0">
                <a:solidFill>
                  <a:srgbClr val="111827"/>
                </a:solidFill>
              </a:rPr>
              <a:t>Low-code shaping</a:t>
            </a:r>
            <a:endParaRPr lang="en-US" dirty="0"/>
          </a:p>
          <a:p>
            <a:pPr marL="0" indent="0">
              <a:buNone/>
            </a:pPr>
            <a:endParaRPr lang="en-US" dirty="0"/>
          </a:p>
          <a:p>
            <a:pPr marL="0" indent="0">
              <a:buNone/>
            </a:pPr>
            <a:r>
              <a:rPr lang="en-US" dirty="0">
                <a:solidFill>
                  <a:srgbClr val="111827"/>
                </a:solidFill>
              </a:rPr>
              <a:t>Good for quick source prep, analyst-friendly transforms, and moderate complexity.</a:t>
            </a:r>
            <a:endParaRPr lang="en-US" dirty="0"/>
          </a:p>
          <a:p>
            <a:pPr marL="0" indent="0">
              <a:buNone/>
            </a:pPr>
            <a:endParaRPr lang="en-US" dirty="0"/>
          </a:p>
          <a:p>
            <a:pPr marL="0" indent="0">
              <a:buNone/>
            </a:pPr>
            <a:r>
              <a:rPr lang="en-US" dirty="0">
                <a:solidFill>
                  <a:srgbClr val="111827"/>
                </a:solidFill>
              </a:rPr>
              <a:t>Do not make it your entire enterprise engineering strategy.</a:t>
            </a:r>
            <a:endParaRPr lang="en-US" dirty="0"/>
          </a:p>
        </p:txBody>
      </p:sp>
      <p:sp>
        <p:nvSpPr>
          <p:cNvPr id="21" name="Shape 10">
            <a:extLst>
              <a:ext uri="{FF2B5EF4-FFF2-40B4-BE49-F238E27FC236}">
                <a16:creationId xmlns:a16="http://schemas.microsoft.com/office/drawing/2014/main" id="{BE34A804-2BA8-0B2F-2030-0DD2D9F7C87E}"/>
              </a:ext>
            </a:extLst>
          </p:cNvPr>
          <p:cNvSpPr/>
          <p:nvPr/>
        </p:nvSpPr>
        <p:spPr>
          <a:xfrm>
            <a:off x="5699760" y="2705100"/>
            <a:ext cx="2468880" cy="3264408"/>
          </a:xfrm>
          <a:prstGeom prst="roundRect">
            <a:avLst>
              <a:gd name="adj" fmla="val 2963"/>
            </a:avLst>
          </a:prstGeom>
          <a:solidFill>
            <a:srgbClr val="FEF3C7"/>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2" name="Text 11">
            <a:extLst>
              <a:ext uri="{FF2B5EF4-FFF2-40B4-BE49-F238E27FC236}">
                <a16:creationId xmlns:a16="http://schemas.microsoft.com/office/drawing/2014/main" id="{16AB1B94-AAD6-1426-8092-A23E5EB7F739}"/>
              </a:ext>
            </a:extLst>
          </p:cNvPr>
          <p:cNvSpPr/>
          <p:nvPr/>
        </p:nvSpPr>
        <p:spPr>
          <a:xfrm>
            <a:off x="5864352" y="2851404"/>
            <a:ext cx="2139696" cy="256032"/>
          </a:xfrm>
          <a:prstGeom prst="rect">
            <a:avLst/>
          </a:prstGeom>
          <a:noFill/>
          <a:ln/>
        </p:spPr>
        <p:txBody>
          <a:bodyPr wrap="square" lIns="0" tIns="0" rIns="0" bIns="0" rtlCol="0" anchor="ctr"/>
          <a:lstStyle/>
          <a:p>
            <a:pPr marL="0" indent="0">
              <a:buNone/>
            </a:pPr>
            <a:r>
              <a:rPr lang="en-US" sz="2400" b="1" dirty="0">
                <a:solidFill>
                  <a:srgbClr val="D97706"/>
                </a:solidFill>
              </a:rPr>
              <a:t>Pipelines</a:t>
            </a:r>
            <a:endParaRPr lang="en-US" sz="2400" dirty="0"/>
          </a:p>
        </p:txBody>
      </p:sp>
      <p:sp>
        <p:nvSpPr>
          <p:cNvPr id="23" name="Text 12">
            <a:extLst>
              <a:ext uri="{FF2B5EF4-FFF2-40B4-BE49-F238E27FC236}">
                <a16:creationId xmlns:a16="http://schemas.microsoft.com/office/drawing/2014/main" id="{BF8223BD-67E7-0BDD-3CAD-9F819318976E}"/>
              </a:ext>
            </a:extLst>
          </p:cNvPr>
          <p:cNvSpPr/>
          <p:nvPr/>
        </p:nvSpPr>
        <p:spPr>
          <a:xfrm>
            <a:off x="5864352" y="3144012"/>
            <a:ext cx="2139696" cy="2176272"/>
          </a:xfrm>
          <a:prstGeom prst="rect">
            <a:avLst/>
          </a:prstGeom>
          <a:noFill/>
          <a:ln/>
        </p:spPr>
        <p:txBody>
          <a:bodyPr wrap="square" lIns="508" tIns="508" rIns="508" bIns="508" rtlCol="0" anchor="t"/>
          <a:lstStyle/>
          <a:p>
            <a:pPr marL="0" indent="0">
              <a:buNone/>
            </a:pPr>
            <a:r>
              <a:rPr lang="en-US" dirty="0">
                <a:solidFill>
                  <a:srgbClr val="111827"/>
                </a:solidFill>
              </a:rPr>
              <a:t>Orchestration</a:t>
            </a:r>
            <a:endParaRPr lang="en-US" dirty="0"/>
          </a:p>
          <a:p>
            <a:pPr marL="0" indent="0">
              <a:buNone/>
            </a:pPr>
            <a:endParaRPr lang="en-US" dirty="0"/>
          </a:p>
          <a:p>
            <a:pPr marL="0" indent="0">
              <a:buNone/>
            </a:pPr>
            <a:r>
              <a:rPr lang="en-US" dirty="0">
                <a:solidFill>
                  <a:srgbClr val="111827"/>
                </a:solidFill>
              </a:rPr>
              <a:t>Good for schedules, dependencies, retries, branching, and coordinating copy activities, notebooks, and downstream refresh.</a:t>
            </a:r>
            <a:endParaRPr lang="en-US" dirty="0"/>
          </a:p>
        </p:txBody>
      </p:sp>
      <p:sp>
        <p:nvSpPr>
          <p:cNvPr id="24" name="Shape 13">
            <a:extLst>
              <a:ext uri="{FF2B5EF4-FFF2-40B4-BE49-F238E27FC236}">
                <a16:creationId xmlns:a16="http://schemas.microsoft.com/office/drawing/2014/main" id="{D39452E6-56A0-2891-4E32-9DFC08424DDB}"/>
              </a:ext>
            </a:extLst>
          </p:cNvPr>
          <p:cNvSpPr/>
          <p:nvPr/>
        </p:nvSpPr>
        <p:spPr>
          <a:xfrm>
            <a:off x="8808720" y="2705100"/>
            <a:ext cx="2468880" cy="3264408"/>
          </a:xfrm>
          <a:prstGeom prst="roundRect">
            <a:avLst>
              <a:gd name="adj" fmla="val 2963"/>
            </a:avLst>
          </a:prstGeom>
          <a:solidFill>
            <a:srgbClr val="CCFBF1"/>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5" name="Text 14">
            <a:extLst>
              <a:ext uri="{FF2B5EF4-FFF2-40B4-BE49-F238E27FC236}">
                <a16:creationId xmlns:a16="http://schemas.microsoft.com/office/drawing/2014/main" id="{480DC80A-DF2A-2F45-3AC0-574C21801C6C}"/>
              </a:ext>
            </a:extLst>
          </p:cNvPr>
          <p:cNvSpPr/>
          <p:nvPr/>
        </p:nvSpPr>
        <p:spPr>
          <a:xfrm>
            <a:off x="8973312" y="2851404"/>
            <a:ext cx="2139696" cy="256032"/>
          </a:xfrm>
          <a:prstGeom prst="rect">
            <a:avLst/>
          </a:prstGeom>
          <a:noFill/>
          <a:ln/>
        </p:spPr>
        <p:txBody>
          <a:bodyPr wrap="square" lIns="0" tIns="0" rIns="0" bIns="0" rtlCol="0" anchor="ctr"/>
          <a:lstStyle/>
          <a:p>
            <a:pPr marL="0" indent="0">
              <a:buNone/>
            </a:pPr>
            <a:r>
              <a:rPr lang="en-US" sz="2400" b="1" dirty="0">
                <a:solidFill>
                  <a:srgbClr val="0F766E"/>
                </a:solidFill>
              </a:rPr>
              <a:t>Notebooks</a:t>
            </a:r>
            <a:endParaRPr lang="en-US" sz="2400" dirty="0"/>
          </a:p>
        </p:txBody>
      </p:sp>
      <p:sp>
        <p:nvSpPr>
          <p:cNvPr id="26" name="Text 15">
            <a:extLst>
              <a:ext uri="{FF2B5EF4-FFF2-40B4-BE49-F238E27FC236}">
                <a16:creationId xmlns:a16="http://schemas.microsoft.com/office/drawing/2014/main" id="{0AC6F961-B29D-447B-DE16-D155128B9DF4}"/>
              </a:ext>
            </a:extLst>
          </p:cNvPr>
          <p:cNvSpPr/>
          <p:nvPr/>
        </p:nvSpPr>
        <p:spPr>
          <a:xfrm>
            <a:off x="8973312" y="3144012"/>
            <a:ext cx="2139696" cy="2176272"/>
          </a:xfrm>
          <a:prstGeom prst="rect">
            <a:avLst/>
          </a:prstGeom>
          <a:noFill/>
          <a:ln/>
        </p:spPr>
        <p:txBody>
          <a:bodyPr wrap="square" lIns="508" tIns="508" rIns="508" bIns="508" rtlCol="0" anchor="t"/>
          <a:lstStyle/>
          <a:p>
            <a:pPr marL="0" indent="0">
              <a:buNone/>
            </a:pPr>
            <a:r>
              <a:rPr lang="en-US" dirty="0">
                <a:solidFill>
                  <a:srgbClr val="111827"/>
                </a:solidFill>
              </a:rPr>
              <a:t>Code-first engineering</a:t>
            </a:r>
            <a:endParaRPr lang="en-US" dirty="0"/>
          </a:p>
          <a:p>
            <a:pPr marL="0" indent="0">
              <a:buNone/>
            </a:pPr>
            <a:endParaRPr lang="en-US" dirty="0"/>
          </a:p>
          <a:p>
            <a:pPr marL="0" indent="0">
              <a:buNone/>
            </a:pPr>
            <a:r>
              <a:rPr lang="en-US" dirty="0">
                <a:solidFill>
                  <a:srgbClr val="111827"/>
                </a:solidFill>
              </a:rPr>
              <a:t>Good for Spark, scale, advanced transformation logic, reusable engineering, ML adjacency, and heavy data quality work.</a:t>
            </a:r>
            <a:endParaRPr lang="en-US" dirty="0"/>
          </a:p>
        </p:txBody>
      </p:sp>
      <p:sp>
        <p:nvSpPr>
          <p:cNvPr id="27" name="Shape 16">
            <a:extLst>
              <a:ext uri="{FF2B5EF4-FFF2-40B4-BE49-F238E27FC236}">
                <a16:creationId xmlns:a16="http://schemas.microsoft.com/office/drawing/2014/main" id="{48B5C07F-24CF-8D9C-A840-3B9FCEB358C7}"/>
              </a:ext>
            </a:extLst>
          </p:cNvPr>
          <p:cNvSpPr/>
          <p:nvPr/>
        </p:nvSpPr>
        <p:spPr>
          <a:xfrm>
            <a:off x="1264920" y="6387083"/>
            <a:ext cx="10561320" cy="1454659"/>
          </a:xfrm>
          <a:prstGeom prst="roundRect">
            <a:avLst>
              <a:gd name="adj" fmla="val 6400"/>
            </a:avLst>
          </a:prstGeom>
          <a:solidFill>
            <a:srgbClr val="FFFFFF"/>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8" name="Text 17">
            <a:extLst>
              <a:ext uri="{FF2B5EF4-FFF2-40B4-BE49-F238E27FC236}">
                <a16:creationId xmlns:a16="http://schemas.microsoft.com/office/drawing/2014/main" id="{7FBA35D8-406F-7A3E-4453-2321E578051C}"/>
              </a:ext>
            </a:extLst>
          </p:cNvPr>
          <p:cNvSpPr/>
          <p:nvPr/>
        </p:nvSpPr>
        <p:spPr>
          <a:xfrm>
            <a:off x="1429512" y="6533388"/>
            <a:ext cx="10232136" cy="256032"/>
          </a:xfrm>
          <a:prstGeom prst="rect">
            <a:avLst/>
          </a:prstGeom>
          <a:noFill/>
          <a:ln/>
        </p:spPr>
        <p:txBody>
          <a:bodyPr wrap="square" lIns="0" tIns="0" rIns="0" bIns="0" rtlCol="0" anchor="ctr"/>
          <a:lstStyle/>
          <a:p>
            <a:pPr marL="0" indent="0">
              <a:buNone/>
            </a:pPr>
            <a:r>
              <a:rPr lang="en-US" sz="2400" b="1" dirty="0">
                <a:solidFill>
                  <a:srgbClr val="0F172A"/>
                </a:solidFill>
              </a:rPr>
              <a:t>Decision rule</a:t>
            </a:r>
            <a:endParaRPr lang="en-US" sz="2400" dirty="0"/>
          </a:p>
        </p:txBody>
      </p:sp>
      <p:sp>
        <p:nvSpPr>
          <p:cNvPr id="29" name="Text 18">
            <a:extLst>
              <a:ext uri="{FF2B5EF4-FFF2-40B4-BE49-F238E27FC236}">
                <a16:creationId xmlns:a16="http://schemas.microsoft.com/office/drawing/2014/main" id="{AC08B2A4-72CF-B711-A780-AD9AD3EC6C5A}"/>
              </a:ext>
            </a:extLst>
          </p:cNvPr>
          <p:cNvSpPr/>
          <p:nvPr/>
        </p:nvSpPr>
        <p:spPr>
          <a:xfrm>
            <a:off x="1429512" y="6825996"/>
            <a:ext cx="10232136" cy="576072"/>
          </a:xfrm>
          <a:prstGeom prst="rect">
            <a:avLst/>
          </a:prstGeom>
          <a:noFill/>
          <a:ln/>
        </p:spPr>
        <p:txBody>
          <a:bodyPr wrap="square" lIns="508" tIns="508" rIns="508" bIns="508" rtlCol="0" anchor="t"/>
          <a:lstStyle/>
          <a:p>
            <a:pPr marL="0" indent="0">
              <a:buNone/>
            </a:pPr>
            <a:r>
              <a:rPr lang="en-US" dirty="0">
                <a:solidFill>
                  <a:srgbClr val="111827"/>
                </a:solidFill>
              </a:rPr>
              <a:t>Use Dataflows for low-code shaping, Pipelines for orchestration, and Notebooks when complexity, scale, or engineering rigor justifies code. Most enterprise solutions use all three — with Pipelines coordinating the flow.</a:t>
            </a:r>
            <a:endParaRPr lang="en-US" dirty="0"/>
          </a:p>
        </p:txBody>
      </p:sp>
      <p:sp>
        <p:nvSpPr>
          <p:cNvPr id="30" name="Slide Number Placeholder 0">
            <a:extLst>
              <a:ext uri="{FF2B5EF4-FFF2-40B4-BE49-F238E27FC236}">
                <a16:creationId xmlns:a16="http://schemas.microsoft.com/office/drawing/2014/main" id="{33957C7A-8937-0601-EA12-2412B134A1E0}"/>
              </a:ext>
            </a:extLst>
          </p:cNvPr>
          <p:cNvSpPr txBox="1">
            <a:spLocks/>
          </p:cNvSpPr>
          <p:nvPr/>
        </p:nvSpPr>
        <p:spPr>
          <a:xfrm>
            <a:off x="12146280" y="8179308"/>
            <a:ext cx="274320" cy="164592"/>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en-US"/>
            </a:defPPr>
            <a:lvl1pPr marL="0" algn="r" defTabSz="914400" rtl="0" eaLnBrk="1" latinLnBrk="0" hangingPunct="1">
              <a:defRPr sz="1000" kern="1200">
                <a:solidFill>
                  <a:srgbClr val="475569"/>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485308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5C8FF66-FAC0-2AB5-3A16-9AF902A8D2A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BD8B004-BF91-4E63-625D-FEE8E57FCB56}"/>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1EA4C057-95FB-861C-32D9-9E517C390C95}"/>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98500904-9CE0-F2F5-7157-3CFD7605936C}"/>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CE14980F-ECB9-7007-9696-16E8F2F112D5}"/>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416A6DD6-C8D1-0ECA-904E-54AC5FB68E79}"/>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B6E00F13-B4CF-72FA-34B3-4534AE58139D}"/>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6B7D8619-11E8-ADD7-12BB-ACA486CFFEB6}"/>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961FE8BD-4473-38DC-1045-9E446110A846}"/>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Box 9">
            <a:extLst>
              <a:ext uri="{FF2B5EF4-FFF2-40B4-BE49-F238E27FC236}">
                <a16:creationId xmlns:a16="http://schemas.microsoft.com/office/drawing/2014/main" id="{A712D700-5900-B99C-D43C-6D2851459D35}"/>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18</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0D4EA1AA-4810-57EB-93DA-2462C009368D}"/>
              </a:ext>
            </a:extLst>
          </p:cNvPr>
          <p:cNvSpPr/>
          <p:nvPr/>
        </p:nvSpPr>
        <p:spPr>
          <a:xfrm>
            <a:off x="1044912" y="1796476"/>
            <a:ext cx="11680487" cy="45720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Where Direct Lake fits and where it does not</a:t>
            </a:r>
            <a:endParaRPr lang="en-US" sz="3600" dirty="0">
              <a:solidFill>
                <a:schemeClr val="bg1"/>
              </a:solidFill>
            </a:endParaRPr>
          </a:p>
        </p:txBody>
      </p:sp>
      <p:sp>
        <p:nvSpPr>
          <p:cNvPr id="12" name="Text 1">
            <a:extLst>
              <a:ext uri="{FF2B5EF4-FFF2-40B4-BE49-F238E27FC236}">
                <a16:creationId xmlns:a16="http://schemas.microsoft.com/office/drawing/2014/main" id="{3E087974-2C94-C1D3-DFF6-6806052C1F3E}"/>
              </a:ext>
            </a:extLst>
          </p:cNvPr>
          <p:cNvSpPr/>
          <p:nvPr/>
        </p:nvSpPr>
        <p:spPr>
          <a:xfrm>
            <a:off x="1063200" y="2336292"/>
            <a:ext cx="15624599"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Direct Lake is a fast path for curated Fabric-native data, not a replacement for architecture discipline.</a:t>
            </a:r>
            <a:endParaRPr lang="en-US" sz="2800" dirty="0">
              <a:solidFill>
                <a:schemeClr val="bg1"/>
              </a:solidFill>
            </a:endParaRPr>
          </a:p>
        </p:txBody>
      </p:sp>
      <p:sp>
        <p:nvSpPr>
          <p:cNvPr id="13" name="Shape 2">
            <a:extLst>
              <a:ext uri="{FF2B5EF4-FFF2-40B4-BE49-F238E27FC236}">
                <a16:creationId xmlns:a16="http://schemas.microsoft.com/office/drawing/2014/main" id="{9676DAB8-DB73-C1EB-90BE-91F715320985}"/>
              </a:ext>
            </a:extLst>
          </p:cNvPr>
          <p:cNvSpPr/>
          <p:nvPr/>
        </p:nvSpPr>
        <p:spPr>
          <a:xfrm>
            <a:off x="1136353" y="3086100"/>
            <a:ext cx="5349240" cy="4206240"/>
          </a:xfrm>
          <a:prstGeom prst="roundRect">
            <a:avLst>
              <a:gd name="adj" fmla="val 1739"/>
            </a:avLst>
          </a:prstGeom>
          <a:solidFill>
            <a:srgbClr val="F0FDF4"/>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4" name="Text 3">
            <a:extLst>
              <a:ext uri="{FF2B5EF4-FFF2-40B4-BE49-F238E27FC236}">
                <a16:creationId xmlns:a16="http://schemas.microsoft.com/office/drawing/2014/main" id="{D5C4683F-DAB5-9C56-1C93-58DCEEF8226D}"/>
              </a:ext>
            </a:extLst>
          </p:cNvPr>
          <p:cNvSpPr/>
          <p:nvPr/>
        </p:nvSpPr>
        <p:spPr>
          <a:xfrm>
            <a:off x="1300945" y="3232404"/>
            <a:ext cx="5020056" cy="256032"/>
          </a:xfrm>
          <a:prstGeom prst="rect">
            <a:avLst/>
          </a:prstGeom>
          <a:noFill/>
          <a:ln/>
        </p:spPr>
        <p:txBody>
          <a:bodyPr wrap="square" lIns="0" tIns="0" rIns="0" bIns="0" rtlCol="0" anchor="ctr"/>
          <a:lstStyle/>
          <a:p>
            <a:pPr marL="0" indent="0">
              <a:buNone/>
            </a:pPr>
            <a:r>
              <a:rPr lang="en-US" sz="2400" b="1" dirty="0">
                <a:solidFill>
                  <a:srgbClr val="16A34A"/>
                </a:solidFill>
              </a:rPr>
              <a:t>Use Direct Lake when…</a:t>
            </a:r>
            <a:endParaRPr lang="en-US" sz="2400" dirty="0"/>
          </a:p>
        </p:txBody>
      </p:sp>
      <p:sp>
        <p:nvSpPr>
          <p:cNvPr id="15" name="Text 4">
            <a:extLst>
              <a:ext uri="{FF2B5EF4-FFF2-40B4-BE49-F238E27FC236}">
                <a16:creationId xmlns:a16="http://schemas.microsoft.com/office/drawing/2014/main" id="{28A5F23E-45AE-964B-1335-45944564DA33}"/>
              </a:ext>
            </a:extLst>
          </p:cNvPr>
          <p:cNvSpPr/>
          <p:nvPr/>
        </p:nvSpPr>
        <p:spPr>
          <a:xfrm>
            <a:off x="1300945" y="3525012"/>
            <a:ext cx="5020056" cy="363931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 Data is already curated in OneLake-backed Delta tables</a:t>
            </a:r>
            <a:endParaRPr lang="en-US" dirty="0"/>
          </a:p>
          <a:p>
            <a:pPr marL="0" indent="0">
              <a:lnSpc>
                <a:spcPct val="150000"/>
              </a:lnSpc>
              <a:buNone/>
            </a:pPr>
            <a:r>
              <a:rPr lang="en-US" dirty="0">
                <a:solidFill>
                  <a:srgbClr val="111827"/>
                </a:solidFill>
              </a:rPr>
              <a:t>• Large or frequently updated data makes full import awkward</a:t>
            </a:r>
            <a:endParaRPr lang="en-US" dirty="0"/>
          </a:p>
          <a:p>
            <a:pPr marL="0" indent="0">
              <a:lnSpc>
                <a:spcPct val="150000"/>
              </a:lnSpc>
              <a:buNone/>
            </a:pPr>
            <a:r>
              <a:rPr lang="en-US" dirty="0">
                <a:solidFill>
                  <a:srgbClr val="111827"/>
                </a:solidFill>
              </a:rPr>
              <a:t>• You still want semantic-model speed and governed business logic</a:t>
            </a:r>
            <a:endParaRPr lang="en-US" dirty="0"/>
          </a:p>
          <a:p>
            <a:pPr marL="0" indent="0">
              <a:lnSpc>
                <a:spcPct val="150000"/>
              </a:lnSpc>
              <a:buNone/>
            </a:pPr>
            <a:r>
              <a:rPr lang="en-US" dirty="0">
                <a:solidFill>
                  <a:srgbClr val="111827"/>
                </a:solidFill>
              </a:rPr>
              <a:t>• You are building an IT-driven or shared analytics layer</a:t>
            </a:r>
            <a:endParaRPr lang="en-US" dirty="0"/>
          </a:p>
          <a:p>
            <a:pPr marL="0" indent="0">
              <a:lnSpc>
                <a:spcPct val="150000"/>
              </a:lnSpc>
              <a:buNone/>
            </a:pPr>
            <a:r>
              <a:rPr lang="en-US" dirty="0">
                <a:solidFill>
                  <a:srgbClr val="111827"/>
                </a:solidFill>
              </a:rPr>
              <a:t>• Capacity, guardrails, and design validated in a POC</a:t>
            </a:r>
            <a:endParaRPr lang="en-US" dirty="0"/>
          </a:p>
        </p:txBody>
      </p:sp>
      <p:sp>
        <p:nvSpPr>
          <p:cNvPr id="16" name="Shape 5">
            <a:extLst>
              <a:ext uri="{FF2B5EF4-FFF2-40B4-BE49-F238E27FC236}">
                <a16:creationId xmlns:a16="http://schemas.microsoft.com/office/drawing/2014/main" id="{C4F7FA1B-518D-A84A-4979-1F93B3ECE111}"/>
              </a:ext>
            </a:extLst>
          </p:cNvPr>
          <p:cNvSpPr/>
          <p:nvPr/>
        </p:nvSpPr>
        <p:spPr>
          <a:xfrm>
            <a:off x="7376160" y="3086100"/>
            <a:ext cx="5349240" cy="4206240"/>
          </a:xfrm>
          <a:prstGeom prst="roundRect">
            <a:avLst>
              <a:gd name="adj" fmla="val 1739"/>
            </a:avLst>
          </a:prstGeom>
          <a:solidFill>
            <a:srgbClr val="FEF2F2"/>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7" name="Text 6">
            <a:extLst>
              <a:ext uri="{FF2B5EF4-FFF2-40B4-BE49-F238E27FC236}">
                <a16:creationId xmlns:a16="http://schemas.microsoft.com/office/drawing/2014/main" id="{72C783B7-716D-6B0C-7EC1-0140213707AD}"/>
              </a:ext>
            </a:extLst>
          </p:cNvPr>
          <p:cNvSpPr/>
          <p:nvPr/>
        </p:nvSpPr>
        <p:spPr>
          <a:xfrm>
            <a:off x="7540752" y="3232404"/>
            <a:ext cx="5020056" cy="256032"/>
          </a:xfrm>
          <a:prstGeom prst="rect">
            <a:avLst/>
          </a:prstGeom>
          <a:noFill/>
          <a:ln/>
        </p:spPr>
        <p:txBody>
          <a:bodyPr wrap="square" lIns="0" tIns="0" rIns="0" bIns="0" rtlCol="0" anchor="ctr"/>
          <a:lstStyle/>
          <a:p>
            <a:pPr marL="0" indent="0">
              <a:buNone/>
            </a:pPr>
            <a:r>
              <a:rPr lang="en-US" sz="2400" b="1" dirty="0">
                <a:solidFill>
                  <a:srgbClr val="DC2626"/>
                </a:solidFill>
              </a:rPr>
              <a:t>Do not reach for it when…</a:t>
            </a:r>
            <a:endParaRPr lang="en-US" sz="2400" dirty="0"/>
          </a:p>
        </p:txBody>
      </p:sp>
      <p:sp>
        <p:nvSpPr>
          <p:cNvPr id="18" name="Text 7">
            <a:extLst>
              <a:ext uri="{FF2B5EF4-FFF2-40B4-BE49-F238E27FC236}">
                <a16:creationId xmlns:a16="http://schemas.microsoft.com/office/drawing/2014/main" id="{1B5D57F0-4641-738D-1D19-4A46A77B375B}"/>
              </a:ext>
            </a:extLst>
          </p:cNvPr>
          <p:cNvSpPr/>
          <p:nvPr/>
        </p:nvSpPr>
        <p:spPr>
          <a:xfrm>
            <a:off x="7540752" y="3525012"/>
            <a:ext cx="5020056" cy="363931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 Source data is still messy or unstable</a:t>
            </a:r>
            <a:endParaRPr lang="en-US" dirty="0"/>
          </a:p>
          <a:p>
            <a:pPr marL="0" indent="0">
              <a:lnSpc>
                <a:spcPct val="150000"/>
              </a:lnSpc>
              <a:buNone/>
            </a:pPr>
            <a:r>
              <a:rPr lang="en-US" dirty="0">
                <a:solidFill>
                  <a:srgbClr val="111827"/>
                </a:solidFill>
              </a:rPr>
              <a:t>• You need ad hoc mashups across many non-Fabric sources</a:t>
            </a:r>
            <a:endParaRPr lang="en-US" dirty="0"/>
          </a:p>
          <a:p>
            <a:pPr marL="0" indent="0">
              <a:lnSpc>
                <a:spcPct val="150000"/>
              </a:lnSpc>
              <a:buNone/>
            </a:pPr>
            <a:r>
              <a:rPr lang="en-US" dirty="0">
                <a:solidFill>
                  <a:srgbClr val="111827"/>
                </a:solidFill>
              </a:rPr>
              <a:t>• Teams expect it to eliminate the semantic layer</a:t>
            </a:r>
            <a:endParaRPr lang="en-US" dirty="0"/>
          </a:p>
          <a:p>
            <a:pPr marL="0" indent="0">
              <a:lnSpc>
                <a:spcPct val="150000"/>
              </a:lnSpc>
              <a:buNone/>
            </a:pPr>
            <a:r>
              <a:rPr lang="en-US" dirty="0">
                <a:solidFill>
                  <a:srgbClr val="111827"/>
                </a:solidFill>
              </a:rPr>
              <a:t>• SQL views / unsupported features cause fallback behavior you have not planned for</a:t>
            </a:r>
            <a:endParaRPr lang="en-US" dirty="0"/>
          </a:p>
          <a:p>
            <a:pPr marL="0" indent="0">
              <a:lnSpc>
                <a:spcPct val="150000"/>
              </a:lnSpc>
              <a:buNone/>
            </a:pPr>
            <a:r>
              <a:rPr lang="en-US" dirty="0">
                <a:solidFill>
                  <a:srgbClr val="111827"/>
                </a:solidFill>
              </a:rPr>
              <a:t>• Capacity and governance constraints are still unknown</a:t>
            </a:r>
            <a:endParaRPr lang="en-US" dirty="0"/>
          </a:p>
        </p:txBody>
      </p:sp>
      <p:sp>
        <p:nvSpPr>
          <p:cNvPr id="19" name="Shape 8">
            <a:extLst>
              <a:ext uri="{FF2B5EF4-FFF2-40B4-BE49-F238E27FC236}">
                <a16:creationId xmlns:a16="http://schemas.microsoft.com/office/drawing/2014/main" id="{176DBE9A-FE50-AB1B-29E0-B93FE5A31DAA}"/>
              </a:ext>
            </a:extLst>
          </p:cNvPr>
          <p:cNvSpPr/>
          <p:nvPr/>
        </p:nvSpPr>
        <p:spPr>
          <a:xfrm>
            <a:off x="3810000" y="7639812"/>
            <a:ext cx="4641553" cy="475488"/>
          </a:xfrm>
          <a:prstGeom prst="roundRect">
            <a:avLst>
              <a:gd name="adj" fmla="val 15385"/>
            </a:avLst>
          </a:prstGeom>
          <a:solidFill>
            <a:srgbClr val="E2E8F0"/>
          </a:solidFill>
          <a:ln w="12700">
            <a:solidFill>
              <a:srgbClr val="CBD5E1"/>
            </a:solidFill>
            <a:prstDash val="solid"/>
          </a:ln>
        </p:spPr>
        <p:txBody>
          <a:bodyPr/>
          <a:lstStyle/>
          <a:p>
            <a:endParaRPr lang="en-US"/>
          </a:p>
        </p:txBody>
      </p:sp>
      <p:sp>
        <p:nvSpPr>
          <p:cNvPr id="20" name="Text 9">
            <a:extLst>
              <a:ext uri="{FF2B5EF4-FFF2-40B4-BE49-F238E27FC236}">
                <a16:creationId xmlns:a16="http://schemas.microsoft.com/office/drawing/2014/main" id="{4CA1FAE0-0AD1-34F5-AF32-68555AD29B26}"/>
              </a:ext>
            </a:extLst>
          </p:cNvPr>
          <p:cNvSpPr/>
          <p:nvPr/>
        </p:nvSpPr>
        <p:spPr>
          <a:xfrm>
            <a:off x="3886200" y="7786115"/>
            <a:ext cx="4382473" cy="191993"/>
          </a:xfrm>
          <a:prstGeom prst="rect">
            <a:avLst/>
          </a:prstGeom>
          <a:noFill/>
          <a:ln/>
        </p:spPr>
        <p:txBody>
          <a:bodyPr wrap="square" lIns="0" tIns="0" rIns="0" bIns="0" rtlCol="0" anchor="ctr"/>
          <a:lstStyle/>
          <a:p>
            <a:pPr marL="0" indent="0" algn="ctr">
              <a:buNone/>
            </a:pPr>
            <a:r>
              <a:rPr lang="en-US" b="1" dirty="0">
                <a:solidFill>
                  <a:srgbClr val="0F172A"/>
                </a:solidFill>
              </a:rPr>
              <a:t>Best home: the gold / curated analytics layer</a:t>
            </a:r>
            <a:endParaRPr lang="en-US" dirty="0"/>
          </a:p>
        </p:txBody>
      </p:sp>
    </p:spTree>
    <p:extLst>
      <p:ext uri="{BB962C8B-B14F-4D97-AF65-F5344CB8AC3E}">
        <p14:creationId xmlns:p14="http://schemas.microsoft.com/office/powerpoint/2010/main" val="811562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7805688-2399-C3B1-28F2-1B4559F440B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3B04553-2D35-F4EF-0005-072B06F8B2F2}"/>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1B257890-3DFA-0518-CEDE-463B2140EA43}"/>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EF0095C2-2B67-0E8D-414E-0FCA474183EC}"/>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B239A659-FBEA-367F-C292-B5C5DD43AEFA}"/>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E22E61C4-441C-4DE4-4086-FBADD7F42C73}"/>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7D818A29-AB90-9FF8-5D6E-ACA93536ECAA}"/>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A3560546-A21A-C617-AB8E-8E3B5D1865BB}"/>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DB5303DD-456B-9F2B-1066-B4AFF437A14D}"/>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Box 9">
            <a:extLst>
              <a:ext uri="{FF2B5EF4-FFF2-40B4-BE49-F238E27FC236}">
                <a16:creationId xmlns:a16="http://schemas.microsoft.com/office/drawing/2014/main" id="{6152967D-288F-18AC-0CED-06EDF62D66DF}"/>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19</a:t>
            </a:fld>
            <a:endParaRPr lang="en-US" sz="2400" dirty="0">
              <a:solidFill>
                <a:srgbClr val="FFFFFF"/>
              </a:solidFill>
              <a:latin typeface="Outfit"/>
              <a:ea typeface="Outfit"/>
              <a:cs typeface="Outfit"/>
              <a:sym typeface="Outfit"/>
            </a:endParaRPr>
          </a:p>
        </p:txBody>
      </p:sp>
      <p:sp>
        <p:nvSpPr>
          <p:cNvPr id="16" name="Text 0">
            <a:extLst>
              <a:ext uri="{FF2B5EF4-FFF2-40B4-BE49-F238E27FC236}">
                <a16:creationId xmlns:a16="http://schemas.microsoft.com/office/drawing/2014/main" id="{E475DE32-17B2-E682-8609-669CD098A3A3}"/>
              </a:ext>
            </a:extLst>
          </p:cNvPr>
          <p:cNvSpPr/>
          <p:nvPr/>
        </p:nvSpPr>
        <p:spPr>
          <a:xfrm>
            <a:off x="1070409" y="1485900"/>
            <a:ext cx="658368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Medallion architecture pattern</a:t>
            </a:r>
            <a:endParaRPr lang="en-US" sz="3600" dirty="0">
              <a:solidFill>
                <a:schemeClr val="bg1"/>
              </a:solidFill>
            </a:endParaRPr>
          </a:p>
        </p:txBody>
      </p:sp>
      <p:sp>
        <p:nvSpPr>
          <p:cNvPr id="19" name="Text 1">
            <a:extLst>
              <a:ext uri="{FF2B5EF4-FFF2-40B4-BE49-F238E27FC236}">
                <a16:creationId xmlns:a16="http://schemas.microsoft.com/office/drawing/2014/main" id="{C809BE17-BF53-CEEA-C0D9-3C04CC133198}"/>
              </a:ext>
            </a:extLst>
          </p:cNvPr>
          <p:cNvSpPr/>
          <p:nvPr/>
        </p:nvSpPr>
        <p:spPr>
          <a:xfrm>
            <a:off x="1070408" y="2000128"/>
            <a:ext cx="16379391"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dirty="0">
                <a:solidFill>
                  <a:schemeClr val="bg1"/>
                </a:solidFill>
                <a:latin typeface="Aptos" pitchFamily="34" charset="0"/>
                <a:ea typeface="Aptos" pitchFamily="34" charset="-122"/>
                <a:cs typeface="Aptos" pitchFamily="34" charset="-120"/>
              </a:rPr>
              <a:t>A layered design that progressively improves data quality from raw ingestion to business-ready analytics</a:t>
            </a:r>
            <a:endParaRPr lang="en-US" sz="2800" dirty="0">
              <a:solidFill>
                <a:schemeClr val="bg1"/>
              </a:solidFill>
            </a:endParaRPr>
          </a:p>
        </p:txBody>
      </p:sp>
      <p:sp>
        <p:nvSpPr>
          <p:cNvPr id="22" name="Shape 2">
            <a:extLst>
              <a:ext uri="{FF2B5EF4-FFF2-40B4-BE49-F238E27FC236}">
                <a16:creationId xmlns:a16="http://schemas.microsoft.com/office/drawing/2014/main" id="{0859AD29-34BF-D852-ED0B-A5646046F9D1}"/>
              </a:ext>
            </a:extLst>
          </p:cNvPr>
          <p:cNvSpPr/>
          <p:nvPr/>
        </p:nvSpPr>
        <p:spPr>
          <a:xfrm>
            <a:off x="1024689" y="2640731"/>
            <a:ext cx="3136392" cy="512064"/>
          </a:xfrm>
          <a:prstGeom prst="roundRect">
            <a:avLst>
              <a:gd name="adj" fmla="val 14286"/>
            </a:avLst>
          </a:prstGeom>
          <a:solidFill>
            <a:srgbClr val="E9EEF7"/>
          </a:solidFill>
          <a:ln w="12700">
            <a:solidFill>
              <a:srgbClr val="E9EEF7"/>
            </a:solidFill>
            <a:prstDash val="solid"/>
          </a:ln>
        </p:spPr>
        <p:txBody>
          <a:bodyPr/>
          <a:lstStyle/>
          <a:p>
            <a:endParaRPr lang="en-US" sz="3200"/>
          </a:p>
        </p:txBody>
      </p:sp>
      <p:sp>
        <p:nvSpPr>
          <p:cNvPr id="24" name="Text 3">
            <a:extLst>
              <a:ext uri="{FF2B5EF4-FFF2-40B4-BE49-F238E27FC236}">
                <a16:creationId xmlns:a16="http://schemas.microsoft.com/office/drawing/2014/main" id="{3F925D8B-5011-3B9D-1C04-E5AFCB7E49B1}"/>
              </a:ext>
            </a:extLst>
          </p:cNvPr>
          <p:cNvSpPr/>
          <p:nvPr/>
        </p:nvSpPr>
        <p:spPr>
          <a:xfrm>
            <a:off x="1085087" y="2768747"/>
            <a:ext cx="2953513" cy="20104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10233F"/>
                </a:solidFill>
              </a:rPr>
              <a:t>Think: Raw -&gt; Refined -&gt; Ready</a:t>
            </a:r>
            <a:endParaRPr lang="en-US" dirty="0"/>
          </a:p>
        </p:txBody>
      </p:sp>
      <p:sp>
        <p:nvSpPr>
          <p:cNvPr id="26" name="Shape 4">
            <a:extLst>
              <a:ext uri="{FF2B5EF4-FFF2-40B4-BE49-F238E27FC236}">
                <a16:creationId xmlns:a16="http://schemas.microsoft.com/office/drawing/2014/main" id="{6F9BC2DB-7D2E-0AC0-72A6-ADD0BB7D49F3}"/>
              </a:ext>
            </a:extLst>
          </p:cNvPr>
          <p:cNvSpPr/>
          <p:nvPr/>
        </p:nvSpPr>
        <p:spPr>
          <a:xfrm>
            <a:off x="1024689" y="3558540"/>
            <a:ext cx="1051560" cy="3977640"/>
          </a:xfrm>
          <a:prstGeom prst="roundRect">
            <a:avLst>
              <a:gd name="adj" fmla="val 5217"/>
            </a:avLst>
          </a:prstGeom>
          <a:solidFill>
            <a:srgbClr val="132A4A"/>
          </a:solidFill>
          <a:ln w="12700">
            <a:solidFill>
              <a:srgbClr val="132A4A"/>
            </a:solidFill>
            <a:prstDash val="solid"/>
          </a:ln>
        </p:spPr>
        <p:txBody>
          <a:bodyPr/>
          <a:lstStyle/>
          <a:p>
            <a:endParaRPr lang="en-US"/>
          </a:p>
        </p:txBody>
      </p:sp>
      <p:sp>
        <p:nvSpPr>
          <p:cNvPr id="27" name="Text 5">
            <a:extLst>
              <a:ext uri="{FF2B5EF4-FFF2-40B4-BE49-F238E27FC236}">
                <a16:creationId xmlns:a16="http://schemas.microsoft.com/office/drawing/2014/main" id="{AC4D052F-E1EF-F23F-FED9-2FFB35628778}"/>
              </a:ext>
            </a:extLst>
          </p:cNvPr>
          <p:cNvSpPr/>
          <p:nvPr/>
        </p:nvSpPr>
        <p:spPr>
          <a:xfrm>
            <a:off x="1280721" y="3832860"/>
            <a:ext cx="54864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FFFFFF"/>
                </a:solidFill>
              </a:rPr>
              <a:t>Goal</a:t>
            </a:r>
            <a:endParaRPr lang="en-US" dirty="0"/>
          </a:p>
        </p:txBody>
      </p:sp>
      <p:sp>
        <p:nvSpPr>
          <p:cNvPr id="28" name="Shape 7">
            <a:extLst>
              <a:ext uri="{FF2B5EF4-FFF2-40B4-BE49-F238E27FC236}">
                <a16:creationId xmlns:a16="http://schemas.microsoft.com/office/drawing/2014/main" id="{D353D066-89E2-91C7-F32A-7779C1CC568B}"/>
              </a:ext>
            </a:extLst>
          </p:cNvPr>
          <p:cNvSpPr/>
          <p:nvPr/>
        </p:nvSpPr>
        <p:spPr>
          <a:xfrm>
            <a:off x="2304849" y="3558540"/>
            <a:ext cx="2606040" cy="3977640"/>
          </a:xfrm>
          <a:prstGeom prst="roundRect">
            <a:avLst>
              <a:gd name="adj" fmla="val 2807"/>
            </a:avLst>
          </a:prstGeom>
          <a:solidFill>
            <a:srgbClr val="FFFFFF"/>
          </a:solidFill>
          <a:ln w="12700">
            <a:solidFill>
              <a:srgbClr val="D9DEE7"/>
            </a:solidFill>
            <a:prstDash val="solid"/>
          </a:ln>
          <a:effectLst>
            <a:outerShdw blurRad="12700" dist="12700" dir="2700000" algn="bl" rotWithShape="0">
              <a:srgbClr val="000000">
                <a:alpha val="12000"/>
              </a:srgbClr>
            </a:outerShdw>
          </a:effectLst>
        </p:spPr>
        <p:txBody>
          <a:bodyPr/>
          <a:lstStyle/>
          <a:p>
            <a:endParaRPr lang="en-US"/>
          </a:p>
        </p:txBody>
      </p:sp>
      <p:sp>
        <p:nvSpPr>
          <p:cNvPr id="29" name="Shape 8">
            <a:extLst>
              <a:ext uri="{FF2B5EF4-FFF2-40B4-BE49-F238E27FC236}">
                <a16:creationId xmlns:a16="http://schemas.microsoft.com/office/drawing/2014/main" id="{A7E9E3B2-B23D-9094-314E-E31245F2AE52}"/>
              </a:ext>
            </a:extLst>
          </p:cNvPr>
          <p:cNvSpPr/>
          <p:nvPr/>
        </p:nvSpPr>
        <p:spPr>
          <a:xfrm>
            <a:off x="2469441" y="3723132"/>
            <a:ext cx="2276856" cy="384048"/>
          </a:xfrm>
          <a:prstGeom prst="roundRect">
            <a:avLst>
              <a:gd name="adj" fmla="val 11905"/>
            </a:avLst>
          </a:prstGeom>
          <a:solidFill>
            <a:srgbClr val="B87333"/>
          </a:solidFill>
          <a:ln w="12700">
            <a:solidFill>
              <a:srgbClr val="B87333"/>
            </a:solidFill>
            <a:prstDash val="solid"/>
          </a:ln>
        </p:spPr>
        <p:txBody>
          <a:bodyPr/>
          <a:lstStyle/>
          <a:p>
            <a:endParaRPr lang="en-US"/>
          </a:p>
        </p:txBody>
      </p:sp>
      <p:sp>
        <p:nvSpPr>
          <p:cNvPr id="30" name="Text 9">
            <a:extLst>
              <a:ext uri="{FF2B5EF4-FFF2-40B4-BE49-F238E27FC236}">
                <a16:creationId xmlns:a16="http://schemas.microsoft.com/office/drawing/2014/main" id="{071EBAEB-9E79-EE0D-EA9F-489C76BB0555}"/>
              </a:ext>
            </a:extLst>
          </p:cNvPr>
          <p:cNvSpPr/>
          <p:nvPr/>
        </p:nvSpPr>
        <p:spPr>
          <a:xfrm>
            <a:off x="2597457" y="3823716"/>
            <a:ext cx="1371600" cy="146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FFFFFF"/>
                </a:solidFill>
              </a:rPr>
              <a:t>Bronze</a:t>
            </a:r>
            <a:endParaRPr lang="en-US" dirty="0"/>
          </a:p>
        </p:txBody>
      </p:sp>
      <p:sp>
        <p:nvSpPr>
          <p:cNvPr id="31" name="Text 10">
            <a:extLst>
              <a:ext uri="{FF2B5EF4-FFF2-40B4-BE49-F238E27FC236}">
                <a16:creationId xmlns:a16="http://schemas.microsoft.com/office/drawing/2014/main" id="{17D9C284-1464-A407-6FA1-A1EC5FFEC925}"/>
              </a:ext>
            </a:extLst>
          </p:cNvPr>
          <p:cNvSpPr/>
          <p:nvPr/>
        </p:nvSpPr>
        <p:spPr>
          <a:xfrm>
            <a:off x="2469441" y="4171188"/>
            <a:ext cx="2221992"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dirty="0">
                <a:solidFill>
                  <a:srgbClr val="5D6B82"/>
                </a:solidFill>
              </a:rPr>
              <a:t>Land data as it arrives</a:t>
            </a:r>
            <a:endParaRPr lang="en-US" sz="1600" dirty="0"/>
          </a:p>
        </p:txBody>
      </p:sp>
      <p:pic>
        <p:nvPicPr>
          <p:cNvPr id="32" name="Image 0">
            <a:extLst>
              <a:ext uri="{FF2B5EF4-FFF2-40B4-BE49-F238E27FC236}">
                <a16:creationId xmlns:a16="http://schemas.microsoft.com/office/drawing/2014/main" id="{CDE9EAE9-65F8-C1DD-9355-BE15AB513A5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63217" y="4518660"/>
            <a:ext cx="1280160" cy="987552"/>
          </a:xfrm>
          <a:prstGeom prst="rect">
            <a:avLst/>
          </a:prstGeom>
        </p:spPr>
      </p:pic>
      <p:sp>
        <p:nvSpPr>
          <p:cNvPr id="33" name="Text 11">
            <a:extLst>
              <a:ext uri="{FF2B5EF4-FFF2-40B4-BE49-F238E27FC236}">
                <a16:creationId xmlns:a16="http://schemas.microsoft.com/office/drawing/2014/main" id="{4CD555BE-B8EE-BE02-1E12-DA2AD798BF58}"/>
              </a:ext>
            </a:extLst>
          </p:cNvPr>
          <p:cNvSpPr/>
          <p:nvPr/>
        </p:nvSpPr>
        <p:spPr>
          <a:xfrm>
            <a:off x="2560881" y="5542788"/>
            <a:ext cx="2084832" cy="1417320"/>
          </a:xfrm>
          <a:prstGeom prst="rect">
            <a:avLst/>
          </a:prstGeom>
          <a:noFill/>
          <a:ln/>
        </p:spPr>
        <p:txBody>
          <a:bodyPr wrap="square" lIns="254" tIns="254" rIns="254" bIns="254"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0" indent="-127000">
              <a:buSzPct val="100000"/>
              <a:buChar char="•"/>
            </a:pPr>
            <a:r>
              <a:rPr lang="en-US" sz="1600" dirty="0">
                <a:solidFill>
                  <a:srgbClr val="10233F"/>
                </a:solidFill>
              </a:rPr>
              <a:t>Raw source data</a:t>
            </a:r>
            <a:endParaRPr lang="en-US" sz="1600" dirty="0"/>
          </a:p>
          <a:p>
            <a:pPr marL="127000" indent="-127000">
              <a:buSzPct val="100000"/>
              <a:buChar char="•"/>
            </a:pPr>
            <a:r>
              <a:rPr lang="en-US" sz="1600" dirty="0">
                <a:solidFill>
                  <a:srgbClr val="10233F"/>
                </a:solidFill>
              </a:rPr>
              <a:t>Minimal transformation</a:t>
            </a:r>
            <a:endParaRPr lang="en-US" sz="1600" dirty="0"/>
          </a:p>
          <a:p>
            <a:pPr marL="127000" indent="-127000">
              <a:buSzPct val="100000"/>
              <a:buChar char="•"/>
            </a:pPr>
            <a:r>
              <a:rPr lang="en-US" sz="1600" dirty="0">
                <a:solidFill>
                  <a:srgbClr val="10233F"/>
                </a:solidFill>
              </a:rPr>
              <a:t>Historical replay / audit trail</a:t>
            </a:r>
            <a:endParaRPr lang="en-US" sz="1600" dirty="0"/>
          </a:p>
        </p:txBody>
      </p:sp>
      <p:sp>
        <p:nvSpPr>
          <p:cNvPr id="34" name="Shape 12">
            <a:extLst>
              <a:ext uri="{FF2B5EF4-FFF2-40B4-BE49-F238E27FC236}">
                <a16:creationId xmlns:a16="http://schemas.microsoft.com/office/drawing/2014/main" id="{A5C0C2C0-A298-249D-885F-A28C54152E77}"/>
              </a:ext>
            </a:extLst>
          </p:cNvPr>
          <p:cNvSpPr/>
          <p:nvPr/>
        </p:nvSpPr>
        <p:spPr>
          <a:xfrm>
            <a:off x="5203497" y="3558540"/>
            <a:ext cx="2606040" cy="3977640"/>
          </a:xfrm>
          <a:prstGeom prst="roundRect">
            <a:avLst>
              <a:gd name="adj" fmla="val 2807"/>
            </a:avLst>
          </a:prstGeom>
          <a:solidFill>
            <a:srgbClr val="FFFFFF"/>
          </a:solidFill>
          <a:ln w="12700">
            <a:solidFill>
              <a:srgbClr val="D9DEE7"/>
            </a:solidFill>
            <a:prstDash val="solid"/>
          </a:ln>
          <a:effectLst>
            <a:outerShdw blurRad="12700" dist="12700" dir="2700000" algn="bl" rotWithShape="0">
              <a:srgbClr val="000000">
                <a:alpha val="12000"/>
              </a:srgbClr>
            </a:outerShdw>
          </a:effectLst>
        </p:spPr>
        <p:txBody>
          <a:bodyPr/>
          <a:lstStyle/>
          <a:p>
            <a:endParaRPr lang="en-US"/>
          </a:p>
        </p:txBody>
      </p:sp>
      <p:sp>
        <p:nvSpPr>
          <p:cNvPr id="35" name="Shape 13">
            <a:extLst>
              <a:ext uri="{FF2B5EF4-FFF2-40B4-BE49-F238E27FC236}">
                <a16:creationId xmlns:a16="http://schemas.microsoft.com/office/drawing/2014/main" id="{1FDD9184-9183-2FDA-1259-7E3F28998231}"/>
              </a:ext>
            </a:extLst>
          </p:cNvPr>
          <p:cNvSpPr/>
          <p:nvPr/>
        </p:nvSpPr>
        <p:spPr>
          <a:xfrm>
            <a:off x="5368089" y="3723132"/>
            <a:ext cx="2276856" cy="384048"/>
          </a:xfrm>
          <a:prstGeom prst="roundRect">
            <a:avLst>
              <a:gd name="adj" fmla="val 11905"/>
            </a:avLst>
          </a:prstGeom>
          <a:solidFill>
            <a:srgbClr val="A0A7B4"/>
          </a:solidFill>
          <a:ln w="12700">
            <a:solidFill>
              <a:srgbClr val="A0A7B4"/>
            </a:solidFill>
            <a:prstDash val="solid"/>
          </a:ln>
        </p:spPr>
        <p:txBody>
          <a:bodyPr/>
          <a:lstStyle/>
          <a:p>
            <a:endParaRPr lang="en-US"/>
          </a:p>
        </p:txBody>
      </p:sp>
      <p:sp>
        <p:nvSpPr>
          <p:cNvPr id="36" name="Text 14">
            <a:extLst>
              <a:ext uri="{FF2B5EF4-FFF2-40B4-BE49-F238E27FC236}">
                <a16:creationId xmlns:a16="http://schemas.microsoft.com/office/drawing/2014/main" id="{5A78C83C-1BEB-826B-00F4-965FF5923098}"/>
              </a:ext>
            </a:extLst>
          </p:cNvPr>
          <p:cNvSpPr/>
          <p:nvPr/>
        </p:nvSpPr>
        <p:spPr>
          <a:xfrm>
            <a:off x="5496105" y="3823716"/>
            <a:ext cx="1371600" cy="146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FFFFFF"/>
                </a:solidFill>
              </a:rPr>
              <a:t>Silver</a:t>
            </a:r>
            <a:endParaRPr lang="en-US" dirty="0"/>
          </a:p>
        </p:txBody>
      </p:sp>
      <p:sp>
        <p:nvSpPr>
          <p:cNvPr id="37" name="Text 15">
            <a:extLst>
              <a:ext uri="{FF2B5EF4-FFF2-40B4-BE49-F238E27FC236}">
                <a16:creationId xmlns:a16="http://schemas.microsoft.com/office/drawing/2014/main" id="{817217B0-7233-0A70-1652-D5284A29A1EE}"/>
              </a:ext>
            </a:extLst>
          </p:cNvPr>
          <p:cNvSpPr/>
          <p:nvPr/>
        </p:nvSpPr>
        <p:spPr>
          <a:xfrm>
            <a:off x="5410200" y="4171188"/>
            <a:ext cx="2276856"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dirty="0">
                <a:solidFill>
                  <a:srgbClr val="5D6B82"/>
                </a:solidFill>
              </a:rPr>
              <a:t>Clean, validate, standardize</a:t>
            </a:r>
            <a:endParaRPr lang="en-US" sz="1600" dirty="0"/>
          </a:p>
        </p:txBody>
      </p:sp>
      <p:pic>
        <p:nvPicPr>
          <p:cNvPr id="38" name="Image 1">
            <a:extLst>
              <a:ext uri="{FF2B5EF4-FFF2-40B4-BE49-F238E27FC236}">
                <a16:creationId xmlns:a16="http://schemas.microsoft.com/office/drawing/2014/main" id="{7165E8E9-4845-3872-F602-D6406F8AC2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61865" y="4518660"/>
            <a:ext cx="1280160" cy="987552"/>
          </a:xfrm>
          <a:prstGeom prst="rect">
            <a:avLst/>
          </a:prstGeom>
        </p:spPr>
      </p:pic>
      <p:sp>
        <p:nvSpPr>
          <p:cNvPr id="39" name="Text 16">
            <a:extLst>
              <a:ext uri="{FF2B5EF4-FFF2-40B4-BE49-F238E27FC236}">
                <a16:creationId xmlns:a16="http://schemas.microsoft.com/office/drawing/2014/main" id="{3B46AC25-BCD5-5B33-348F-AEEF95B307F3}"/>
              </a:ext>
            </a:extLst>
          </p:cNvPr>
          <p:cNvSpPr/>
          <p:nvPr/>
        </p:nvSpPr>
        <p:spPr>
          <a:xfrm>
            <a:off x="5459529" y="5542788"/>
            <a:ext cx="2084832" cy="1417320"/>
          </a:xfrm>
          <a:prstGeom prst="rect">
            <a:avLst/>
          </a:prstGeom>
          <a:noFill/>
          <a:ln/>
        </p:spPr>
        <p:txBody>
          <a:bodyPr wrap="square" lIns="254" tIns="254" rIns="254" bIns="254"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0" indent="-127000">
              <a:buSzPct val="100000"/>
              <a:buChar char="•"/>
            </a:pPr>
            <a:r>
              <a:rPr lang="en-US" sz="1600" dirty="0">
                <a:solidFill>
                  <a:srgbClr val="10233F"/>
                </a:solidFill>
              </a:rPr>
              <a:t>Deduplicate and conform</a:t>
            </a:r>
            <a:endParaRPr lang="en-US" sz="1600" dirty="0"/>
          </a:p>
          <a:p>
            <a:pPr marL="127000" indent="-127000">
              <a:buSzPct val="100000"/>
              <a:buChar char="•"/>
            </a:pPr>
            <a:r>
              <a:rPr lang="en-US" sz="1600" dirty="0">
                <a:solidFill>
                  <a:srgbClr val="10233F"/>
                </a:solidFill>
              </a:rPr>
              <a:t>Apply business rules</a:t>
            </a:r>
            <a:endParaRPr lang="en-US" sz="1600" dirty="0"/>
          </a:p>
          <a:p>
            <a:pPr marL="127000" indent="-127000">
              <a:buSzPct val="100000"/>
              <a:buChar char="•"/>
            </a:pPr>
            <a:r>
              <a:rPr lang="en-US" sz="1600" dirty="0">
                <a:solidFill>
                  <a:srgbClr val="10233F"/>
                </a:solidFill>
              </a:rPr>
              <a:t>Create trusted reusable tables</a:t>
            </a:r>
            <a:endParaRPr lang="en-US" sz="1600" dirty="0"/>
          </a:p>
        </p:txBody>
      </p:sp>
      <p:sp>
        <p:nvSpPr>
          <p:cNvPr id="40" name="Shape 17">
            <a:extLst>
              <a:ext uri="{FF2B5EF4-FFF2-40B4-BE49-F238E27FC236}">
                <a16:creationId xmlns:a16="http://schemas.microsoft.com/office/drawing/2014/main" id="{06DB1440-8D11-9AFF-539E-022D167A6837}"/>
              </a:ext>
            </a:extLst>
          </p:cNvPr>
          <p:cNvSpPr/>
          <p:nvPr/>
        </p:nvSpPr>
        <p:spPr>
          <a:xfrm>
            <a:off x="8102145" y="3558540"/>
            <a:ext cx="2606040" cy="3977640"/>
          </a:xfrm>
          <a:prstGeom prst="roundRect">
            <a:avLst>
              <a:gd name="adj" fmla="val 2807"/>
            </a:avLst>
          </a:prstGeom>
          <a:solidFill>
            <a:srgbClr val="FFFFFF"/>
          </a:solidFill>
          <a:ln w="12700">
            <a:solidFill>
              <a:srgbClr val="D9DEE7"/>
            </a:solidFill>
            <a:prstDash val="solid"/>
          </a:ln>
          <a:effectLst>
            <a:outerShdw blurRad="12700" dist="12700" dir="2700000" algn="bl" rotWithShape="0">
              <a:srgbClr val="000000">
                <a:alpha val="12000"/>
              </a:srgbClr>
            </a:outerShdw>
          </a:effectLst>
        </p:spPr>
        <p:txBody>
          <a:bodyPr/>
          <a:lstStyle/>
          <a:p>
            <a:endParaRPr lang="en-US"/>
          </a:p>
        </p:txBody>
      </p:sp>
      <p:sp>
        <p:nvSpPr>
          <p:cNvPr id="41" name="Shape 18">
            <a:extLst>
              <a:ext uri="{FF2B5EF4-FFF2-40B4-BE49-F238E27FC236}">
                <a16:creationId xmlns:a16="http://schemas.microsoft.com/office/drawing/2014/main" id="{4330144D-9B09-71E7-7113-49FE05CCB8AF}"/>
              </a:ext>
            </a:extLst>
          </p:cNvPr>
          <p:cNvSpPr/>
          <p:nvPr/>
        </p:nvSpPr>
        <p:spPr>
          <a:xfrm>
            <a:off x="8266737" y="3723132"/>
            <a:ext cx="2276856" cy="384048"/>
          </a:xfrm>
          <a:prstGeom prst="roundRect">
            <a:avLst>
              <a:gd name="adj" fmla="val 11905"/>
            </a:avLst>
          </a:prstGeom>
          <a:solidFill>
            <a:srgbClr val="D4AF37"/>
          </a:solidFill>
          <a:ln w="12700">
            <a:solidFill>
              <a:srgbClr val="D4AF37"/>
            </a:solidFill>
            <a:prstDash val="solid"/>
          </a:ln>
        </p:spPr>
        <p:txBody>
          <a:bodyPr/>
          <a:lstStyle/>
          <a:p>
            <a:endParaRPr lang="en-US"/>
          </a:p>
        </p:txBody>
      </p:sp>
      <p:sp>
        <p:nvSpPr>
          <p:cNvPr id="42" name="Text 19">
            <a:extLst>
              <a:ext uri="{FF2B5EF4-FFF2-40B4-BE49-F238E27FC236}">
                <a16:creationId xmlns:a16="http://schemas.microsoft.com/office/drawing/2014/main" id="{C7DF402F-661F-30FC-A32C-A0E6EDF44C3C}"/>
              </a:ext>
            </a:extLst>
          </p:cNvPr>
          <p:cNvSpPr/>
          <p:nvPr/>
        </p:nvSpPr>
        <p:spPr>
          <a:xfrm>
            <a:off x="8394753" y="3823716"/>
            <a:ext cx="1371600" cy="146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FFFFFF"/>
                </a:solidFill>
              </a:rPr>
              <a:t>Gold</a:t>
            </a:r>
            <a:endParaRPr lang="en-US" dirty="0"/>
          </a:p>
        </p:txBody>
      </p:sp>
      <p:sp>
        <p:nvSpPr>
          <p:cNvPr id="43" name="Text 20">
            <a:extLst>
              <a:ext uri="{FF2B5EF4-FFF2-40B4-BE49-F238E27FC236}">
                <a16:creationId xmlns:a16="http://schemas.microsoft.com/office/drawing/2014/main" id="{7251F27B-4398-6805-DFAF-FCB43DA62CEE}"/>
              </a:ext>
            </a:extLst>
          </p:cNvPr>
          <p:cNvSpPr/>
          <p:nvPr/>
        </p:nvSpPr>
        <p:spPr>
          <a:xfrm>
            <a:off x="8266737" y="4171188"/>
            <a:ext cx="2221992"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dirty="0">
                <a:solidFill>
                  <a:srgbClr val="5D6B82"/>
                </a:solidFill>
              </a:rPr>
              <a:t>Serve analytics and BI</a:t>
            </a:r>
            <a:endParaRPr lang="en-US" sz="1600" dirty="0"/>
          </a:p>
        </p:txBody>
      </p:sp>
      <p:pic>
        <p:nvPicPr>
          <p:cNvPr id="44" name="Image 2">
            <a:extLst>
              <a:ext uri="{FF2B5EF4-FFF2-40B4-BE49-F238E27FC236}">
                <a16:creationId xmlns:a16="http://schemas.microsoft.com/office/drawing/2014/main" id="{9B5B33E4-2B86-ED1A-90B0-6882EB9DFB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60513" y="4518660"/>
            <a:ext cx="1280160" cy="987552"/>
          </a:xfrm>
          <a:prstGeom prst="rect">
            <a:avLst/>
          </a:prstGeom>
        </p:spPr>
      </p:pic>
      <p:sp>
        <p:nvSpPr>
          <p:cNvPr id="45" name="Text 21">
            <a:extLst>
              <a:ext uri="{FF2B5EF4-FFF2-40B4-BE49-F238E27FC236}">
                <a16:creationId xmlns:a16="http://schemas.microsoft.com/office/drawing/2014/main" id="{B334654B-71BE-2455-6566-D42766B686A7}"/>
              </a:ext>
            </a:extLst>
          </p:cNvPr>
          <p:cNvSpPr/>
          <p:nvPr/>
        </p:nvSpPr>
        <p:spPr>
          <a:xfrm>
            <a:off x="8358177" y="5542788"/>
            <a:ext cx="2084832" cy="1417320"/>
          </a:xfrm>
          <a:prstGeom prst="rect">
            <a:avLst/>
          </a:prstGeom>
          <a:noFill/>
          <a:ln/>
        </p:spPr>
        <p:txBody>
          <a:bodyPr wrap="square" lIns="254" tIns="254" rIns="254" bIns="254"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0" indent="-127000">
              <a:buSzPct val="100000"/>
              <a:buChar char="•"/>
            </a:pPr>
            <a:r>
              <a:rPr lang="en-US" sz="1600" dirty="0">
                <a:solidFill>
                  <a:srgbClr val="10233F"/>
                </a:solidFill>
              </a:rPr>
              <a:t>Business-ready data products</a:t>
            </a:r>
            <a:endParaRPr lang="en-US" sz="1600" dirty="0"/>
          </a:p>
          <a:p>
            <a:pPr marL="127000" indent="-127000">
              <a:buSzPct val="100000"/>
              <a:buChar char="•"/>
            </a:pPr>
            <a:r>
              <a:rPr lang="en-US" sz="1600" dirty="0">
                <a:solidFill>
                  <a:srgbClr val="10233F"/>
                </a:solidFill>
              </a:rPr>
              <a:t>Aggregations and dimensional models</a:t>
            </a:r>
            <a:endParaRPr lang="en-US" sz="1600" dirty="0"/>
          </a:p>
          <a:p>
            <a:pPr marL="127000" indent="-127000">
              <a:buSzPct val="100000"/>
              <a:buChar char="•"/>
            </a:pPr>
            <a:r>
              <a:rPr lang="en-US" sz="1600" dirty="0">
                <a:solidFill>
                  <a:srgbClr val="10233F"/>
                </a:solidFill>
              </a:rPr>
              <a:t>Optimized for reporting and self-service</a:t>
            </a:r>
            <a:endParaRPr lang="en-US" sz="1600" dirty="0"/>
          </a:p>
        </p:txBody>
      </p:sp>
      <p:sp>
        <p:nvSpPr>
          <p:cNvPr id="46" name="Shape 22">
            <a:extLst>
              <a:ext uri="{FF2B5EF4-FFF2-40B4-BE49-F238E27FC236}">
                <a16:creationId xmlns:a16="http://schemas.microsoft.com/office/drawing/2014/main" id="{0E9477CC-7F6A-188E-07DF-BB73AAA43B3F}"/>
              </a:ext>
            </a:extLst>
          </p:cNvPr>
          <p:cNvSpPr/>
          <p:nvPr/>
        </p:nvSpPr>
        <p:spPr>
          <a:xfrm>
            <a:off x="4956609" y="4847844"/>
            <a:ext cx="146304" cy="420624"/>
          </a:xfrm>
          <a:prstGeom prst="chevron">
            <a:avLst/>
          </a:prstGeom>
          <a:solidFill>
            <a:srgbClr val="DCE3EC"/>
          </a:solidFill>
          <a:ln w="12700">
            <a:solidFill>
              <a:srgbClr val="DCE3EC"/>
            </a:solidFill>
            <a:prstDash val="solid"/>
          </a:ln>
        </p:spPr>
        <p:txBody>
          <a:bodyPr/>
          <a:lstStyle/>
          <a:p>
            <a:endParaRPr lang="en-US"/>
          </a:p>
        </p:txBody>
      </p:sp>
      <p:sp>
        <p:nvSpPr>
          <p:cNvPr id="47" name="Shape 23">
            <a:extLst>
              <a:ext uri="{FF2B5EF4-FFF2-40B4-BE49-F238E27FC236}">
                <a16:creationId xmlns:a16="http://schemas.microsoft.com/office/drawing/2014/main" id="{6A2BEE58-8FA1-D2D7-C539-495724B76F94}"/>
              </a:ext>
            </a:extLst>
          </p:cNvPr>
          <p:cNvSpPr/>
          <p:nvPr/>
        </p:nvSpPr>
        <p:spPr>
          <a:xfrm>
            <a:off x="7855257" y="4847844"/>
            <a:ext cx="146304" cy="420624"/>
          </a:xfrm>
          <a:prstGeom prst="chevron">
            <a:avLst/>
          </a:prstGeom>
          <a:solidFill>
            <a:srgbClr val="DCE3EC"/>
          </a:solidFill>
          <a:ln w="12700">
            <a:solidFill>
              <a:srgbClr val="DCE3EC"/>
            </a:solidFill>
            <a:prstDash val="solid"/>
          </a:ln>
        </p:spPr>
        <p:txBody>
          <a:bodyPr/>
          <a:lstStyle/>
          <a:p>
            <a:endParaRPr lang="en-US"/>
          </a:p>
        </p:txBody>
      </p:sp>
      <p:sp>
        <p:nvSpPr>
          <p:cNvPr id="48" name="Shape 24">
            <a:extLst>
              <a:ext uri="{FF2B5EF4-FFF2-40B4-BE49-F238E27FC236}">
                <a16:creationId xmlns:a16="http://schemas.microsoft.com/office/drawing/2014/main" id="{E20EBC99-DA31-E56A-1974-FC3E1944A6D5}"/>
              </a:ext>
            </a:extLst>
          </p:cNvPr>
          <p:cNvSpPr/>
          <p:nvPr/>
        </p:nvSpPr>
        <p:spPr>
          <a:xfrm>
            <a:off x="2304849" y="7700772"/>
            <a:ext cx="8412480" cy="566928"/>
          </a:xfrm>
          <a:prstGeom prst="roundRect">
            <a:avLst>
              <a:gd name="adj" fmla="val 8065"/>
            </a:avLst>
          </a:prstGeom>
          <a:solidFill>
            <a:srgbClr val="F1F4F8"/>
          </a:solidFill>
          <a:ln w="12700">
            <a:solidFill>
              <a:srgbClr val="F1F4F8"/>
            </a:solidFill>
            <a:prstDash val="solid"/>
          </a:ln>
        </p:spPr>
        <p:txBody>
          <a:bodyPr/>
          <a:lstStyle/>
          <a:p>
            <a:endParaRPr lang="en-US"/>
          </a:p>
        </p:txBody>
      </p:sp>
      <p:sp>
        <p:nvSpPr>
          <p:cNvPr id="49" name="Text 25">
            <a:extLst>
              <a:ext uri="{FF2B5EF4-FFF2-40B4-BE49-F238E27FC236}">
                <a16:creationId xmlns:a16="http://schemas.microsoft.com/office/drawing/2014/main" id="{C47FE7A6-0CE3-37C4-11F5-D052DBF46E71}"/>
              </a:ext>
            </a:extLst>
          </p:cNvPr>
          <p:cNvSpPr/>
          <p:nvPr/>
        </p:nvSpPr>
        <p:spPr>
          <a:xfrm>
            <a:off x="2515161" y="7874508"/>
            <a:ext cx="8001000" cy="16459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10233F"/>
                </a:solidFill>
              </a:rPr>
              <a:t>Design tip: </a:t>
            </a:r>
            <a:r>
              <a:rPr lang="en-US" sz="1600" dirty="0">
                <a:solidFill>
                  <a:srgbClr val="10233F"/>
                </a:solidFill>
              </a:rPr>
              <a:t>Keep each layer separate, only promote data forward when it meets the quality needed for the next use case.</a:t>
            </a:r>
            <a:endParaRPr lang="en-US" sz="1600" dirty="0"/>
          </a:p>
        </p:txBody>
      </p:sp>
      <p:sp>
        <p:nvSpPr>
          <p:cNvPr id="50" name="Text 6">
            <a:extLst>
              <a:ext uri="{FF2B5EF4-FFF2-40B4-BE49-F238E27FC236}">
                <a16:creationId xmlns:a16="http://schemas.microsoft.com/office/drawing/2014/main" id="{32D4CCE5-AC56-272E-B572-0592AE35C3E1}"/>
              </a:ext>
            </a:extLst>
          </p:cNvPr>
          <p:cNvSpPr/>
          <p:nvPr/>
        </p:nvSpPr>
        <p:spPr>
          <a:xfrm>
            <a:off x="1134417" y="4422648"/>
            <a:ext cx="786384" cy="2286000"/>
          </a:xfrm>
          <a:prstGeom prst="rect">
            <a:avLst/>
          </a:prstGeom>
          <a:noFill/>
          <a:ln/>
        </p:spPr>
        <p:txBody>
          <a:bodyPr wrap="square" lIns="508" tIns="508" rIns="508" bIns="508"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dirty="0">
                <a:solidFill>
                  <a:srgbClr val="FFFFFF"/>
                </a:solidFill>
              </a:rPr>
              <a:t>Increase reliability</a:t>
            </a:r>
            <a:endParaRPr lang="en-US" sz="1600" dirty="0"/>
          </a:p>
          <a:p>
            <a:pPr marL="0" indent="0" algn="ctr">
              <a:buNone/>
            </a:pPr>
            <a:r>
              <a:rPr lang="en-US" sz="1600" dirty="0">
                <a:solidFill>
                  <a:srgbClr val="FFFFFF"/>
                </a:solidFill>
              </a:rPr>
              <a:t>and reuse at each step</a:t>
            </a:r>
            <a:endParaRPr lang="en-US" sz="1600" dirty="0"/>
          </a:p>
        </p:txBody>
      </p:sp>
    </p:spTree>
    <p:extLst>
      <p:ext uri="{BB962C8B-B14F-4D97-AF65-F5344CB8AC3E}">
        <p14:creationId xmlns:p14="http://schemas.microsoft.com/office/powerpoint/2010/main" val="3574116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36CDB78-693E-DCC5-CA46-6F3E0A97200F}"/>
            </a:ext>
          </a:extLst>
        </p:cNvPr>
        <p:cNvGrpSpPr/>
        <p:nvPr/>
      </p:nvGrpSpPr>
      <p:grpSpPr>
        <a:xfrm>
          <a:off x="0" y="0"/>
          <a:ext cx="0" cy="0"/>
          <a:chOff x="0" y="0"/>
          <a:chExt cx="0" cy="0"/>
        </a:xfrm>
      </p:grpSpPr>
      <p:sp>
        <p:nvSpPr>
          <p:cNvPr id="25" name="Shape 2">
            <a:extLst>
              <a:ext uri="{FF2B5EF4-FFF2-40B4-BE49-F238E27FC236}">
                <a16:creationId xmlns:a16="http://schemas.microsoft.com/office/drawing/2014/main" id="{9540329C-E48B-BE11-7506-394A578F105D}"/>
              </a:ext>
            </a:extLst>
          </p:cNvPr>
          <p:cNvSpPr/>
          <p:nvPr/>
        </p:nvSpPr>
        <p:spPr>
          <a:xfrm>
            <a:off x="1143162" y="6929628"/>
            <a:ext cx="10607040" cy="1719072"/>
          </a:xfrm>
          <a:prstGeom prst="roundRect">
            <a:avLst>
              <a:gd name="adj" fmla="val 5517"/>
            </a:avLst>
          </a:prstGeom>
          <a:solidFill>
            <a:srgbClr val="FFFFFF"/>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3" name="Shape 2">
            <a:extLst>
              <a:ext uri="{FF2B5EF4-FFF2-40B4-BE49-F238E27FC236}">
                <a16:creationId xmlns:a16="http://schemas.microsoft.com/office/drawing/2014/main" id="{9F45E06C-E5C7-321F-E8CC-81D977304055}"/>
              </a:ext>
            </a:extLst>
          </p:cNvPr>
          <p:cNvSpPr/>
          <p:nvPr/>
        </p:nvSpPr>
        <p:spPr>
          <a:xfrm>
            <a:off x="1143162" y="4948428"/>
            <a:ext cx="10607040" cy="1719072"/>
          </a:xfrm>
          <a:prstGeom prst="roundRect">
            <a:avLst>
              <a:gd name="adj" fmla="val 5517"/>
            </a:avLst>
          </a:prstGeom>
          <a:solidFill>
            <a:srgbClr val="FFFFFF"/>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 name="AutoShape 2">
            <a:extLst>
              <a:ext uri="{FF2B5EF4-FFF2-40B4-BE49-F238E27FC236}">
                <a16:creationId xmlns:a16="http://schemas.microsoft.com/office/drawing/2014/main" id="{DD5ACEC7-96EA-3223-1E36-552D62EB50B4}"/>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9CD753A7-E7DF-3554-5AF4-325F72F0CC6D}"/>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AD08BD66-007D-6948-8826-6BE828C4CA2B}"/>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2EDD0D20-8F16-06A8-EF62-35EEC0EAEF94}"/>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73F2BB6E-AA4E-80DA-667F-CF74EC5DF2E2}"/>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3BA5AECB-316B-C0A9-8F87-E897147795D1}"/>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AE74C80D-301D-9B24-D639-5B7D7B97E27D}"/>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DE16417F-4A26-7F6E-32C1-710ABFD068F5}"/>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Box 9">
            <a:extLst>
              <a:ext uri="{FF2B5EF4-FFF2-40B4-BE49-F238E27FC236}">
                <a16:creationId xmlns:a16="http://schemas.microsoft.com/office/drawing/2014/main" id="{974504A2-FF89-1299-3F11-4DD8B6C01C52}"/>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20</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4D9A5A2B-6C19-4D3A-BE5D-A877E18185CC}"/>
              </a:ext>
            </a:extLst>
          </p:cNvPr>
          <p:cNvSpPr/>
          <p:nvPr/>
        </p:nvSpPr>
        <p:spPr>
          <a:xfrm>
            <a:off x="1006002" y="1528572"/>
            <a:ext cx="9966798" cy="45720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Patterns that usually hold up in enterprise</a:t>
            </a:r>
            <a:endParaRPr lang="en-US" sz="3600" dirty="0">
              <a:solidFill>
                <a:schemeClr val="bg1"/>
              </a:solidFill>
            </a:endParaRPr>
          </a:p>
        </p:txBody>
      </p:sp>
      <p:sp>
        <p:nvSpPr>
          <p:cNvPr id="12" name="Text 1">
            <a:extLst>
              <a:ext uri="{FF2B5EF4-FFF2-40B4-BE49-F238E27FC236}">
                <a16:creationId xmlns:a16="http://schemas.microsoft.com/office/drawing/2014/main" id="{5B1E0FFF-4B20-45D0-EC86-A3FA1D17B6CD}"/>
              </a:ext>
            </a:extLst>
          </p:cNvPr>
          <p:cNvSpPr/>
          <p:nvPr/>
        </p:nvSpPr>
        <p:spPr>
          <a:xfrm>
            <a:off x="1024290" y="2107692"/>
            <a:ext cx="14444310"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Pick one as the dominant operating model, do not mix patterns accidentally.</a:t>
            </a:r>
            <a:endParaRPr lang="en-US" sz="2800" dirty="0">
              <a:solidFill>
                <a:schemeClr val="bg1"/>
              </a:solidFill>
            </a:endParaRPr>
          </a:p>
        </p:txBody>
      </p:sp>
      <p:sp>
        <p:nvSpPr>
          <p:cNvPr id="13" name="Shape 2">
            <a:extLst>
              <a:ext uri="{FF2B5EF4-FFF2-40B4-BE49-F238E27FC236}">
                <a16:creationId xmlns:a16="http://schemas.microsoft.com/office/drawing/2014/main" id="{FB3FDE14-C1B2-53F8-883C-4AC59E7FE5CE}"/>
              </a:ext>
            </a:extLst>
          </p:cNvPr>
          <p:cNvSpPr/>
          <p:nvPr/>
        </p:nvSpPr>
        <p:spPr>
          <a:xfrm>
            <a:off x="1143162" y="2979420"/>
            <a:ext cx="10607040" cy="1719072"/>
          </a:xfrm>
          <a:prstGeom prst="roundRect">
            <a:avLst>
              <a:gd name="adj" fmla="val 5517"/>
            </a:avLst>
          </a:prstGeom>
          <a:solidFill>
            <a:srgbClr val="FFFFFF"/>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4" name="Text 3">
            <a:extLst>
              <a:ext uri="{FF2B5EF4-FFF2-40B4-BE49-F238E27FC236}">
                <a16:creationId xmlns:a16="http://schemas.microsoft.com/office/drawing/2014/main" id="{F2C5B4EB-CEE7-B63B-A1F9-FC7F5DF99382}"/>
              </a:ext>
            </a:extLst>
          </p:cNvPr>
          <p:cNvSpPr/>
          <p:nvPr/>
        </p:nvSpPr>
        <p:spPr>
          <a:xfrm>
            <a:off x="1307754" y="3125724"/>
            <a:ext cx="10277856" cy="256032"/>
          </a:xfrm>
          <a:prstGeom prst="rect">
            <a:avLst/>
          </a:prstGeom>
          <a:noFill/>
          <a:ln/>
        </p:spPr>
        <p:txBody>
          <a:bodyPr wrap="square" lIns="0" tIns="0" rIns="0" bIns="0" rtlCol="0" anchor="ctr"/>
          <a:lstStyle/>
          <a:p>
            <a:pPr marL="0" indent="0">
              <a:buNone/>
            </a:pPr>
            <a:r>
              <a:rPr lang="en-US" sz="2400" b="1" dirty="0">
                <a:solidFill>
                  <a:srgbClr val="2563EB"/>
                </a:solidFill>
              </a:rPr>
              <a:t>1. Central platform + department semantic products</a:t>
            </a:r>
            <a:endParaRPr lang="en-US" sz="2400" dirty="0"/>
          </a:p>
        </p:txBody>
      </p:sp>
      <p:sp>
        <p:nvSpPr>
          <p:cNvPr id="15" name="Text 4">
            <a:extLst>
              <a:ext uri="{FF2B5EF4-FFF2-40B4-BE49-F238E27FC236}">
                <a16:creationId xmlns:a16="http://schemas.microsoft.com/office/drawing/2014/main" id="{70D7FEB2-1425-0A78-2C8D-A424BE3C4DC0}"/>
              </a:ext>
            </a:extLst>
          </p:cNvPr>
          <p:cNvSpPr/>
          <p:nvPr/>
        </p:nvSpPr>
        <p:spPr>
          <a:xfrm>
            <a:off x="1307754" y="3418332"/>
            <a:ext cx="10277856" cy="75895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Shared engineering workspace(s), common conformed dimensions, certified enterprise measures, and department-specific semantic models for local reporting. Best when governance and cross-functional KPIs matter most.</a:t>
            </a:r>
            <a:endParaRPr lang="en-US" dirty="0"/>
          </a:p>
        </p:txBody>
      </p:sp>
      <p:sp>
        <p:nvSpPr>
          <p:cNvPr id="17" name="Text 6">
            <a:extLst>
              <a:ext uri="{FF2B5EF4-FFF2-40B4-BE49-F238E27FC236}">
                <a16:creationId xmlns:a16="http://schemas.microsoft.com/office/drawing/2014/main" id="{7663E0ED-2F70-CDF3-A517-A7E031BD9AF7}"/>
              </a:ext>
            </a:extLst>
          </p:cNvPr>
          <p:cNvSpPr/>
          <p:nvPr/>
        </p:nvSpPr>
        <p:spPr>
          <a:xfrm>
            <a:off x="1307754" y="5288661"/>
            <a:ext cx="10277856" cy="256032"/>
          </a:xfrm>
          <a:prstGeom prst="rect">
            <a:avLst/>
          </a:prstGeom>
          <a:noFill/>
          <a:ln/>
        </p:spPr>
        <p:txBody>
          <a:bodyPr wrap="square" lIns="0" tIns="0" rIns="0" bIns="0" rtlCol="0" anchor="ctr"/>
          <a:lstStyle/>
          <a:p>
            <a:pPr marL="0" indent="0">
              <a:buNone/>
            </a:pPr>
            <a:r>
              <a:rPr lang="en-US" sz="2400" b="1" dirty="0">
                <a:solidFill>
                  <a:srgbClr val="0F766E"/>
                </a:solidFill>
              </a:rPr>
              <a:t>2. Lakehouse-first medallion + curated business layer</a:t>
            </a:r>
            <a:endParaRPr lang="en-US" sz="2400" dirty="0"/>
          </a:p>
        </p:txBody>
      </p:sp>
      <p:sp>
        <p:nvSpPr>
          <p:cNvPr id="18" name="Text 7">
            <a:extLst>
              <a:ext uri="{FF2B5EF4-FFF2-40B4-BE49-F238E27FC236}">
                <a16:creationId xmlns:a16="http://schemas.microsoft.com/office/drawing/2014/main" id="{352D7CCB-AAF1-EA67-65E1-831B308F3D79}"/>
              </a:ext>
            </a:extLst>
          </p:cNvPr>
          <p:cNvSpPr/>
          <p:nvPr/>
        </p:nvSpPr>
        <p:spPr>
          <a:xfrm>
            <a:off x="1307754" y="5581269"/>
            <a:ext cx="10277856" cy="75895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Bronze/silver/gold in Lakehouse, notebooks for heavier engineering, semantic models over gold data, and Direct Lake only on curated layers that justify it. Best when engineering and data science are close partners.</a:t>
            </a:r>
            <a:endParaRPr lang="en-US" dirty="0"/>
          </a:p>
        </p:txBody>
      </p:sp>
      <p:sp>
        <p:nvSpPr>
          <p:cNvPr id="20" name="Text 9">
            <a:extLst>
              <a:ext uri="{FF2B5EF4-FFF2-40B4-BE49-F238E27FC236}">
                <a16:creationId xmlns:a16="http://schemas.microsoft.com/office/drawing/2014/main" id="{FDC99DBB-5504-3C3F-91A3-C17B67F7C943}"/>
              </a:ext>
            </a:extLst>
          </p:cNvPr>
          <p:cNvSpPr/>
          <p:nvPr/>
        </p:nvSpPr>
        <p:spPr>
          <a:xfrm>
            <a:off x="1307754" y="7002760"/>
            <a:ext cx="10277856" cy="256032"/>
          </a:xfrm>
          <a:prstGeom prst="rect">
            <a:avLst/>
          </a:prstGeom>
          <a:noFill/>
          <a:ln/>
        </p:spPr>
        <p:txBody>
          <a:bodyPr wrap="square" lIns="0" tIns="0" rIns="0" bIns="0" rtlCol="0" anchor="ctr"/>
          <a:lstStyle/>
          <a:p>
            <a:pPr marL="0" indent="0">
              <a:buNone/>
            </a:pPr>
            <a:r>
              <a:rPr lang="en-US" sz="2400" b="1" dirty="0">
                <a:solidFill>
                  <a:srgbClr val="D97706"/>
                </a:solidFill>
              </a:rPr>
              <a:t>3. Warehouse-first curated BI pattern</a:t>
            </a:r>
            <a:endParaRPr lang="en-US" sz="2400" dirty="0"/>
          </a:p>
        </p:txBody>
      </p:sp>
      <p:sp>
        <p:nvSpPr>
          <p:cNvPr id="21" name="Text 10">
            <a:extLst>
              <a:ext uri="{FF2B5EF4-FFF2-40B4-BE49-F238E27FC236}">
                <a16:creationId xmlns:a16="http://schemas.microsoft.com/office/drawing/2014/main" id="{D50E2B60-C3A7-2C18-54AA-EE417CDFB078}"/>
              </a:ext>
            </a:extLst>
          </p:cNvPr>
          <p:cNvSpPr/>
          <p:nvPr/>
        </p:nvSpPr>
        <p:spPr>
          <a:xfrm>
            <a:off x="1307754" y="7295368"/>
            <a:ext cx="10277856" cy="75895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Lakehouse or staging for ingestion, Warehouse for dimensional serving, and a shared semantic model over conformed marts. Best when teams are SQL-centric or migrating classic EDW practices into Fabric.</a:t>
            </a:r>
            <a:endParaRPr lang="en-US" dirty="0"/>
          </a:p>
        </p:txBody>
      </p:sp>
    </p:spTree>
    <p:extLst>
      <p:ext uri="{BB962C8B-B14F-4D97-AF65-F5344CB8AC3E}">
        <p14:creationId xmlns:p14="http://schemas.microsoft.com/office/powerpoint/2010/main" val="730792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A3113DA-984F-AEFD-74E9-498246064D1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BB16FBC-1555-627E-4A93-F31C623677D4}"/>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D1A4DD58-A0C7-AAB0-A411-7EDB9954951E}"/>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DABD09C4-4530-95E6-5D6C-676D87DCF595}"/>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5AE9A1E4-A5D9-5BFB-3DEC-AC9842BCF1B8}"/>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12D3E0AC-68F9-BD1A-2505-BF772ED1A0BA}"/>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7FA383A6-EA41-2D5D-9C52-986F9E3B49E3}"/>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51157D78-FBA1-6A21-724E-3DF623452D4D}"/>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D073E24E-2C90-4D5A-4C29-78A453A5134E}"/>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Box 9">
            <a:extLst>
              <a:ext uri="{FF2B5EF4-FFF2-40B4-BE49-F238E27FC236}">
                <a16:creationId xmlns:a16="http://schemas.microsoft.com/office/drawing/2014/main" id="{974F5704-A322-0AD6-13BE-12F02566B965}"/>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21</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A57242B0-16E0-4B89-9FDD-F653CFE1A8FB}"/>
              </a:ext>
            </a:extLst>
          </p:cNvPr>
          <p:cNvSpPr/>
          <p:nvPr/>
        </p:nvSpPr>
        <p:spPr>
          <a:xfrm>
            <a:off x="1017351" y="1559052"/>
            <a:ext cx="8138160" cy="45720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Anti-patterns and guardrails</a:t>
            </a:r>
            <a:endParaRPr lang="en-US" sz="3600" dirty="0">
              <a:solidFill>
                <a:schemeClr val="bg1"/>
              </a:solidFill>
            </a:endParaRPr>
          </a:p>
        </p:txBody>
      </p:sp>
      <p:sp>
        <p:nvSpPr>
          <p:cNvPr id="12" name="Text 1">
            <a:extLst>
              <a:ext uri="{FF2B5EF4-FFF2-40B4-BE49-F238E27FC236}">
                <a16:creationId xmlns:a16="http://schemas.microsoft.com/office/drawing/2014/main" id="{9898BB2D-A9C4-892F-F85E-BA389A569E8B}"/>
              </a:ext>
            </a:extLst>
          </p:cNvPr>
          <p:cNvSpPr/>
          <p:nvPr/>
        </p:nvSpPr>
        <p:spPr>
          <a:xfrm>
            <a:off x="1035638" y="2107692"/>
            <a:ext cx="14890161"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These are the design habits that usually create rework, duplicate data, and inconsistent metrics.</a:t>
            </a:r>
            <a:endParaRPr lang="en-US" sz="2800" dirty="0">
              <a:solidFill>
                <a:schemeClr val="bg1"/>
              </a:solidFill>
            </a:endParaRPr>
          </a:p>
        </p:txBody>
      </p:sp>
      <p:sp>
        <p:nvSpPr>
          <p:cNvPr id="13" name="Shape 2">
            <a:extLst>
              <a:ext uri="{FF2B5EF4-FFF2-40B4-BE49-F238E27FC236}">
                <a16:creationId xmlns:a16="http://schemas.microsoft.com/office/drawing/2014/main" id="{8E6AB688-115E-1A99-87DA-9E4218FFC8EF}"/>
              </a:ext>
            </a:extLst>
          </p:cNvPr>
          <p:cNvSpPr/>
          <p:nvPr/>
        </p:nvSpPr>
        <p:spPr>
          <a:xfrm>
            <a:off x="1154511" y="2628899"/>
            <a:ext cx="5303520" cy="2971800"/>
          </a:xfrm>
          <a:prstGeom prst="roundRect">
            <a:avLst>
              <a:gd name="adj" fmla="val 3721"/>
            </a:avLst>
          </a:prstGeom>
          <a:solidFill>
            <a:srgbClr val="FEF2F2"/>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4" name="Text 3">
            <a:extLst>
              <a:ext uri="{FF2B5EF4-FFF2-40B4-BE49-F238E27FC236}">
                <a16:creationId xmlns:a16="http://schemas.microsoft.com/office/drawing/2014/main" id="{31E4D21B-5D61-6C45-74C6-DCAC8D0B2793}"/>
              </a:ext>
            </a:extLst>
          </p:cNvPr>
          <p:cNvSpPr/>
          <p:nvPr/>
        </p:nvSpPr>
        <p:spPr>
          <a:xfrm>
            <a:off x="1319103" y="2775204"/>
            <a:ext cx="4974336" cy="256032"/>
          </a:xfrm>
          <a:prstGeom prst="rect">
            <a:avLst/>
          </a:prstGeom>
          <a:noFill/>
          <a:ln/>
        </p:spPr>
        <p:txBody>
          <a:bodyPr wrap="square" lIns="0" tIns="0" rIns="0" bIns="0" rtlCol="0" anchor="ctr"/>
          <a:lstStyle/>
          <a:p>
            <a:pPr marL="0" indent="0">
              <a:buNone/>
            </a:pPr>
            <a:r>
              <a:rPr lang="en-US" sz="2400" b="1" dirty="0">
                <a:solidFill>
                  <a:srgbClr val="DC2626"/>
                </a:solidFill>
              </a:rPr>
              <a:t>Anti-patterns</a:t>
            </a:r>
            <a:endParaRPr lang="en-US" sz="2400" dirty="0"/>
          </a:p>
        </p:txBody>
      </p:sp>
      <p:sp>
        <p:nvSpPr>
          <p:cNvPr id="15" name="Text 4">
            <a:extLst>
              <a:ext uri="{FF2B5EF4-FFF2-40B4-BE49-F238E27FC236}">
                <a16:creationId xmlns:a16="http://schemas.microsoft.com/office/drawing/2014/main" id="{DC90B88E-1BD6-BBD3-E9A0-9BF6767A1178}"/>
              </a:ext>
            </a:extLst>
          </p:cNvPr>
          <p:cNvSpPr/>
          <p:nvPr/>
        </p:nvSpPr>
        <p:spPr>
          <a:xfrm>
            <a:off x="1319103" y="3067812"/>
            <a:ext cx="4974336" cy="139903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 One workspace per department with no shared model</a:t>
            </a:r>
            <a:endParaRPr lang="en-US" dirty="0"/>
          </a:p>
          <a:p>
            <a:pPr marL="0" indent="0">
              <a:lnSpc>
                <a:spcPct val="150000"/>
              </a:lnSpc>
              <a:buNone/>
            </a:pPr>
            <a:r>
              <a:rPr lang="en-US" dirty="0">
                <a:solidFill>
                  <a:srgbClr val="111827"/>
                </a:solidFill>
              </a:rPr>
              <a:t>• Every team picks its own store with no standards</a:t>
            </a:r>
            <a:endParaRPr lang="en-US" dirty="0"/>
          </a:p>
          <a:p>
            <a:pPr marL="0" indent="0">
              <a:lnSpc>
                <a:spcPct val="150000"/>
              </a:lnSpc>
              <a:buNone/>
            </a:pPr>
            <a:r>
              <a:rPr lang="en-US" dirty="0">
                <a:solidFill>
                  <a:srgbClr val="111827"/>
                </a:solidFill>
              </a:rPr>
              <a:t>• Semantic logic lives inside reports</a:t>
            </a:r>
            <a:endParaRPr lang="en-US" dirty="0"/>
          </a:p>
          <a:p>
            <a:pPr marL="0" indent="0">
              <a:lnSpc>
                <a:spcPct val="150000"/>
              </a:lnSpc>
              <a:buNone/>
            </a:pPr>
            <a:r>
              <a:rPr lang="en-US" dirty="0">
                <a:solidFill>
                  <a:srgbClr val="111827"/>
                </a:solidFill>
              </a:rPr>
              <a:t>• Direct Lake gets chosen because it sounds modern</a:t>
            </a:r>
            <a:endParaRPr lang="en-US" dirty="0"/>
          </a:p>
          <a:p>
            <a:pPr marL="0" indent="0">
              <a:lnSpc>
                <a:spcPct val="150000"/>
              </a:lnSpc>
              <a:buNone/>
            </a:pPr>
            <a:r>
              <a:rPr lang="en-US" dirty="0">
                <a:solidFill>
                  <a:srgbClr val="111827"/>
                </a:solidFill>
              </a:rPr>
              <a:t>• Dataflows become the only integration pattern</a:t>
            </a:r>
            <a:endParaRPr lang="en-US" dirty="0"/>
          </a:p>
        </p:txBody>
      </p:sp>
      <p:sp>
        <p:nvSpPr>
          <p:cNvPr id="16" name="Shape 5">
            <a:extLst>
              <a:ext uri="{FF2B5EF4-FFF2-40B4-BE49-F238E27FC236}">
                <a16:creationId xmlns:a16="http://schemas.microsoft.com/office/drawing/2014/main" id="{C2D27540-E715-CD76-76A1-9ED32B668C95}"/>
              </a:ext>
            </a:extLst>
          </p:cNvPr>
          <p:cNvSpPr/>
          <p:nvPr/>
        </p:nvSpPr>
        <p:spPr>
          <a:xfrm>
            <a:off x="6781800" y="2628900"/>
            <a:ext cx="5257800" cy="2971800"/>
          </a:xfrm>
          <a:prstGeom prst="roundRect">
            <a:avLst>
              <a:gd name="adj" fmla="val 3721"/>
            </a:avLst>
          </a:prstGeom>
          <a:solidFill>
            <a:srgbClr val="F0FDF4"/>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7" name="Text 6">
            <a:extLst>
              <a:ext uri="{FF2B5EF4-FFF2-40B4-BE49-F238E27FC236}">
                <a16:creationId xmlns:a16="http://schemas.microsoft.com/office/drawing/2014/main" id="{6ADBDC70-D8B4-2281-6F6F-385E6B91B62E}"/>
              </a:ext>
            </a:extLst>
          </p:cNvPr>
          <p:cNvSpPr/>
          <p:nvPr/>
        </p:nvSpPr>
        <p:spPr>
          <a:xfrm>
            <a:off x="6946392" y="2775204"/>
            <a:ext cx="4928616" cy="256032"/>
          </a:xfrm>
          <a:prstGeom prst="rect">
            <a:avLst/>
          </a:prstGeom>
          <a:noFill/>
          <a:ln/>
        </p:spPr>
        <p:txBody>
          <a:bodyPr wrap="square" lIns="0" tIns="0" rIns="0" bIns="0" rtlCol="0" anchor="ctr"/>
          <a:lstStyle/>
          <a:p>
            <a:pPr marL="0" indent="0">
              <a:buNone/>
            </a:pPr>
            <a:r>
              <a:rPr lang="en-US" sz="2400" b="1" dirty="0">
                <a:solidFill>
                  <a:srgbClr val="16A34A"/>
                </a:solidFill>
              </a:rPr>
              <a:t>Patterns</a:t>
            </a:r>
            <a:endParaRPr lang="en-US" sz="2400" dirty="0"/>
          </a:p>
        </p:txBody>
      </p:sp>
      <p:sp>
        <p:nvSpPr>
          <p:cNvPr id="18" name="Text 7">
            <a:extLst>
              <a:ext uri="{FF2B5EF4-FFF2-40B4-BE49-F238E27FC236}">
                <a16:creationId xmlns:a16="http://schemas.microsoft.com/office/drawing/2014/main" id="{00866AA0-A725-6F41-9BD6-D57139900119}"/>
              </a:ext>
            </a:extLst>
          </p:cNvPr>
          <p:cNvSpPr/>
          <p:nvPr/>
        </p:nvSpPr>
        <p:spPr>
          <a:xfrm>
            <a:off x="6946392" y="3067812"/>
            <a:ext cx="4928616" cy="139903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 Shared definitions for facts, dimensions, and KPIs</a:t>
            </a:r>
            <a:endParaRPr lang="en-US" dirty="0"/>
          </a:p>
          <a:p>
            <a:pPr marL="0" indent="0">
              <a:lnSpc>
                <a:spcPct val="150000"/>
              </a:lnSpc>
              <a:buNone/>
            </a:pPr>
            <a:r>
              <a:rPr lang="en-US" dirty="0">
                <a:solidFill>
                  <a:srgbClr val="111827"/>
                </a:solidFill>
              </a:rPr>
              <a:t>• Reusable ingestion templates and orchestration</a:t>
            </a:r>
            <a:endParaRPr lang="en-US" dirty="0"/>
          </a:p>
          <a:p>
            <a:pPr marL="0" indent="0">
              <a:lnSpc>
                <a:spcPct val="150000"/>
              </a:lnSpc>
              <a:buNone/>
            </a:pPr>
            <a:r>
              <a:rPr lang="en-US" dirty="0">
                <a:solidFill>
                  <a:srgbClr val="111827"/>
                </a:solidFill>
              </a:rPr>
              <a:t>• Security and environment separation by design</a:t>
            </a:r>
            <a:endParaRPr lang="en-US" dirty="0"/>
          </a:p>
          <a:p>
            <a:pPr marL="0" indent="0">
              <a:lnSpc>
                <a:spcPct val="150000"/>
              </a:lnSpc>
              <a:buNone/>
            </a:pPr>
            <a:r>
              <a:rPr lang="en-US" dirty="0">
                <a:solidFill>
                  <a:srgbClr val="111827"/>
                </a:solidFill>
              </a:rPr>
              <a:t>• Certified semantic models for enterprise metrics</a:t>
            </a:r>
            <a:endParaRPr lang="en-US" dirty="0"/>
          </a:p>
          <a:p>
            <a:pPr marL="0" indent="0">
              <a:lnSpc>
                <a:spcPct val="150000"/>
              </a:lnSpc>
              <a:buNone/>
            </a:pPr>
            <a:r>
              <a:rPr lang="en-US" dirty="0">
                <a:solidFill>
                  <a:srgbClr val="111827"/>
                </a:solidFill>
              </a:rPr>
              <a:t>• Direct Lake only after a capacity-aware proof of concept</a:t>
            </a:r>
            <a:endParaRPr lang="en-US" dirty="0"/>
          </a:p>
        </p:txBody>
      </p:sp>
      <p:sp>
        <p:nvSpPr>
          <p:cNvPr id="19" name="Shape 8">
            <a:extLst>
              <a:ext uri="{FF2B5EF4-FFF2-40B4-BE49-F238E27FC236}">
                <a16:creationId xmlns:a16="http://schemas.microsoft.com/office/drawing/2014/main" id="{75823A41-5626-8349-F5FB-5125223747C7}"/>
              </a:ext>
            </a:extLst>
          </p:cNvPr>
          <p:cNvSpPr/>
          <p:nvPr/>
        </p:nvSpPr>
        <p:spPr>
          <a:xfrm>
            <a:off x="1154511" y="5884164"/>
            <a:ext cx="10625328" cy="1828800"/>
          </a:xfrm>
          <a:prstGeom prst="roundRect">
            <a:avLst>
              <a:gd name="adj" fmla="val 4000"/>
            </a:avLst>
          </a:prstGeom>
          <a:solidFill>
            <a:srgbClr val="FFFFFF"/>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0" name="Text 9">
            <a:extLst>
              <a:ext uri="{FF2B5EF4-FFF2-40B4-BE49-F238E27FC236}">
                <a16:creationId xmlns:a16="http://schemas.microsoft.com/office/drawing/2014/main" id="{261316A2-97C4-41C7-054C-A8C54351D7F1}"/>
              </a:ext>
            </a:extLst>
          </p:cNvPr>
          <p:cNvSpPr/>
          <p:nvPr/>
        </p:nvSpPr>
        <p:spPr>
          <a:xfrm>
            <a:off x="1319103" y="6030468"/>
            <a:ext cx="10296144" cy="256032"/>
          </a:xfrm>
          <a:prstGeom prst="rect">
            <a:avLst/>
          </a:prstGeom>
          <a:noFill/>
          <a:ln/>
        </p:spPr>
        <p:txBody>
          <a:bodyPr wrap="square" lIns="0" tIns="0" rIns="0" bIns="0" rtlCol="0" anchor="ctr"/>
          <a:lstStyle/>
          <a:p>
            <a:pPr marL="0" indent="0">
              <a:buNone/>
            </a:pPr>
            <a:r>
              <a:rPr lang="en-US" sz="2400" b="1" dirty="0">
                <a:solidFill>
                  <a:srgbClr val="0F172A"/>
                </a:solidFill>
              </a:rPr>
              <a:t>A useful governance rule</a:t>
            </a:r>
            <a:endParaRPr lang="en-US" sz="2400" dirty="0"/>
          </a:p>
        </p:txBody>
      </p:sp>
      <p:sp>
        <p:nvSpPr>
          <p:cNvPr id="21" name="Text 10">
            <a:extLst>
              <a:ext uri="{FF2B5EF4-FFF2-40B4-BE49-F238E27FC236}">
                <a16:creationId xmlns:a16="http://schemas.microsoft.com/office/drawing/2014/main" id="{7AAAA18A-8CD2-DA8E-69A6-6F2FB864CA4C}"/>
              </a:ext>
            </a:extLst>
          </p:cNvPr>
          <p:cNvSpPr/>
          <p:nvPr/>
        </p:nvSpPr>
        <p:spPr>
          <a:xfrm>
            <a:off x="1319103" y="6323076"/>
            <a:ext cx="10296144" cy="126187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Give departments autonomy at the report and local semantic-product layer and standardize the curated data contracts underneath. That preserves self-service without turning the platform into a set of isolated mini-stacks.</a:t>
            </a:r>
            <a:endParaRPr lang="en-US" dirty="0"/>
          </a:p>
        </p:txBody>
      </p:sp>
      <p:sp>
        <p:nvSpPr>
          <p:cNvPr id="22" name="Slide Number Placeholder 0">
            <a:extLst>
              <a:ext uri="{FF2B5EF4-FFF2-40B4-BE49-F238E27FC236}">
                <a16:creationId xmlns:a16="http://schemas.microsoft.com/office/drawing/2014/main" id="{9932E801-FEDA-399C-9CD0-DC3E0422FFEB}"/>
              </a:ext>
            </a:extLst>
          </p:cNvPr>
          <p:cNvSpPr txBox="1">
            <a:spLocks/>
          </p:cNvSpPr>
          <p:nvPr/>
        </p:nvSpPr>
        <p:spPr>
          <a:xfrm>
            <a:off x="12081591" y="8255508"/>
            <a:ext cx="274320" cy="164592"/>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en-US"/>
            </a:defPPr>
            <a:lvl1pPr marL="0" algn="r" defTabSz="914400" rtl="0" eaLnBrk="1" latinLnBrk="0" hangingPunct="1">
              <a:defRPr sz="1000" kern="1200">
                <a:solidFill>
                  <a:srgbClr val="475569"/>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4252100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1DD6FC5-469B-0695-CC97-4D23ED26183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038F2D9-B5B1-5E03-2331-08A0817B8815}"/>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66797513-A93E-42AA-9AE5-1013ED319F91}"/>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1B0007D5-5FC9-8189-87A8-40291D30E3A8}"/>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D9D92879-D55B-C0A8-C9FF-85CF5ED80BCA}"/>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70C961B4-90DA-987D-80B7-C4AB821DC045}"/>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855BA2CD-1622-A1FA-C5E6-DBB6D6D1AF32}"/>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8214EB9B-A6C6-CF89-6CE8-E5FBB9B7474E}"/>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5F10AC46-FF20-9CDE-57AE-D52BEA04B207}"/>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Box 9">
            <a:extLst>
              <a:ext uri="{FF2B5EF4-FFF2-40B4-BE49-F238E27FC236}">
                <a16:creationId xmlns:a16="http://schemas.microsoft.com/office/drawing/2014/main" id="{F9A073A5-B6AB-EE81-0039-B8E4CCA66D7E}"/>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22</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D8A20A8E-8316-9612-DB64-748EAFF1414D}"/>
              </a:ext>
            </a:extLst>
          </p:cNvPr>
          <p:cNvSpPr/>
          <p:nvPr/>
        </p:nvSpPr>
        <p:spPr>
          <a:xfrm>
            <a:off x="1017350" y="1757172"/>
            <a:ext cx="13613049" cy="45720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Hands-on scenario: design a multi-department Fabric architecture</a:t>
            </a:r>
            <a:endParaRPr lang="en-US" sz="3600" dirty="0">
              <a:solidFill>
                <a:schemeClr val="bg1"/>
              </a:solidFill>
            </a:endParaRPr>
          </a:p>
        </p:txBody>
      </p:sp>
      <p:sp>
        <p:nvSpPr>
          <p:cNvPr id="12" name="Text 1">
            <a:extLst>
              <a:ext uri="{FF2B5EF4-FFF2-40B4-BE49-F238E27FC236}">
                <a16:creationId xmlns:a16="http://schemas.microsoft.com/office/drawing/2014/main" id="{AC4418A8-F75C-4F12-8C4B-AD23ED321FBD}"/>
              </a:ext>
            </a:extLst>
          </p:cNvPr>
          <p:cNvSpPr/>
          <p:nvPr/>
        </p:nvSpPr>
        <p:spPr>
          <a:xfrm>
            <a:off x="1063071" y="2336292"/>
            <a:ext cx="10698480"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Challenge teams to make explicit choices under realistic constraints.</a:t>
            </a:r>
            <a:endParaRPr lang="en-US" sz="2800" dirty="0">
              <a:solidFill>
                <a:schemeClr val="bg1"/>
              </a:solidFill>
            </a:endParaRPr>
          </a:p>
        </p:txBody>
      </p:sp>
      <p:sp>
        <p:nvSpPr>
          <p:cNvPr id="13" name="Shape 2">
            <a:extLst>
              <a:ext uri="{FF2B5EF4-FFF2-40B4-BE49-F238E27FC236}">
                <a16:creationId xmlns:a16="http://schemas.microsoft.com/office/drawing/2014/main" id="{50BC303D-7E4C-E490-A652-6305108B184B}"/>
              </a:ext>
            </a:extLst>
          </p:cNvPr>
          <p:cNvSpPr/>
          <p:nvPr/>
        </p:nvSpPr>
        <p:spPr>
          <a:xfrm>
            <a:off x="1154511" y="3009900"/>
            <a:ext cx="3840480" cy="4297680"/>
          </a:xfrm>
          <a:prstGeom prst="roundRect">
            <a:avLst>
              <a:gd name="adj" fmla="val 1905"/>
            </a:avLst>
          </a:prstGeom>
          <a:solidFill>
            <a:srgbClr val="F8FAFC"/>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4" name="Text 3">
            <a:extLst>
              <a:ext uri="{FF2B5EF4-FFF2-40B4-BE49-F238E27FC236}">
                <a16:creationId xmlns:a16="http://schemas.microsoft.com/office/drawing/2014/main" id="{CE1FFDE6-947E-120D-E1C2-B8FDD26EAC5E}"/>
              </a:ext>
            </a:extLst>
          </p:cNvPr>
          <p:cNvSpPr/>
          <p:nvPr/>
        </p:nvSpPr>
        <p:spPr>
          <a:xfrm>
            <a:off x="1319103" y="3156204"/>
            <a:ext cx="3511296" cy="256032"/>
          </a:xfrm>
          <a:prstGeom prst="rect">
            <a:avLst/>
          </a:prstGeom>
          <a:noFill/>
          <a:ln/>
        </p:spPr>
        <p:txBody>
          <a:bodyPr wrap="square" lIns="0" tIns="0" rIns="0" bIns="0" rtlCol="0" anchor="ctr"/>
          <a:lstStyle/>
          <a:p>
            <a:pPr marL="0" indent="0">
              <a:buNone/>
            </a:pPr>
            <a:r>
              <a:rPr lang="en-US" sz="2400" b="1" dirty="0">
                <a:solidFill>
                  <a:srgbClr val="2563EB"/>
                </a:solidFill>
              </a:rPr>
              <a:t>Departments</a:t>
            </a:r>
            <a:endParaRPr lang="en-US" sz="2400" dirty="0"/>
          </a:p>
        </p:txBody>
      </p:sp>
      <p:sp>
        <p:nvSpPr>
          <p:cNvPr id="15" name="Text 4">
            <a:extLst>
              <a:ext uri="{FF2B5EF4-FFF2-40B4-BE49-F238E27FC236}">
                <a16:creationId xmlns:a16="http://schemas.microsoft.com/office/drawing/2014/main" id="{6929D85B-6F81-5E7C-096D-26B9A7F4860D}"/>
              </a:ext>
            </a:extLst>
          </p:cNvPr>
          <p:cNvSpPr/>
          <p:nvPr/>
        </p:nvSpPr>
        <p:spPr>
          <a:xfrm>
            <a:off x="1319103" y="3448812"/>
            <a:ext cx="3511296" cy="3730752"/>
          </a:xfrm>
          <a:prstGeom prst="rect">
            <a:avLst/>
          </a:prstGeom>
          <a:noFill/>
          <a:ln/>
        </p:spPr>
        <p:txBody>
          <a:bodyPr wrap="square" lIns="508" tIns="508" rIns="508" bIns="508" rtlCol="0" anchor="t"/>
          <a:lstStyle/>
          <a:p>
            <a:r>
              <a:rPr lang="en-US" dirty="0">
                <a:solidFill>
                  <a:srgbClr val="111827"/>
                </a:solidFill>
              </a:rPr>
              <a:t>Sales</a:t>
            </a:r>
            <a:endParaRPr lang="en-US" dirty="0"/>
          </a:p>
          <a:p>
            <a:r>
              <a:rPr lang="en-US" dirty="0">
                <a:solidFill>
                  <a:srgbClr val="111827"/>
                </a:solidFill>
              </a:rPr>
              <a:t>• Near-real-time dashboards</a:t>
            </a:r>
            <a:endParaRPr lang="en-US" dirty="0"/>
          </a:p>
          <a:p>
            <a:r>
              <a:rPr lang="en-US" dirty="0">
                <a:solidFill>
                  <a:srgbClr val="111827"/>
                </a:solidFill>
              </a:rPr>
              <a:t>• Self-service analysis</a:t>
            </a:r>
            <a:endParaRPr lang="en-US" dirty="0"/>
          </a:p>
          <a:p>
            <a:pPr marL="0" indent="0">
              <a:buNone/>
            </a:pPr>
            <a:endParaRPr lang="en-US" dirty="0">
              <a:solidFill>
                <a:srgbClr val="111827"/>
              </a:solidFill>
            </a:endParaRPr>
          </a:p>
          <a:p>
            <a:pPr marL="0" indent="0">
              <a:buNone/>
            </a:pPr>
            <a:r>
              <a:rPr lang="en-US" dirty="0">
                <a:solidFill>
                  <a:srgbClr val="111827"/>
                </a:solidFill>
              </a:rPr>
              <a:t>Marketing</a:t>
            </a:r>
            <a:endParaRPr lang="en-US" dirty="0"/>
          </a:p>
          <a:p>
            <a:pPr marL="0" indent="0">
              <a:buNone/>
            </a:pPr>
            <a:r>
              <a:rPr lang="en-US" dirty="0">
                <a:solidFill>
                  <a:srgbClr val="111827"/>
                </a:solidFill>
              </a:rPr>
              <a:t>• Certified metrics</a:t>
            </a:r>
            <a:endParaRPr lang="en-US" dirty="0"/>
          </a:p>
          <a:p>
            <a:pPr marL="0" indent="0">
              <a:buNone/>
            </a:pPr>
            <a:r>
              <a:rPr lang="en-US" dirty="0">
                <a:solidFill>
                  <a:srgbClr val="111827"/>
                </a:solidFill>
              </a:rPr>
              <a:t>• Controlled change</a:t>
            </a:r>
            <a:endParaRPr lang="en-US" dirty="0"/>
          </a:p>
          <a:p>
            <a:pPr marL="0" indent="0">
              <a:buNone/>
            </a:pPr>
            <a:endParaRPr lang="en-US" dirty="0"/>
          </a:p>
          <a:p>
            <a:pPr marL="0" indent="0">
              <a:buNone/>
            </a:pPr>
            <a:r>
              <a:rPr lang="en-US" dirty="0">
                <a:solidFill>
                  <a:srgbClr val="111827"/>
                </a:solidFill>
              </a:rPr>
              <a:t>Operations</a:t>
            </a:r>
            <a:endParaRPr lang="en-US" dirty="0"/>
          </a:p>
          <a:p>
            <a:pPr marL="0" indent="0">
              <a:buNone/>
            </a:pPr>
            <a:r>
              <a:rPr lang="en-US" dirty="0">
                <a:solidFill>
                  <a:srgbClr val="111827"/>
                </a:solidFill>
              </a:rPr>
              <a:t>• High-volume telemetry / logs</a:t>
            </a:r>
            <a:endParaRPr lang="en-US" dirty="0"/>
          </a:p>
          <a:p>
            <a:pPr marL="0" indent="0">
              <a:buNone/>
            </a:pPr>
            <a:r>
              <a:rPr lang="en-US" dirty="0">
                <a:solidFill>
                  <a:srgbClr val="111827"/>
                </a:solidFill>
              </a:rPr>
              <a:t>• Engineering-heavy transforms</a:t>
            </a:r>
            <a:endParaRPr lang="en-US" dirty="0"/>
          </a:p>
        </p:txBody>
      </p:sp>
      <p:sp>
        <p:nvSpPr>
          <p:cNvPr id="16" name="Shape 5">
            <a:extLst>
              <a:ext uri="{FF2B5EF4-FFF2-40B4-BE49-F238E27FC236}">
                <a16:creationId xmlns:a16="http://schemas.microsoft.com/office/drawing/2014/main" id="{F6EBBCDD-00DB-C18E-8B66-FE4017E69D3F}"/>
              </a:ext>
            </a:extLst>
          </p:cNvPr>
          <p:cNvSpPr/>
          <p:nvPr/>
        </p:nvSpPr>
        <p:spPr>
          <a:xfrm>
            <a:off x="5132150" y="3009900"/>
            <a:ext cx="3840479" cy="4297680"/>
          </a:xfrm>
          <a:prstGeom prst="roundRect">
            <a:avLst>
              <a:gd name="adj" fmla="val 2500"/>
            </a:avLst>
          </a:prstGeom>
          <a:solidFill>
            <a:srgbClr val="F8FAFC"/>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7" name="Text 6">
            <a:extLst>
              <a:ext uri="{FF2B5EF4-FFF2-40B4-BE49-F238E27FC236}">
                <a16:creationId xmlns:a16="http://schemas.microsoft.com/office/drawing/2014/main" id="{3A7B8081-88A0-FCE7-F988-30E8E6DC83D2}"/>
              </a:ext>
            </a:extLst>
          </p:cNvPr>
          <p:cNvSpPr/>
          <p:nvPr/>
        </p:nvSpPr>
        <p:spPr>
          <a:xfrm>
            <a:off x="5296743" y="3156204"/>
            <a:ext cx="2596896" cy="256032"/>
          </a:xfrm>
          <a:prstGeom prst="rect">
            <a:avLst/>
          </a:prstGeom>
          <a:noFill/>
          <a:ln/>
        </p:spPr>
        <p:txBody>
          <a:bodyPr wrap="square" lIns="0" tIns="0" rIns="0" bIns="0" rtlCol="0" anchor="ctr"/>
          <a:lstStyle/>
          <a:p>
            <a:pPr marL="0" indent="0">
              <a:buNone/>
            </a:pPr>
            <a:r>
              <a:rPr lang="en-US" sz="2400" b="1" dirty="0">
                <a:solidFill>
                  <a:srgbClr val="D97706"/>
                </a:solidFill>
              </a:rPr>
              <a:t>Constraints</a:t>
            </a:r>
            <a:endParaRPr lang="en-US" sz="2400" dirty="0"/>
          </a:p>
        </p:txBody>
      </p:sp>
      <p:sp>
        <p:nvSpPr>
          <p:cNvPr id="18" name="Text 7">
            <a:extLst>
              <a:ext uri="{FF2B5EF4-FFF2-40B4-BE49-F238E27FC236}">
                <a16:creationId xmlns:a16="http://schemas.microsoft.com/office/drawing/2014/main" id="{3776FC99-E9E4-AC06-F66F-F6B031AA223F}"/>
              </a:ext>
            </a:extLst>
          </p:cNvPr>
          <p:cNvSpPr/>
          <p:nvPr/>
        </p:nvSpPr>
        <p:spPr>
          <a:xfrm>
            <a:off x="5296742" y="3448812"/>
            <a:ext cx="3496739" cy="373075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 Executives want cross-department KPIs</a:t>
            </a:r>
            <a:endParaRPr lang="en-US" dirty="0"/>
          </a:p>
          <a:p>
            <a:pPr marL="0" indent="0">
              <a:lnSpc>
                <a:spcPct val="150000"/>
              </a:lnSpc>
              <a:buNone/>
            </a:pPr>
            <a:r>
              <a:rPr lang="en-US" dirty="0">
                <a:solidFill>
                  <a:srgbClr val="111827"/>
                </a:solidFill>
              </a:rPr>
              <a:t>• Budget limits duplicate storage</a:t>
            </a:r>
            <a:endParaRPr lang="en-US" dirty="0"/>
          </a:p>
          <a:p>
            <a:pPr marL="0" indent="0">
              <a:lnSpc>
                <a:spcPct val="150000"/>
              </a:lnSpc>
              <a:buNone/>
            </a:pPr>
            <a:r>
              <a:rPr lang="en-US" dirty="0">
                <a:solidFill>
                  <a:srgbClr val="111827"/>
                </a:solidFill>
              </a:rPr>
              <a:t>• Central IT wants reusable pipelines</a:t>
            </a:r>
            <a:endParaRPr lang="en-US" dirty="0"/>
          </a:p>
          <a:p>
            <a:pPr marL="0" indent="0">
              <a:lnSpc>
                <a:spcPct val="150000"/>
              </a:lnSpc>
              <a:buNone/>
            </a:pPr>
            <a:r>
              <a:rPr lang="en-US" dirty="0">
                <a:solidFill>
                  <a:srgbClr val="111827"/>
                </a:solidFill>
              </a:rPr>
              <a:t>• Dev / test / prod promotion is required</a:t>
            </a:r>
            <a:endParaRPr lang="en-US" dirty="0"/>
          </a:p>
          <a:p>
            <a:pPr marL="0" indent="0">
              <a:lnSpc>
                <a:spcPct val="150000"/>
              </a:lnSpc>
              <a:buNone/>
            </a:pPr>
            <a:r>
              <a:rPr lang="en-US" dirty="0">
                <a:solidFill>
                  <a:srgbClr val="111827"/>
                </a:solidFill>
              </a:rPr>
              <a:t>• Department teams still want autonomy</a:t>
            </a:r>
            <a:endParaRPr lang="en-US" dirty="0"/>
          </a:p>
        </p:txBody>
      </p:sp>
      <p:sp>
        <p:nvSpPr>
          <p:cNvPr id="19" name="Shape 8">
            <a:extLst>
              <a:ext uri="{FF2B5EF4-FFF2-40B4-BE49-F238E27FC236}">
                <a16:creationId xmlns:a16="http://schemas.microsoft.com/office/drawing/2014/main" id="{FEB89E0F-63E8-DBD5-4B94-90D4468A2A41}"/>
              </a:ext>
            </a:extLst>
          </p:cNvPr>
          <p:cNvSpPr/>
          <p:nvPr/>
        </p:nvSpPr>
        <p:spPr>
          <a:xfrm>
            <a:off x="9067799" y="3009900"/>
            <a:ext cx="3840479" cy="4297680"/>
          </a:xfrm>
          <a:prstGeom prst="roundRect">
            <a:avLst>
              <a:gd name="adj" fmla="val 2051"/>
            </a:avLst>
          </a:prstGeom>
          <a:solidFill>
            <a:srgbClr val="F8FAFC"/>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20" name="Text 9">
            <a:extLst>
              <a:ext uri="{FF2B5EF4-FFF2-40B4-BE49-F238E27FC236}">
                <a16:creationId xmlns:a16="http://schemas.microsoft.com/office/drawing/2014/main" id="{5D7D8D36-DB96-85B0-3544-15186BC5AF82}"/>
              </a:ext>
            </a:extLst>
          </p:cNvPr>
          <p:cNvSpPr/>
          <p:nvPr/>
        </p:nvSpPr>
        <p:spPr>
          <a:xfrm>
            <a:off x="9232392" y="3156204"/>
            <a:ext cx="3236976" cy="256032"/>
          </a:xfrm>
          <a:prstGeom prst="rect">
            <a:avLst/>
          </a:prstGeom>
          <a:noFill/>
          <a:ln/>
        </p:spPr>
        <p:txBody>
          <a:bodyPr wrap="square" lIns="0" tIns="0" rIns="0" bIns="0" rtlCol="0" anchor="ctr"/>
          <a:lstStyle/>
          <a:p>
            <a:pPr marL="0" indent="0">
              <a:buNone/>
            </a:pPr>
            <a:r>
              <a:rPr lang="en-US" sz="2400" b="1" dirty="0">
                <a:solidFill>
                  <a:srgbClr val="4F46E5"/>
                </a:solidFill>
              </a:rPr>
              <a:t>Team outputs</a:t>
            </a:r>
            <a:endParaRPr lang="en-US" sz="2400" dirty="0"/>
          </a:p>
        </p:txBody>
      </p:sp>
      <p:sp>
        <p:nvSpPr>
          <p:cNvPr id="21" name="Text 10">
            <a:extLst>
              <a:ext uri="{FF2B5EF4-FFF2-40B4-BE49-F238E27FC236}">
                <a16:creationId xmlns:a16="http://schemas.microsoft.com/office/drawing/2014/main" id="{A9A96D9E-DA66-A231-C3CB-450061DE5563}"/>
              </a:ext>
            </a:extLst>
          </p:cNvPr>
          <p:cNvSpPr/>
          <p:nvPr/>
        </p:nvSpPr>
        <p:spPr>
          <a:xfrm>
            <a:off x="9232392" y="3448812"/>
            <a:ext cx="3236976" cy="3730752"/>
          </a:xfrm>
          <a:prstGeom prst="rect">
            <a:avLst/>
          </a:prstGeom>
          <a:noFill/>
          <a:ln/>
        </p:spPr>
        <p:txBody>
          <a:bodyPr wrap="square" lIns="508" tIns="508" rIns="508" bIns="508" rtlCol="0" anchor="t"/>
          <a:lstStyle/>
          <a:p>
            <a:pPr marL="0" indent="0">
              <a:buNone/>
            </a:pPr>
            <a:r>
              <a:rPr lang="en-US" dirty="0">
                <a:solidFill>
                  <a:srgbClr val="111827"/>
                </a:solidFill>
              </a:rPr>
              <a:t>Ask each group to decide:</a:t>
            </a:r>
            <a:endParaRPr lang="en-US" dirty="0"/>
          </a:p>
          <a:p>
            <a:pPr marL="0" indent="0">
              <a:buNone/>
            </a:pPr>
            <a:endParaRPr lang="en-US" dirty="0"/>
          </a:p>
          <a:p>
            <a:pPr marL="0" indent="0">
              <a:lnSpc>
                <a:spcPct val="150000"/>
              </a:lnSpc>
              <a:buNone/>
            </a:pPr>
            <a:r>
              <a:rPr lang="en-US" dirty="0">
                <a:solidFill>
                  <a:srgbClr val="111827"/>
                </a:solidFill>
              </a:rPr>
              <a:t>1. Where raw data lands</a:t>
            </a:r>
            <a:endParaRPr lang="en-US" dirty="0"/>
          </a:p>
          <a:p>
            <a:pPr marL="0" indent="0">
              <a:lnSpc>
                <a:spcPct val="150000"/>
              </a:lnSpc>
              <a:buNone/>
            </a:pPr>
            <a:r>
              <a:rPr lang="en-US" dirty="0">
                <a:solidFill>
                  <a:srgbClr val="111827"/>
                </a:solidFill>
              </a:rPr>
              <a:t>2. Where curated data lives</a:t>
            </a:r>
            <a:endParaRPr lang="en-US" dirty="0"/>
          </a:p>
          <a:p>
            <a:pPr marL="0" indent="0">
              <a:lnSpc>
                <a:spcPct val="150000"/>
              </a:lnSpc>
              <a:buNone/>
            </a:pPr>
            <a:r>
              <a:rPr lang="en-US" dirty="0">
                <a:solidFill>
                  <a:srgbClr val="111827"/>
                </a:solidFill>
              </a:rPr>
              <a:t>3. Which items are shared vs isolated</a:t>
            </a:r>
            <a:endParaRPr lang="en-US" dirty="0"/>
          </a:p>
          <a:p>
            <a:pPr marL="0" indent="0">
              <a:lnSpc>
                <a:spcPct val="150000"/>
              </a:lnSpc>
              <a:buNone/>
            </a:pPr>
            <a:r>
              <a:rPr lang="en-US" dirty="0">
                <a:solidFill>
                  <a:srgbClr val="111827"/>
                </a:solidFill>
              </a:rPr>
              <a:t>4. Where semantic logic belongs</a:t>
            </a:r>
            <a:endParaRPr lang="en-US" dirty="0"/>
          </a:p>
          <a:p>
            <a:pPr marL="0" indent="0">
              <a:lnSpc>
                <a:spcPct val="150000"/>
              </a:lnSpc>
              <a:buNone/>
            </a:pPr>
            <a:r>
              <a:rPr lang="en-US" dirty="0">
                <a:solidFill>
                  <a:srgbClr val="111827"/>
                </a:solidFill>
              </a:rPr>
              <a:t>5. Whether Direct Lake is justified  and why</a:t>
            </a:r>
            <a:endParaRPr lang="en-US" dirty="0"/>
          </a:p>
        </p:txBody>
      </p:sp>
    </p:spTree>
    <p:extLst>
      <p:ext uri="{BB962C8B-B14F-4D97-AF65-F5344CB8AC3E}">
        <p14:creationId xmlns:p14="http://schemas.microsoft.com/office/powerpoint/2010/main" val="2162534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59B2C01-E5CC-AD87-EAD4-034DD9F3545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37F5A65-F114-63B7-8B07-4A32B668311B}"/>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A342AFE2-08E0-441C-5FCC-D9B8358E5272}"/>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8834BA65-6657-99D1-B4AA-72D3103EB5E9}"/>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E6BECFA0-75A7-3081-2B2D-DC97DC86E976}"/>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27F52E3A-31B0-BA66-3BD9-03976D6EAE93}"/>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282E2CC7-D1E1-03DC-4ECA-BF181EF3F0DA}"/>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67AF4492-FFF5-F57F-DB71-CE20BCAB1E26}"/>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CCBE7DC0-7DB3-E5CE-BF7C-F397F84BBA2F}"/>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Box 9">
            <a:extLst>
              <a:ext uri="{FF2B5EF4-FFF2-40B4-BE49-F238E27FC236}">
                <a16:creationId xmlns:a16="http://schemas.microsoft.com/office/drawing/2014/main" id="{1EDEB652-4BAD-401E-F64E-4B7C8E0D2017}"/>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23</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B55A59BC-FDC1-93F7-001E-654A494FAEE7}"/>
              </a:ext>
            </a:extLst>
          </p:cNvPr>
          <p:cNvSpPr/>
          <p:nvPr/>
        </p:nvSpPr>
        <p:spPr>
          <a:xfrm>
            <a:off x="1048155" y="1604772"/>
            <a:ext cx="8138160" cy="45720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Evaluation criteria for the workshop</a:t>
            </a:r>
            <a:endParaRPr lang="en-US" sz="3600" dirty="0">
              <a:solidFill>
                <a:schemeClr val="bg1"/>
              </a:solidFill>
            </a:endParaRPr>
          </a:p>
        </p:txBody>
      </p:sp>
      <p:sp>
        <p:nvSpPr>
          <p:cNvPr id="12" name="Text 1">
            <a:extLst>
              <a:ext uri="{FF2B5EF4-FFF2-40B4-BE49-F238E27FC236}">
                <a16:creationId xmlns:a16="http://schemas.microsoft.com/office/drawing/2014/main" id="{A92B32C6-3566-60CC-5242-FFAA2A16C04A}"/>
              </a:ext>
            </a:extLst>
          </p:cNvPr>
          <p:cNvSpPr/>
          <p:nvPr/>
        </p:nvSpPr>
        <p:spPr>
          <a:xfrm>
            <a:off x="1066442" y="2080260"/>
            <a:ext cx="13563957"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A strong design is one that can explain its choices, trade-offs, and boundaries.</a:t>
            </a:r>
            <a:endParaRPr lang="en-US" sz="2800" dirty="0">
              <a:solidFill>
                <a:schemeClr val="bg1"/>
              </a:solidFill>
            </a:endParaRPr>
          </a:p>
        </p:txBody>
      </p:sp>
      <p:sp>
        <p:nvSpPr>
          <p:cNvPr id="13" name="Shape 2">
            <a:extLst>
              <a:ext uri="{FF2B5EF4-FFF2-40B4-BE49-F238E27FC236}">
                <a16:creationId xmlns:a16="http://schemas.microsoft.com/office/drawing/2014/main" id="{57D3581A-28AD-4C53-AAC0-4B24C4DA4AE6}"/>
              </a:ext>
            </a:extLst>
          </p:cNvPr>
          <p:cNvSpPr/>
          <p:nvPr/>
        </p:nvSpPr>
        <p:spPr>
          <a:xfrm>
            <a:off x="1231035" y="2628900"/>
            <a:ext cx="5303520" cy="4480560"/>
          </a:xfrm>
          <a:prstGeom prst="roundRect">
            <a:avLst>
              <a:gd name="adj" fmla="val 1633"/>
            </a:avLst>
          </a:prstGeom>
          <a:solidFill>
            <a:srgbClr val="FFFFFF"/>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4" name="Text 3">
            <a:extLst>
              <a:ext uri="{FF2B5EF4-FFF2-40B4-BE49-F238E27FC236}">
                <a16:creationId xmlns:a16="http://schemas.microsoft.com/office/drawing/2014/main" id="{D505E44B-C0CC-FC03-2CC2-AF2B79AFF9C3}"/>
              </a:ext>
            </a:extLst>
          </p:cNvPr>
          <p:cNvSpPr/>
          <p:nvPr/>
        </p:nvSpPr>
        <p:spPr>
          <a:xfrm>
            <a:off x="1395627" y="2775204"/>
            <a:ext cx="4974336" cy="256032"/>
          </a:xfrm>
          <a:prstGeom prst="rect">
            <a:avLst/>
          </a:prstGeom>
          <a:noFill/>
          <a:ln/>
        </p:spPr>
        <p:txBody>
          <a:bodyPr wrap="square" lIns="0" tIns="0" rIns="0" bIns="0" rtlCol="0" anchor="ctr"/>
          <a:lstStyle/>
          <a:p>
            <a:pPr marL="0" indent="0">
              <a:buNone/>
            </a:pPr>
            <a:r>
              <a:rPr lang="en-US" sz="2400" b="1" dirty="0">
                <a:solidFill>
                  <a:srgbClr val="0F172A"/>
                </a:solidFill>
              </a:rPr>
              <a:t>Questions every team should answer</a:t>
            </a:r>
            <a:endParaRPr lang="en-US" sz="2400" dirty="0"/>
          </a:p>
        </p:txBody>
      </p:sp>
      <p:sp>
        <p:nvSpPr>
          <p:cNvPr id="15" name="Text 4">
            <a:extLst>
              <a:ext uri="{FF2B5EF4-FFF2-40B4-BE49-F238E27FC236}">
                <a16:creationId xmlns:a16="http://schemas.microsoft.com/office/drawing/2014/main" id="{683BCC60-A1AB-35A6-42FE-9DFF9D9D7695}"/>
              </a:ext>
            </a:extLst>
          </p:cNvPr>
          <p:cNvSpPr/>
          <p:nvPr/>
        </p:nvSpPr>
        <p:spPr>
          <a:xfrm>
            <a:off x="1395627" y="3067812"/>
            <a:ext cx="4974336" cy="391363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1. Where does raw data land?</a:t>
            </a:r>
            <a:endParaRPr lang="en-US" dirty="0"/>
          </a:p>
          <a:p>
            <a:pPr marL="0" indent="0">
              <a:lnSpc>
                <a:spcPct val="150000"/>
              </a:lnSpc>
              <a:buNone/>
            </a:pPr>
            <a:r>
              <a:rPr lang="en-US" dirty="0">
                <a:solidFill>
                  <a:srgbClr val="111827"/>
                </a:solidFill>
              </a:rPr>
              <a:t>2. Where is business-ready data created?</a:t>
            </a:r>
            <a:endParaRPr lang="en-US" dirty="0"/>
          </a:p>
          <a:p>
            <a:pPr marL="0" indent="0">
              <a:lnSpc>
                <a:spcPct val="150000"/>
              </a:lnSpc>
              <a:buNone/>
            </a:pPr>
            <a:r>
              <a:rPr lang="en-US" dirty="0">
                <a:solidFill>
                  <a:srgbClr val="111827"/>
                </a:solidFill>
              </a:rPr>
              <a:t>3. Which layer owns conformed dimensions?</a:t>
            </a:r>
            <a:endParaRPr lang="en-US" dirty="0"/>
          </a:p>
          <a:p>
            <a:pPr marL="0" indent="0">
              <a:lnSpc>
                <a:spcPct val="150000"/>
              </a:lnSpc>
              <a:buNone/>
            </a:pPr>
            <a:r>
              <a:rPr lang="en-US" dirty="0">
                <a:solidFill>
                  <a:srgbClr val="111827"/>
                </a:solidFill>
              </a:rPr>
              <a:t>4. Where do metric definitions live?</a:t>
            </a:r>
            <a:endParaRPr lang="en-US" dirty="0"/>
          </a:p>
          <a:p>
            <a:pPr marL="0" indent="0">
              <a:lnSpc>
                <a:spcPct val="150000"/>
              </a:lnSpc>
              <a:buNone/>
            </a:pPr>
            <a:r>
              <a:rPr lang="en-US" dirty="0">
                <a:solidFill>
                  <a:srgbClr val="111827"/>
                </a:solidFill>
              </a:rPr>
              <a:t>5. What is shared across departments?</a:t>
            </a:r>
            <a:endParaRPr lang="en-US" dirty="0"/>
          </a:p>
          <a:p>
            <a:pPr marL="0" indent="0">
              <a:lnSpc>
                <a:spcPct val="150000"/>
              </a:lnSpc>
              <a:buNone/>
            </a:pPr>
            <a:r>
              <a:rPr lang="en-US" dirty="0">
                <a:solidFill>
                  <a:srgbClr val="111827"/>
                </a:solidFill>
              </a:rPr>
              <a:t>6. What is isolated for security or ownership?</a:t>
            </a:r>
            <a:endParaRPr lang="en-US" dirty="0"/>
          </a:p>
          <a:p>
            <a:pPr marL="0" indent="0">
              <a:lnSpc>
                <a:spcPct val="150000"/>
              </a:lnSpc>
              <a:buNone/>
            </a:pPr>
            <a:r>
              <a:rPr lang="en-US" dirty="0">
                <a:solidFill>
                  <a:srgbClr val="111827"/>
                </a:solidFill>
              </a:rPr>
              <a:t>7. Why use Direct Lake here and not elsewhere?</a:t>
            </a:r>
            <a:endParaRPr lang="en-US" dirty="0"/>
          </a:p>
          <a:p>
            <a:pPr marL="0" indent="0">
              <a:lnSpc>
                <a:spcPct val="150000"/>
              </a:lnSpc>
              <a:buNone/>
            </a:pPr>
            <a:r>
              <a:rPr lang="en-US" dirty="0">
                <a:solidFill>
                  <a:srgbClr val="111827"/>
                </a:solidFill>
              </a:rPr>
              <a:t>8. How many copies of the same data exist, and why?</a:t>
            </a:r>
            <a:endParaRPr lang="en-US" dirty="0"/>
          </a:p>
        </p:txBody>
      </p:sp>
      <p:sp>
        <p:nvSpPr>
          <p:cNvPr id="16" name="Shape 5">
            <a:extLst>
              <a:ext uri="{FF2B5EF4-FFF2-40B4-BE49-F238E27FC236}">
                <a16:creationId xmlns:a16="http://schemas.microsoft.com/office/drawing/2014/main" id="{4336F5F9-F155-A1D3-D34B-0F5D43018826}"/>
              </a:ext>
            </a:extLst>
          </p:cNvPr>
          <p:cNvSpPr/>
          <p:nvPr/>
        </p:nvSpPr>
        <p:spPr>
          <a:xfrm>
            <a:off x="10591800" y="2612349"/>
            <a:ext cx="4983480" cy="4480560"/>
          </a:xfrm>
          <a:prstGeom prst="roundRect">
            <a:avLst>
              <a:gd name="adj" fmla="val 1633"/>
            </a:avLst>
          </a:prstGeom>
          <a:solidFill>
            <a:srgbClr val="F8FAFC"/>
          </a:solidFill>
          <a:ln w="12700">
            <a:solidFill>
              <a:srgbClr val="CBD5E1"/>
            </a:solidFill>
            <a:prstDash val="solid"/>
          </a:ln>
          <a:effectLst>
            <a:outerShdw blurRad="15240" dist="5080" dir="2700000" algn="bl" rotWithShape="0">
              <a:srgbClr val="000000">
                <a:alpha val="12000"/>
              </a:srgbClr>
            </a:outerShdw>
          </a:effectLst>
        </p:spPr>
        <p:txBody>
          <a:bodyPr/>
          <a:lstStyle/>
          <a:p>
            <a:endParaRPr lang="en-US"/>
          </a:p>
        </p:txBody>
      </p:sp>
      <p:sp>
        <p:nvSpPr>
          <p:cNvPr id="17" name="Text 6">
            <a:extLst>
              <a:ext uri="{FF2B5EF4-FFF2-40B4-BE49-F238E27FC236}">
                <a16:creationId xmlns:a16="http://schemas.microsoft.com/office/drawing/2014/main" id="{3C9AA0E2-4E18-ACF5-5C07-F3A7FB642526}"/>
              </a:ext>
            </a:extLst>
          </p:cNvPr>
          <p:cNvSpPr/>
          <p:nvPr/>
        </p:nvSpPr>
        <p:spPr>
          <a:xfrm>
            <a:off x="10756392" y="2758653"/>
            <a:ext cx="4654296" cy="256032"/>
          </a:xfrm>
          <a:prstGeom prst="rect">
            <a:avLst/>
          </a:prstGeom>
          <a:noFill/>
          <a:ln/>
        </p:spPr>
        <p:txBody>
          <a:bodyPr wrap="square" lIns="0" tIns="0" rIns="0" bIns="0" rtlCol="0" anchor="ctr"/>
          <a:lstStyle/>
          <a:p>
            <a:pPr marL="0" indent="0">
              <a:buNone/>
            </a:pPr>
            <a:r>
              <a:rPr lang="en-US" sz="2400" b="1" dirty="0">
                <a:solidFill>
                  <a:srgbClr val="2563EB"/>
                </a:solidFill>
              </a:rPr>
              <a:t>Good final answer sounds like…</a:t>
            </a:r>
            <a:endParaRPr lang="en-US" sz="2400" dirty="0"/>
          </a:p>
        </p:txBody>
      </p:sp>
      <p:sp>
        <p:nvSpPr>
          <p:cNvPr id="18" name="Text 7">
            <a:extLst>
              <a:ext uri="{FF2B5EF4-FFF2-40B4-BE49-F238E27FC236}">
                <a16:creationId xmlns:a16="http://schemas.microsoft.com/office/drawing/2014/main" id="{41055F93-C904-E4DF-F438-89D053450923}"/>
              </a:ext>
            </a:extLst>
          </p:cNvPr>
          <p:cNvSpPr/>
          <p:nvPr/>
        </p:nvSpPr>
        <p:spPr>
          <a:xfrm>
            <a:off x="10756392" y="3051261"/>
            <a:ext cx="4654296" cy="3913632"/>
          </a:xfrm>
          <a:prstGeom prst="rect">
            <a:avLst/>
          </a:prstGeom>
          <a:noFill/>
          <a:ln/>
        </p:spPr>
        <p:txBody>
          <a:bodyPr wrap="square" lIns="508" tIns="508" rIns="508" bIns="508" rtlCol="0" anchor="t"/>
          <a:lstStyle/>
          <a:p>
            <a:pPr marL="0" indent="0">
              <a:lnSpc>
                <a:spcPct val="150000"/>
              </a:lnSpc>
              <a:buNone/>
            </a:pPr>
            <a:r>
              <a:rPr lang="en-US" dirty="0">
                <a:solidFill>
                  <a:srgbClr val="111827"/>
                </a:solidFill>
              </a:rPr>
              <a:t>“OneLake is shared, curation is standardized, the semantic layer is governed, and each department gets autonomy only where it adds value. Direct Lake is used selectively on curated Fabric-native data, not as a shortcut around modeling, governance, or capacity planning.”</a:t>
            </a:r>
            <a:endParaRPr lang="en-US" dirty="0"/>
          </a:p>
        </p:txBody>
      </p:sp>
      <p:sp>
        <p:nvSpPr>
          <p:cNvPr id="20" name="Shape 24">
            <a:extLst>
              <a:ext uri="{FF2B5EF4-FFF2-40B4-BE49-F238E27FC236}">
                <a16:creationId xmlns:a16="http://schemas.microsoft.com/office/drawing/2014/main" id="{6CDF0B54-6744-63C3-CDC6-081ABF457957}"/>
              </a:ext>
            </a:extLst>
          </p:cNvPr>
          <p:cNvSpPr/>
          <p:nvPr/>
        </p:nvSpPr>
        <p:spPr>
          <a:xfrm>
            <a:off x="5867400" y="7660646"/>
            <a:ext cx="5422392" cy="384048"/>
          </a:xfrm>
          <a:prstGeom prst="roundRect">
            <a:avLst>
              <a:gd name="adj" fmla="val 9524"/>
            </a:avLst>
          </a:prstGeom>
          <a:solidFill>
            <a:srgbClr val="92D050"/>
          </a:solidFill>
          <a:ln w="12700">
            <a:solidFill>
              <a:srgbClr val="EAF0FB"/>
            </a:solidFill>
            <a:prstDash val="solid"/>
          </a:ln>
        </p:spPr>
        <p:txBody>
          <a:bodyPr/>
          <a:lstStyle/>
          <a:p>
            <a:endParaRPr lang="en-US"/>
          </a:p>
        </p:txBody>
      </p:sp>
      <p:sp>
        <p:nvSpPr>
          <p:cNvPr id="22" name="Text 25">
            <a:extLst>
              <a:ext uri="{FF2B5EF4-FFF2-40B4-BE49-F238E27FC236}">
                <a16:creationId xmlns:a16="http://schemas.microsoft.com/office/drawing/2014/main" id="{E73B27EA-9B3E-85DB-E444-F40EA7D17297}"/>
              </a:ext>
            </a:extLst>
          </p:cNvPr>
          <p:cNvSpPr/>
          <p:nvPr/>
        </p:nvSpPr>
        <p:spPr>
          <a:xfrm>
            <a:off x="6050280" y="7770374"/>
            <a:ext cx="5120640" cy="146304"/>
          </a:xfrm>
          <a:prstGeom prst="rect">
            <a:avLst/>
          </a:prstGeom>
          <a:noFill/>
          <a:ln/>
        </p:spPr>
        <p:txBody>
          <a:bodyPr wrap="square" lIns="0" tIns="0" rIns="0" bIns="0" rtlCol="0" anchor="ctr"/>
          <a:lstStyle/>
          <a:p>
            <a:pPr marL="0" indent="0" algn="ctr">
              <a:buNone/>
            </a:pPr>
            <a:r>
              <a:rPr lang="en-US" b="1" dirty="0">
                <a:solidFill>
                  <a:srgbClr val="0F3D91"/>
                </a:solidFill>
              </a:rPr>
              <a:t>Fabric Architecture Design Playbook</a:t>
            </a:r>
            <a:endParaRPr lang="en-US" dirty="0"/>
          </a:p>
        </p:txBody>
      </p:sp>
    </p:spTree>
    <p:extLst>
      <p:ext uri="{BB962C8B-B14F-4D97-AF65-F5344CB8AC3E}">
        <p14:creationId xmlns:p14="http://schemas.microsoft.com/office/powerpoint/2010/main" val="170497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BA306BE-3293-6FC2-185C-B3587E38D63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0A3BD3F-E6DF-7679-49D6-2FDBF86F803F}"/>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7D32DCF5-FCEE-0F2E-D705-0E691873D0AD}"/>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C360575F-6BC6-8603-FE15-2C44AD24A223}"/>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DB551691-1C91-2B93-F650-43EFE7E7E8C5}"/>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05CD3787-CC7F-36EF-44F3-6EC0D1A51032}"/>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462A41BB-CE0C-EAF5-1ED8-282CC23FC7F2}"/>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8DFE519F-22E2-1723-B252-08CF51281E29}"/>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4267C71B-DF1E-8C2F-047B-D6F921125EC0}"/>
              </a:ext>
            </a:extLst>
          </p:cNvPr>
          <p:cNvSpPr txBox="1"/>
          <p:nvPr/>
        </p:nvSpPr>
        <p:spPr>
          <a:xfrm>
            <a:off x="1028700" y="426064"/>
            <a:ext cx="92583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 0">
            <a:extLst>
              <a:ext uri="{FF2B5EF4-FFF2-40B4-BE49-F238E27FC236}">
                <a16:creationId xmlns:a16="http://schemas.microsoft.com/office/drawing/2014/main" id="{AE449BBD-C8CB-5697-57FA-BB020D7EB6CA}"/>
              </a:ext>
            </a:extLst>
          </p:cNvPr>
          <p:cNvSpPr/>
          <p:nvPr/>
        </p:nvSpPr>
        <p:spPr>
          <a:xfrm>
            <a:off x="1035185" y="1369244"/>
            <a:ext cx="8046720" cy="41148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Target-state redesign</a:t>
            </a:r>
            <a:endParaRPr lang="en-US" sz="3600" dirty="0">
              <a:solidFill>
                <a:schemeClr val="bg1"/>
              </a:solidFill>
            </a:endParaRPr>
          </a:p>
        </p:txBody>
      </p:sp>
      <p:sp>
        <p:nvSpPr>
          <p:cNvPr id="12" name="Text 1">
            <a:extLst>
              <a:ext uri="{FF2B5EF4-FFF2-40B4-BE49-F238E27FC236}">
                <a16:creationId xmlns:a16="http://schemas.microsoft.com/office/drawing/2014/main" id="{4BEAF24F-D2B4-8538-E682-5132B1846178}"/>
              </a:ext>
            </a:extLst>
          </p:cNvPr>
          <p:cNvSpPr/>
          <p:nvPr/>
        </p:nvSpPr>
        <p:spPr>
          <a:xfrm>
            <a:off x="1035185" y="1926642"/>
            <a:ext cx="7575415" cy="1159458"/>
          </a:xfrm>
          <a:prstGeom prst="rect">
            <a:avLst/>
          </a:prstGeom>
          <a:noFill/>
          <a:ln/>
        </p:spPr>
        <p:txBody>
          <a:bodyPr wrap="square" rtlCol="0" anchor="ctr"/>
          <a:lstStyle/>
          <a:p>
            <a:pPr marL="0" indent="0">
              <a:buNone/>
            </a:pPr>
            <a:r>
              <a:rPr lang="en-US" sz="2800" dirty="0">
                <a:solidFill>
                  <a:schemeClr val="bg1"/>
                </a:solidFill>
              </a:rPr>
              <a:t>A better answer is an analytics system with a governed semantic layer and workload-aware architecture.</a:t>
            </a:r>
          </a:p>
        </p:txBody>
      </p:sp>
      <p:sp>
        <p:nvSpPr>
          <p:cNvPr id="14" name="Shape 39">
            <a:extLst>
              <a:ext uri="{FF2B5EF4-FFF2-40B4-BE49-F238E27FC236}">
                <a16:creationId xmlns:a16="http://schemas.microsoft.com/office/drawing/2014/main" id="{797838E8-5196-9681-CC83-622E3985157B}"/>
              </a:ext>
            </a:extLst>
          </p:cNvPr>
          <p:cNvSpPr/>
          <p:nvPr/>
        </p:nvSpPr>
        <p:spPr>
          <a:xfrm>
            <a:off x="1127760" y="3467100"/>
            <a:ext cx="2606040" cy="2514600"/>
          </a:xfrm>
          <a:prstGeom prst="roundRect">
            <a:avLst>
              <a:gd name="adj" fmla="val 3704"/>
            </a:avLst>
          </a:prstGeom>
          <a:solidFill>
            <a:srgbClr val="DCFCE7"/>
          </a:solidFill>
          <a:ln w="12700">
            <a:solidFill>
              <a:srgbClr val="86EFAC"/>
            </a:solidFill>
            <a:prstDash val="solid"/>
          </a:ln>
        </p:spPr>
        <p:txBody>
          <a:bodyPr/>
          <a:lstStyle/>
          <a:p>
            <a:endParaRPr lang="en-US"/>
          </a:p>
        </p:txBody>
      </p:sp>
      <p:sp>
        <p:nvSpPr>
          <p:cNvPr id="15" name="Text 40">
            <a:extLst>
              <a:ext uri="{FF2B5EF4-FFF2-40B4-BE49-F238E27FC236}">
                <a16:creationId xmlns:a16="http://schemas.microsoft.com/office/drawing/2014/main" id="{8FB29A15-74CE-8407-EE60-8B1646C2EF0C}"/>
              </a:ext>
            </a:extLst>
          </p:cNvPr>
          <p:cNvSpPr/>
          <p:nvPr/>
        </p:nvSpPr>
        <p:spPr>
          <a:xfrm>
            <a:off x="1292352" y="3787140"/>
            <a:ext cx="1984248" cy="1920240"/>
          </a:xfrm>
          <a:prstGeom prst="rect">
            <a:avLst/>
          </a:prstGeom>
          <a:noFill/>
          <a:ln/>
        </p:spPr>
        <p:txBody>
          <a:bodyPr wrap="square" rtlCol="0" anchor="ctr"/>
          <a:lstStyle/>
          <a:p>
            <a:pPr marL="0" indent="0" algn="ctr">
              <a:buNone/>
            </a:pPr>
            <a:r>
              <a:rPr lang="en-US" b="1" dirty="0">
                <a:solidFill>
                  <a:srgbClr val="166534"/>
                </a:solidFill>
              </a:rPr>
              <a:t>Faster</a:t>
            </a:r>
            <a:endParaRPr lang="en-US" dirty="0"/>
          </a:p>
          <a:p>
            <a:pPr marL="0" indent="0" algn="ctr">
              <a:buNone/>
            </a:pPr>
            <a:endParaRPr lang="en-US" dirty="0"/>
          </a:p>
          <a:p>
            <a:pPr marL="0" indent="0" algn="ctr">
              <a:buNone/>
            </a:pPr>
            <a:r>
              <a:rPr lang="en-US" b="1" dirty="0">
                <a:solidFill>
                  <a:srgbClr val="166534"/>
                </a:solidFill>
              </a:rPr>
              <a:t>Trusted</a:t>
            </a:r>
            <a:endParaRPr lang="en-US" dirty="0"/>
          </a:p>
          <a:p>
            <a:pPr marL="0" indent="0" algn="ctr">
              <a:buNone/>
            </a:pPr>
            <a:endParaRPr lang="en-US" dirty="0"/>
          </a:p>
          <a:p>
            <a:pPr marL="0" indent="0" algn="ctr">
              <a:buNone/>
            </a:pPr>
            <a:r>
              <a:rPr lang="en-US" b="1" dirty="0">
                <a:solidFill>
                  <a:srgbClr val="166534"/>
                </a:solidFill>
              </a:rPr>
              <a:t>Cheaper</a:t>
            </a:r>
            <a:endParaRPr lang="en-US" dirty="0"/>
          </a:p>
          <a:p>
            <a:pPr marL="0" indent="0" algn="ctr">
              <a:buNone/>
            </a:pPr>
            <a:endParaRPr lang="en-US" dirty="0"/>
          </a:p>
          <a:p>
            <a:pPr marL="0" indent="0" algn="ctr">
              <a:buNone/>
            </a:pPr>
            <a:r>
              <a:rPr lang="en-US" b="1" dirty="0">
                <a:solidFill>
                  <a:srgbClr val="166534"/>
                </a:solidFill>
              </a:rPr>
              <a:t>Easier to evolve</a:t>
            </a:r>
            <a:endParaRPr lang="en-US" dirty="0"/>
          </a:p>
        </p:txBody>
      </p:sp>
      <p:sp>
        <p:nvSpPr>
          <p:cNvPr id="16" name="Text 41">
            <a:extLst>
              <a:ext uri="{FF2B5EF4-FFF2-40B4-BE49-F238E27FC236}">
                <a16:creationId xmlns:a16="http://schemas.microsoft.com/office/drawing/2014/main" id="{5D542A30-8792-DE07-AA2C-5F50D2078173}"/>
              </a:ext>
            </a:extLst>
          </p:cNvPr>
          <p:cNvSpPr/>
          <p:nvPr/>
        </p:nvSpPr>
        <p:spPr>
          <a:xfrm>
            <a:off x="1163200" y="6407588"/>
            <a:ext cx="3408799" cy="209481"/>
          </a:xfrm>
          <a:prstGeom prst="rect">
            <a:avLst/>
          </a:prstGeom>
          <a:noFill/>
          <a:ln/>
        </p:spPr>
        <p:txBody>
          <a:bodyPr wrap="square" rtlCol="0" anchor="ctr"/>
          <a:lstStyle/>
          <a:p>
            <a:pPr marL="0" indent="0">
              <a:buNone/>
            </a:pPr>
            <a:r>
              <a:rPr lang="en-US" sz="2800" b="1" dirty="0">
                <a:solidFill>
                  <a:schemeClr val="bg1"/>
                </a:solidFill>
              </a:rPr>
              <a:t>Key takeaway</a:t>
            </a:r>
            <a:endParaRPr lang="en-US" sz="2800" dirty="0">
              <a:solidFill>
                <a:schemeClr val="bg1"/>
              </a:solidFill>
            </a:endParaRPr>
          </a:p>
        </p:txBody>
      </p:sp>
      <p:sp>
        <p:nvSpPr>
          <p:cNvPr id="17" name="Text 42">
            <a:extLst>
              <a:ext uri="{FF2B5EF4-FFF2-40B4-BE49-F238E27FC236}">
                <a16:creationId xmlns:a16="http://schemas.microsoft.com/office/drawing/2014/main" id="{D30BDDB2-AC14-7E86-AD0D-8CCBCABCA837}"/>
              </a:ext>
            </a:extLst>
          </p:cNvPr>
          <p:cNvSpPr/>
          <p:nvPr/>
        </p:nvSpPr>
        <p:spPr>
          <a:xfrm>
            <a:off x="1163200" y="6736771"/>
            <a:ext cx="7294999" cy="1905209"/>
          </a:xfrm>
          <a:prstGeom prst="rect">
            <a:avLst/>
          </a:prstGeom>
          <a:noFill/>
          <a:ln/>
        </p:spPr>
        <p:txBody>
          <a:bodyPr wrap="square" rtlCol="0" anchor="ctr"/>
          <a:lstStyle/>
          <a:p>
            <a:pPr marL="0" indent="0">
              <a:buNone/>
            </a:pPr>
            <a:r>
              <a:rPr lang="en-US" sz="2400" dirty="0">
                <a:solidFill>
                  <a:schemeClr val="bg1"/>
                </a:solidFill>
              </a:rPr>
              <a:t>The design question is not “what dashboard should we build next?” It is “what semantic model and system architecture let many good dashboards emerge with consistent metrics, acceptable cost, and sustainable maintenance?”</a:t>
            </a:r>
          </a:p>
        </p:txBody>
      </p:sp>
      <p:pic>
        <p:nvPicPr>
          <p:cNvPr id="21" name="Picture 20">
            <a:extLst>
              <a:ext uri="{FF2B5EF4-FFF2-40B4-BE49-F238E27FC236}">
                <a16:creationId xmlns:a16="http://schemas.microsoft.com/office/drawing/2014/main" id="{0A50D07E-0B6C-3AF9-67D1-A80B5693D5A2}"/>
              </a:ext>
            </a:extLst>
          </p:cNvPr>
          <p:cNvPicPr>
            <a:picLocks noChangeAspect="1"/>
          </p:cNvPicPr>
          <p:nvPr/>
        </p:nvPicPr>
        <p:blipFill>
          <a:blip r:embed="rId2"/>
          <a:stretch>
            <a:fillRect/>
          </a:stretch>
        </p:blipFill>
        <p:spPr>
          <a:xfrm>
            <a:off x="8771217" y="1429061"/>
            <a:ext cx="8216899" cy="7499220"/>
          </a:xfrm>
          <a:prstGeom prst="rect">
            <a:avLst/>
          </a:prstGeom>
        </p:spPr>
      </p:pic>
      <p:sp>
        <p:nvSpPr>
          <p:cNvPr id="22" name="TextBox 9">
            <a:extLst>
              <a:ext uri="{FF2B5EF4-FFF2-40B4-BE49-F238E27FC236}">
                <a16:creationId xmlns:a16="http://schemas.microsoft.com/office/drawing/2014/main" id="{FD72BE4D-9109-9B67-4035-4F90806F3282}"/>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24</a:t>
            </a:fld>
            <a:endParaRPr lang="en-US" sz="2400" dirty="0">
              <a:solidFill>
                <a:srgbClr val="FFFFFF"/>
              </a:solidFill>
              <a:latin typeface="Outfit"/>
              <a:ea typeface="Outfit"/>
              <a:cs typeface="Outfit"/>
              <a:sym typeface="Outfit"/>
            </a:endParaRPr>
          </a:p>
        </p:txBody>
      </p:sp>
    </p:spTree>
    <p:extLst>
      <p:ext uri="{BB962C8B-B14F-4D97-AF65-F5344CB8AC3E}">
        <p14:creationId xmlns:p14="http://schemas.microsoft.com/office/powerpoint/2010/main" val="1855638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DFA99FA-B58C-AA39-F019-5FC695CCAE4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B7DCE3E-EE63-4874-8FAD-5F0EA643CD8F}"/>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25C59BD4-6CBC-8578-9E99-201AB3029E83}"/>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5DC913B7-773B-2B38-6AA9-DF49BB72DB90}"/>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E68AA2AA-833C-A9A0-E175-EC6F26F63956}"/>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2539EF40-6A16-844E-8FE9-F600CC2E98E5}"/>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DD5FFD99-4260-CCB4-93BE-F3689DB570C4}"/>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5C29F779-06D4-1396-89FA-E2A83F0DF4B0}"/>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3EEF58A5-56AD-4E88-FDF0-27B104320E00}"/>
              </a:ext>
            </a:extLst>
          </p:cNvPr>
          <p:cNvSpPr txBox="1"/>
          <p:nvPr/>
        </p:nvSpPr>
        <p:spPr>
          <a:xfrm>
            <a:off x="1028700" y="426064"/>
            <a:ext cx="92583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Fabric architecture patterns that hold up in enterprise</a:t>
            </a:r>
          </a:p>
        </p:txBody>
      </p:sp>
      <p:sp>
        <p:nvSpPr>
          <p:cNvPr id="11" name="Text 0">
            <a:extLst>
              <a:ext uri="{FF2B5EF4-FFF2-40B4-BE49-F238E27FC236}">
                <a16:creationId xmlns:a16="http://schemas.microsoft.com/office/drawing/2014/main" id="{BB4E667F-2DBA-4EB3-8A8B-36CFFE869692}"/>
              </a:ext>
            </a:extLst>
          </p:cNvPr>
          <p:cNvSpPr/>
          <p:nvPr/>
        </p:nvSpPr>
        <p:spPr>
          <a:xfrm>
            <a:off x="1035185" y="1369244"/>
            <a:ext cx="8046720" cy="41148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Alternatives</a:t>
            </a:r>
            <a:endParaRPr lang="en-US" sz="3600" dirty="0">
              <a:solidFill>
                <a:schemeClr val="bg1"/>
              </a:solidFill>
            </a:endParaRPr>
          </a:p>
        </p:txBody>
      </p:sp>
      <p:sp>
        <p:nvSpPr>
          <p:cNvPr id="22" name="TextBox 9">
            <a:extLst>
              <a:ext uri="{FF2B5EF4-FFF2-40B4-BE49-F238E27FC236}">
                <a16:creationId xmlns:a16="http://schemas.microsoft.com/office/drawing/2014/main" id="{4EE02CFF-53C6-F42F-2245-108D9BCCB49A}"/>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25</a:t>
            </a:fld>
            <a:endParaRPr lang="en-US" sz="2400" dirty="0">
              <a:solidFill>
                <a:srgbClr val="FFFFFF"/>
              </a:solidFill>
              <a:latin typeface="Outfit"/>
              <a:ea typeface="Outfit"/>
              <a:cs typeface="Outfit"/>
              <a:sym typeface="Outfit"/>
            </a:endParaRPr>
          </a:p>
        </p:txBody>
      </p:sp>
      <p:pic>
        <p:nvPicPr>
          <p:cNvPr id="13" name="Picture 12">
            <a:extLst>
              <a:ext uri="{FF2B5EF4-FFF2-40B4-BE49-F238E27FC236}">
                <a16:creationId xmlns:a16="http://schemas.microsoft.com/office/drawing/2014/main" id="{787D7300-F67F-2BCE-19CB-A2B93BB5C25B}"/>
              </a:ext>
            </a:extLst>
          </p:cNvPr>
          <p:cNvPicPr>
            <a:picLocks noChangeAspect="1"/>
          </p:cNvPicPr>
          <p:nvPr/>
        </p:nvPicPr>
        <p:blipFill>
          <a:blip r:embed="rId2"/>
          <a:stretch>
            <a:fillRect/>
          </a:stretch>
        </p:blipFill>
        <p:spPr>
          <a:xfrm>
            <a:off x="533400" y="2049590"/>
            <a:ext cx="5867400" cy="7119112"/>
          </a:xfrm>
          <a:prstGeom prst="rect">
            <a:avLst/>
          </a:prstGeom>
        </p:spPr>
      </p:pic>
      <p:pic>
        <p:nvPicPr>
          <p:cNvPr id="12" name="Picture 11">
            <a:extLst>
              <a:ext uri="{FF2B5EF4-FFF2-40B4-BE49-F238E27FC236}">
                <a16:creationId xmlns:a16="http://schemas.microsoft.com/office/drawing/2014/main" id="{FE6340AE-12C3-28EB-AB0F-4B43C469DB97}"/>
              </a:ext>
            </a:extLst>
          </p:cNvPr>
          <p:cNvPicPr>
            <a:picLocks noChangeAspect="1"/>
          </p:cNvPicPr>
          <p:nvPr/>
        </p:nvPicPr>
        <p:blipFill>
          <a:blip r:embed="rId3"/>
          <a:stretch>
            <a:fillRect/>
          </a:stretch>
        </p:blipFill>
        <p:spPr>
          <a:xfrm>
            <a:off x="6934200" y="2087178"/>
            <a:ext cx="6155931" cy="6942522"/>
          </a:xfrm>
          <a:prstGeom prst="rect">
            <a:avLst/>
          </a:prstGeom>
        </p:spPr>
      </p:pic>
      <p:pic>
        <p:nvPicPr>
          <p:cNvPr id="20" name="Picture 19">
            <a:extLst>
              <a:ext uri="{FF2B5EF4-FFF2-40B4-BE49-F238E27FC236}">
                <a16:creationId xmlns:a16="http://schemas.microsoft.com/office/drawing/2014/main" id="{ADF710E2-7C24-1E40-012F-070F5787CF39}"/>
              </a:ext>
            </a:extLst>
          </p:cNvPr>
          <p:cNvPicPr>
            <a:picLocks noChangeAspect="1"/>
          </p:cNvPicPr>
          <p:nvPr/>
        </p:nvPicPr>
        <p:blipFill>
          <a:blip r:embed="rId4"/>
          <a:stretch>
            <a:fillRect/>
          </a:stretch>
        </p:blipFill>
        <p:spPr>
          <a:xfrm>
            <a:off x="13591446" y="2087178"/>
            <a:ext cx="3782153" cy="6996502"/>
          </a:xfrm>
          <a:prstGeom prst="rect">
            <a:avLst/>
          </a:prstGeom>
        </p:spPr>
      </p:pic>
      <p:sp>
        <p:nvSpPr>
          <p:cNvPr id="9" name="TextBox 8">
            <a:extLst>
              <a:ext uri="{FF2B5EF4-FFF2-40B4-BE49-F238E27FC236}">
                <a16:creationId xmlns:a16="http://schemas.microsoft.com/office/drawing/2014/main" id="{F8DA9648-643C-EBE3-4F93-2AD19F94E98C}"/>
              </a:ext>
            </a:extLst>
          </p:cNvPr>
          <p:cNvSpPr txBox="1"/>
          <p:nvPr/>
        </p:nvSpPr>
        <p:spPr>
          <a:xfrm>
            <a:off x="4876800" y="1680258"/>
            <a:ext cx="1418337" cy="369332"/>
          </a:xfrm>
          <a:prstGeom prst="rect">
            <a:avLst/>
          </a:prstGeom>
          <a:noFill/>
        </p:spPr>
        <p:txBody>
          <a:bodyPr wrap="none" rtlCol="0">
            <a:spAutoFit/>
          </a:bodyPr>
          <a:lstStyle/>
          <a:p>
            <a:r>
              <a:rPr lang="en-US" b="1" dirty="0">
                <a:solidFill>
                  <a:schemeClr val="bg1"/>
                </a:solidFill>
              </a:rPr>
              <a:t>Alternative 1</a:t>
            </a:r>
          </a:p>
        </p:txBody>
      </p:sp>
      <p:sp>
        <p:nvSpPr>
          <p:cNvPr id="15" name="TextBox 14">
            <a:extLst>
              <a:ext uri="{FF2B5EF4-FFF2-40B4-BE49-F238E27FC236}">
                <a16:creationId xmlns:a16="http://schemas.microsoft.com/office/drawing/2014/main" id="{13DCD754-EDAB-5D73-EA90-366059BE634D}"/>
              </a:ext>
            </a:extLst>
          </p:cNvPr>
          <p:cNvSpPr txBox="1"/>
          <p:nvPr/>
        </p:nvSpPr>
        <p:spPr>
          <a:xfrm>
            <a:off x="11764263" y="1680258"/>
            <a:ext cx="1418337" cy="369332"/>
          </a:xfrm>
          <a:prstGeom prst="rect">
            <a:avLst/>
          </a:prstGeom>
          <a:noFill/>
        </p:spPr>
        <p:txBody>
          <a:bodyPr wrap="square">
            <a:spAutoFit/>
          </a:bodyPr>
          <a:lstStyle/>
          <a:p>
            <a:r>
              <a:rPr lang="en-US" b="1" dirty="0">
                <a:solidFill>
                  <a:schemeClr val="bg1"/>
                </a:solidFill>
              </a:rPr>
              <a:t>Alternative 2</a:t>
            </a:r>
          </a:p>
        </p:txBody>
      </p:sp>
      <p:sp>
        <p:nvSpPr>
          <p:cNvPr id="17" name="TextBox 16">
            <a:extLst>
              <a:ext uri="{FF2B5EF4-FFF2-40B4-BE49-F238E27FC236}">
                <a16:creationId xmlns:a16="http://schemas.microsoft.com/office/drawing/2014/main" id="{A0ADD426-D483-CC3F-16E0-8E47EB942D91}"/>
              </a:ext>
            </a:extLst>
          </p:cNvPr>
          <p:cNvSpPr txBox="1"/>
          <p:nvPr/>
        </p:nvSpPr>
        <p:spPr>
          <a:xfrm>
            <a:off x="15990535" y="1680258"/>
            <a:ext cx="1418337" cy="369332"/>
          </a:xfrm>
          <a:prstGeom prst="rect">
            <a:avLst/>
          </a:prstGeom>
          <a:noFill/>
        </p:spPr>
        <p:txBody>
          <a:bodyPr wrap="square">
            <a:spAutoFit/>
          </a:bodyPr>
          <a:lstStyle/>
          <a:p>
            <a:r>
              <a:rPr lang="en-US" b="1" dirty="0">
                <a:solidFill>
                  <a:schemeClr val="bg1"/>
                </a:solidFill>
              </a:rPr>
              <a:t>Alternative 3</a:t>
            </a:r>
          </a:p>
        </p:txBody>
      </p:sp>
    </p:spTree>
    <p:extLst>
      <p:ext uri="{BB962C8B-B14F-4D97-AF65-F5344CB8AC3E}">
        <p14:creationId xmlns:p14="http://schemas.microsoft.com/office/powerpoint/2010/main" val="1251843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F12F9-343F-ECB3-F01B-A30A086C20F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3D3F07E-E0AC-01F2-EC2F-7D37E196465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dirty="0"/>
          </a:p>
        </p:txBody>
      </p:sp>
      <p:sp>
        <p:nvSpPr>
          <p:cNvPr id="3" name="TextBox 3">
            <a:extLst>
              <a:ext uri="{FF2B5EF4-FFF2-40B4-BE49-F238E27FC236}">
                <a16:creationId xmlns:a16="http://schemas.microsoft.com/office/drawing/2014/main" id="{DF63AF92-E9A1-F102-D699-89AE6CFEF642}"/>
              </a:ext>
            </a:extLst>
          </p:cNvPr>
          <p:cNvSpPr txBox="1"/>
          <p:nvPr/>
        </p:nvSpPr>
        <p:spPr>
          <a:xfrm>
            <a:off x="1028700" y="4479925"/>
            <a:ext cx="16878300" cy="2421560"/>
          </a:xfrm>
          <a:prstGeom prst="rect">
            <a:avLst/>
          </a:prstGeom>
        </p:spPr>
        <p:txBody>
          <a:bodyPr wrap="square" lIns="0" tIns="0" rIns="0" bIns="0" rtlCol="0" anchor="t">
            <a:spAutoFit/>
          </a:bodyPr>
          <a:lstStyle/>
          <a:p>
            <a:pPr>
              <a:lnSpc>
                <a:spcPts val="9799"/>
              </a:lnSpc>
            </a:pPr>
            <a:r>
              <a:rPr lang="en-US" sz="6999" dirty="0">
                <a:solidFill>
                  <a:srgbClr val="FFFFFF"/>
                </a:solidFill>
                <a:latin typeface="Outfit"/>
                <a:ea typeface="Outfit"/>
                <a:cs typeface="Outfit"/>
                <a:sym typeface="Outfit"/>
              </a:rPr>
              <a:t>Section 4: Break</a:t>
            </a:r>
          </a:p>
          <a:p>
            <a:pPr>
              <a:lnSpc>
                <a:spcPts val="9799"/>
              </a:lnSpc>
            </a:pPr>
            <a:endParaRPr lang="en-US" sz="6999" dirty="0">
              <a:solidFill>
                <a:srgbClr val="FFFFFF"/>
              </a:solidFill>
              <a:latin typeface="Outfit"/>
              <a:ea typeface="Outfit"/>
              <a:cs typeface="Outfit"/>
              <a:sym typeface="Outfit"/>
            </a:endParaRPr>
          </a:p>
        </p:txBody>
      </p:sp>
      <p:sp>
        <p:nvSpPr>
          <p:cNvPr id="5" name="AutoShape 5">
            <a:extLst>
              <a:ext uri="{FF2B5EF4-FFF2-40B4-BE49-F238E27FC236}">
                <a16:creationId xmlns:a16="http://schemas.microsoft.com/office/drawing/2014/main" id="{20F5455D-EC65-4C55-9D31-EAF7269E20EE}"/>
              </a:ext>
            </a:extLst>
          </p:cNvPr>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6" name="Freeform 6">
            <a:extLst>
              <a:ext uri="{FF2B5EF4-FFF2-40B4-BE49-F238E27FC236}">
                <a16:creationId xmlns:a16="http://schemas.microsoft.com/office/drawing/2014/main" id="{8D6667CE-1F40-C128-CA33-E2FF753CB4F0}"/>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Tree>
    <p:extLst>
      <p:ext uri="{BB962C8B-B14F-4D97-AF65-F5344CB8AC3E}">
        <p14:creationId xmlns:p14="http://schemas.microsoft.com/office/powerpoint/2010/main" val="1697038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FC0F5-348F-CE7F-2EA4-0BF9E4B1947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3B96669-D6F4-1018-9919-57531FAEB81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dirty="0"/>
          </a:p>
        </p:txBody>
      </p:sp>
      <p:sp>
        <p:nvSpPr>
          <p:cNvPr id="3" name="TextBox 3">
            <a:extLst>
              <a:ext uri="{FF2B5EF4-FFF2-40B4-BE49-F238E27FC236}">
                <a16:creationId xmlns:a16="http://schemas.microsoft.com/office/drawing/2014/main" id="{DC6BCD2F-CB7B-BBDD-E60E-139A070D8CF0}"/>
              </a:ext>
            </a:extLst>
          </p:cNvPr>
          <p:cNvSpPr txBox="1"/>
          <p:nvPr/>
        </p:nvSpPr>
        <p:spPr>
          <a:xfrm>
            <a:off x="1028700" y="4479925"/>
            <a:ext cx="16878300" cy="2421560"/>
          </a:xfrm>
          <a:prstGeom prst="rect">
            <a:avLst/>
          </a:prstGeom>
        </p:spPr>
        <p:txBody>
          <a:bodyPr wrap="square" lIns="0" tIns="0" rIns="0" bIns="0" rtlCol="0" anchor="t">
            <a:spAutoFit/>
          </a:bodyPr>
          <a:lstStyle/>
          <a:p>
            <a:pPr>
              <a:lnSpc>
                <a:spcPts val="9799"/>
              </a:lnSpc>
            </a:pPr>
            <a:r>
              <a:rPr lang="en-US" sz="6999" dirty="0">
                <a:solidFill>
                  <a:srgbClr val="FFFFFF"/>
                </a:solidFill>
                <a:latin typeface="Outfit"/>
                <a:ea typeface="Outfit"/>
                <a:cs typeface="Outfit"/>
                <a:sym typeface="Outfit"/>
              </a:rPr>
              <a:t>Section 5: Semantic modeling at scale</a:t>
            </a:r>
          </a:p>
          <a:p>
            <a:pPr>
              <a:lnSpc>
                <a:spcPts val="9799"/>
              </a:lnSpc>
            </a:pPr>
            <a:endParaRPr lang="en-US" sz="6999" dirty="0">
              <a:solidFill>
                <a:srgbClr val="FFFFFF"/>
              </a:solidFill>
              <a:latin typeface="Outfit"/>
              <a:ea typeface="Outfit"/>
              <a:cs typeface="Outfit"/>
              <a:sym typeface="Outfit"/>
            </a:endParaRPr>
          </a:p>
        </p:txBody>
      </p:sp>
      <p:sp>
        <p:nvSpPr>
          <p:cNvPr id="5" name="AutoShape 5">
            <a:extLst>
              <a:ext uri="{FF2B5EF4-FFF2-40B4-BE49-F238E27FC236}">
                <a16:creationId xmlns:a16="http://schemas.microsoft.com/office/drawing/2014/main" id="{4B09FD46-EBAB-E7DA-993E-BFCDEF365882}"/>
              </a:ext>
            </a:extLst>
          </p:cNvPr>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6" name="Freeform 6">
            <a:extLst>
              <a:ext uri="{FF2B5EF4-FFF2-40B4-BE49-F238E27FC236}">
                <a16:creationId xmlns:a16="http://schemas.microsoft.com/office/drawing/2014/main" id="{F3D18159-607B-6052-3AB1-ACD9F9234A7F}"/>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Tree>
    <p:extLst>
      <p:ext uri="{BB962C8B-B14F-4D97-AF65-F5344CB8AC3E}">
        <p14:creationId xmlns:p14="http://schemas.microsoft.com/office/powerpoint/2010/main" val="1986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574D05F-1E2D-256E-1B98-511B14F5244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287AF66-9A3E-F48E-A4AB-32A4634A8A9A}"/>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EC7330CA-9460-08C5-196F-A0E58984B79B}"/>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A79393FC-230E-00F8-AC58-E5875801AD27}"/>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E430341-F6FC-00E4-B1D7-141809944D6A}"/>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317A9760-089C-2F23-AC5E-801DB53D4FBC}"/>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5B1E3C0E-4418-A3CB-EBB4-A187B90D3C3E}"/>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D862ECEA-76A5-6E92-5032-4FFD8ABC0194}"/>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3EAB26B5-2A0D-1FBC-692E-4D3574CCFF3B}"/>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53C566FA-40E4-D2D3-9EDD-1B2C042A6D22}"/>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28</a:t>
            </a:fld>
            <a:endParaRPr lang="en-US" sz="2400" dirty="0">
              <a:solidFill>
                <a:srgbClr val="FFFFFF"/>
              </a:solidFill>
              <a:latin typeface="Outfit"/>
              <a:ea typeface="Outfit"/>
              <a:cs typeface="Outfit"/>
              <a:sym typeface="Outfit"/>
            </a:endParaRPr>
          </a:p>
        </p:txBody>
      </p:sp>
      <p:sp>
        <p:nvSpPr>
          <p:cNvPr id="13" name="Text 1">
            <a:extLst>
              <a:ext uri="{FF2B5EF4-FFF2-40B4-BE49-F238E27FC236}">
                <a16:creationId xmlns:a16="http://schemas.microsoft.com/office/drawing/2014/main" id="{E340EB4C-DAA2-CF3B-8444-B34249337AC2}"/>
              </a:ext>
            </a:extLst>
          </p:cNvPr>
          <p:cNvSpPr/>
          <p:nvPr/>
        </p:nvSpPr>
        <p:spPr>
          <a:xfrm>
            <a:off x="1132191" y="2042406"/>
            <a:ext cx="5669280" cy="731520"/>
          </a:xfrm>
          <a:prstGeom prst="rect">
            <a:avLst/>
          </a:prstGeom>
          <a:noFill/>
          <a:ln/>
        </p:spPr>
        <p:txBody>
          <a:bodyPr wrap="square" rtlCol="0" anchor="ctr"/>
          <a:lstStyle/>
          <a:p>
            <a:pPr marL="0" indent="0">
              <a:buNone/>
            </a:pPr>
            <a:r>
              <a:rPr lang="en-US" sz="2400" b="1" dirty="0">
                <a:solidFill>
                  <a:schemeClr val="bg1"/>
                </a:solidFill>
                <a:latin typeface="Aptos Display" pitchFamily="34" charset="0"/>
                <a:ea typeface="Aptos Display" pitchFamily="34" charset="-122"/>
                <a:cs typeface="Aptos Display" pitchFamily="34" charset="-120"/>
              </a:rPr>
              <a:t>Semantic modeling at scale</a:t>
            </a:r>
            <a:endParaRPr lang="en-US" sz="2400" dirty="0">
              <a:solidFill>
                <a:schemeClr val="bg1"/>
              </a:solidFill>
            </a:endParaRPr>
          </a:p>
        </p:txBody>
      </p:sp>
      <p:sp>
        <p:nvSpPr>
          <p:cNvPr id="14" name="Text 2">
            <a:extLst>
              <a:ext uri="{FF2B5EF4-FFF2-40B4-BE49-F238E27FC236}">
                <a16:creationId xmlns:a16="http://schemas.microsoft.com/office/drawing/2014/main" id="{972CA737-9278-8444-DD2A-7300B15AC1C7}"/>
              </a:ext>
            </a:extLst>
          </p:cNvPr>
          <p:cNvSpPr/>
          <p:nvPr/>
        </p:nvSpPr>
        <p:spPr>
          <a:xfrm>
            <a:off x="1150479" y="2865366"/>
            <a:ext cx="5303520" cy="1005840"/>
          </a:xfrm>
          <a:prstGeom prst="rect">
            <a:avLst/>
          </a:prstGeom>
          <a:noFill/>
          <a:ln/>
        </p:spPr>
        <p:txBody>
          <a:bodyPr wrap="square" rtlCol="0" anchor="ctr"/>
          <a:lstStyle/>
          <a:p>
            <a:pPr marL="0" indent="0">
              <a:buNone/>
            </a:pPr>
            <a:r>
              <a:rPr lang="en-US" sz="2000" dirty="0">
                <a:solidFill>
                  <a:schemeClr val="bg1"/>
                </a:solidFill>
              </a:rPr>
              <a:t>What actually drives performance — and how to redesign a model for growth, refresh, and concurrency</a:t>
            </a:r>
          </a:p>
        </p:txBody>
      </p:sp>
      <p:sp>
        <p:nvSpPr>
          <p:cNvPr id="15" name="Text 3">
            <a:extLst>
              <a:ext uri="{FF2B5EF4-FFF2-40B4-BE49-F238E27FC236}">
                <a16:creationId xmlns:a16="http://schemas.microsoft.com/office/drawing/2014/main" id="{FB344A9A-6DFD-56F7-9970-08FF6A440216}"/>
              </a:ext>
            </a:extLst>
          </p:cNvPr>
          <p:cNvSpPr/>
          <p:nvPr/>
        </p:nvSpPr>
        <p:spPr>
          <a:xfrm>
            <a:off x="1150479" y="5197086"/>
            <a:ext cx="5486400" cy="640080"/>
          </a:xfrm>
          <a:prstGeom prst="rect">
            <a:avLst/>
          </a:prstGeom>
          <a:noFill/>
          <a:ln/>
        </p:spPr>
        <p:txBody>
          <a:bodyPr wrap="square" rtlCol="0" anchor="ctr"/>
          <a:lstStyle/>
          <a:p>
            <a:pPr marL="0" indent="0">
              <a:buNone/>
            </a:pPr>
            <a:r>
              <a:rPr lang="en-US" sz="1400" b="1" dirty="0">
                <a:solidFill>
                  <a:schemeClr val="bg1"/>
                </a:solidFill>
              </a:rPr>
              <a:t>Star vs flat vs hybrid • VertiPaq compression • Incremental refresh + hybrid tables • DAX patterns that scale</a:t>
            </a:r>
            <a:endParaRPr lang="en-US" sz="1400" dirty="0">
              <a:solidFill>
                <a:schemeClr val="bg1"/>
              </a:solidFill>
            </a:endParaRPr>
          </a:p>
        </p:txBody>
      </p:sp>
      <p:pic>
        <p:nvPicPr>
          <p:cNvPr id="16" name="Image 0" descr="/mnt/data/analytics-dashboard-hero.webp">
            <a:extLst>
              <a:ext uri="{FF2B5EF4-FFF2-40B4-BE49-F238E27FC236}">
                <a16:creationId xmlns:a16="http://schemas.microsoft.com/office/drawing/2014/main" id="{B2E0EC11-56C8-0029-035D-934B1C374450}"/>
              </a:ext>
            </a:extLst>
          </p:cNvPr>
          <p:cNvPicPr>
            <a:picLocks noChangeAspect="1"/>
          </p:cNvPicPr>
          <p:nvPr/>
        </p:nvPicPr>
        <p:blipFill>
          <a:blip r:embed="rId2"/>
          <a:srcRect l="21609" r="21609"/>
          <a:stretch/>
        </p:blipFill>
        <p:spPr>
          <a:xfrm>
            <a:off x="8197963" y="1181100"/>
            <a:ext cx="7956437" cy="8226127"/>
          </a:xfrm>
          <a:prstGeom prst="rect">
            <a:avLst/>
          </a:prstGeom>
        </p:spPr>
      </p:pic>
    </p:spTree>
    <p:extLst>
      <p:ext uri="{BB962C8B-B14F-4D97-AF65-F5344CB8AC3E}">
        <p14:creationId xmlns:p14="http://schemas.microsoft.com/office/powerpoint/2010/main" val="990330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C1FEAFD-6E8F-8842-5B2E-5901264EFB9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E3DBFC5-759B-63A6-86AF-37DA66BC2B9B}"/>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B5AD2DFE-FD1A-B1F1-05DF-385CA4DE63E7}"/>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E86F6392-E627-584B-E37B-4A283EA7574F}"/>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6634798-F590-3905-0587-368BA1CBA071}"/>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DECCFDC9-33A8-3E95-7A1F-D0E4FD87F00D}"/>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632BCBDE-FB1E-8AB0-B033-17BD68A526A9}"/>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A8B0E642-1FD2-9D72-8557-2A031FF1023C}"/>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99E8FD31-4CEC-7296-ADBE-491BF2EB6BB1}"/>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05465857-531C-51CB-0985-3944D6C8002B}"/>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29</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42E17976-D42B-88A5-9DD5-A9C769C2DB86}"/>
              </a:ext>
            </a:extLst>
          </p:cNvPr>
          <p:cNvSpPr/>
          <p:nvPr/>
        </p:nvSpPr>
        <p:spPr>
          <a:xfrm>
            <a:off x="944880" y="1687068"/>
            <a:ext cx="713232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What actually drives performance</a:t>
            </a:r>
            <a:endParaRPr lang="en-US" sz="3600" dirty="0">
              <a:solidFill>
                <a:schemeClr val="bg1"/>
              </a:solidFill>
            </a:endParaRPr>
          </a:p>
        </p:txBody>
      </p:sp>
      <p:sp>
        <p:nvSpPr>
          <p:cNvPr id="12" name="Text 1">
            <a:extLst>
              <a:ext uri="{FF2B5EF4-FFF2-40B4-BE49-F238E27FC236}">
                <a16:creationId xmlns:a16="http://schemas.microsoft.com/office/drawing/2014/main" id="{7D963825-AFF7-FE90-CEBB-9BC2C5180CA8}"/>
              </a:ext>
            </a:extLst>
          </p:cNvPr>
          <p:cNvSpPr/>
          <p:nvPr/>
        </p:nvSpPr>
        <p:spPr>
          <a:xfrm>
            <a:off x="963168" y="2171700"/>
            <a:ext cx="8046720" cy="292608"/>
          </a:xfrm>
          <a:prstGeom prst="rect">
            <a:avLst/>
          </a:prstGeom>
          <a:noFill/>
          <a:ln/>
        </p:spPr>
        <p:txBody>
          <a:bodyPr wrap="square" rtlCol="0" anchor="ctr"/>
          <a:lstStyle/>
          <a:p>
            <a:pPr marL="0" indent="0">
              <a:buNone/>
            </a:pPr>
            <a:r>
              <a:rPr lang="en-US" sz="2800" dirty="0">
                <a:solidFill>
                  <a:schemeClr val="bg1"/>
                </a:solidFill>
              </a:rPr>
              <a:t>At scale, performance is rarely “just a DAX problem.”</a:t>
            </a:r>
          </a:p>
        </p:txBody>
      </p:sp>
      <p:sp>
        <p:nvSpPr>
          <p:cNvPr id="13" name="Shape 2">
            <a:extLst>
              <a:ext uri="{FF2B5EF4-FFF2-40B4-BE49-F238E27FC236}">
                <a16:creationId xmlns:a16="http://schemas.microsoft.com/office/drawing/2014/main" id="{289F1006-603A-C17F-0D3E-617F20C054C1}"/>
              </a:ext>
            </a:extLst>
          </p:cNvPr>
          <p:cNvSpPr/>
          <p:nvPr/>
        </p:nvSpPr>
        <p:spPr>
          <a:xfrm>
            <a:off x="990600" y="2628900"/>
            <a:ext cx="10972800" cy="4480560"/>
          </a:xfrm>
          <a:prstGeom prst="roundRect">
            <a:avLst>
              <a:gd name="adj" fmla="val 1633"/>
            </a:avLst>
          </a:prstGeom>
          <a:solidFill>
            <a:srgbClr val="FFFFFF"/>
          </a:solidFill>
          <a:ln w="12700">
            <a:solidFill>
              <a:srgbClr val="D7DEE6"/>
            </a:solidFill>
            <a:prstDash val="solid"/>
          </a:ln>
          <a:effectLst>
            <a:outerShdw blurRad="12700" dist="12700" dir="2700000" algn="bl" rotWithShape="0">
              <a:srgbClr val="000000">
                <a:alpha val="12000"/>
              </a:srgbClr>
            </a:outerShdw>
          </a:effectLst>
        </p:spPr>
        <p:txBody>
          <a:bodyPr/>
          <a:lstStyle/>
          <a:p>
            <a:endParaRPr lang="en-US"/>
          </a:p>
        </p:txBody>
      </p:sp>
      <p:sp>
        <p:nvSpPr>
          <p:cNvPr id="14" name="Shape 3">
            <a:extLst>
              <a:ext uri="{FF2B5EF4-FFF2-40B4-BE49-F238E27FC236}">
                <a16:creationId xmlns:a16="http://schemas.microsoft.com/office/drawing/2014/main" id="{D32AEFFB-224F-E274-1494-E5BAF070FE7C}"/>
              </a:ext>
            </a:extLst>
          </p:cNvPr>
          <p:cNvSpPr/>
          <p:nvPr/>
        </p:nvSpPr>
        <p:spPr>
          <a:xfrm>
            <a:off x="1143000" y="3208020"/>
            <a:ext cx="3383280" cy="1097280"/>
          </a:xfrm>
          <a:prstGeom prst="roundRect">
            <a:avLst>
              <a:gd name="adj" fmla="val 4167"/>
            </a:avLst>
          </a:prstGeom>
          <a:solidFill>
            <a:srgbClr val="F8FAFC"/>
          </a:solidFill>
          <a:ln w="12700">
            <a:solidFill>
              <a:srgbClr val="D7DEE6"/>
            </a:solidFill>
            <a:prstDash val="solid"/>
          </a:ln>
        </p:spPr>
        <p:txBody>
          <a:bodyPr/>
          <a:lstStyle/>
          <a:p>
            <a:endParaRPr lang="en-US"/>
          </a:p>
        </p:txBody>
      </p:sp>
      <p:sp>
        <p:nvSpPr>
          <p:cNvPr id="15" name="Text 4">
            <a:extLst>
              <a:ext uri="{FF2B5EF4-FFF2-40B4-BE49-F238E27FC236}">
                <a16:creationId xmlns:a16="http://schemas.microsoft.com/office/drawing/2014/main" id="{88794D53-9542-F5A9-B28B-369A64264B4E}"/>
              </a:ext>
            </a:extLst>
          </p:cNvPr>
          <p:cNvSpPr/>
          <p:nvPr/>
        </p:nvSpPr>
        <p:spPr>
          <a:xfrm>
            <a:off x="1307592" y="3326892"/>
            <a:ext cx="2926080" cy="219456"/>
          </a:xfrm>
          <a:prstGeom prst="rect">
            <a:avLst/>
          </a:prstGeom>
          <a:noFill/>
          <a:ln/>
        </p:spPr>
        <p:txBody>
          <a:bodyPr wrap="square" rtlCol="0" anchor="ctr"/>
          <a:lstStyle/>
          <a:p>
            <a:pPr marL="0" indent="0">
              <a:buNone/>
            </a:pPr>
            <a:r>
              <a:rPr lang="en-US" sz="1600" b="1" dirty="0">
                <a:solidFill>
                  <a:srgbClr val="0F172A"/>
                </a:solidFill>
              </a:rPr>
              <a:t>Model shape</a:t>
            </a:r>
            <a:endParaRPr lang="en-US" sz="1600" dirty="0"/>
          </a:p>
        </p:txBody>
      </p:sp>
      <p:sp>
        <p:nvSpPr>
          <p:cNvPr id="16" name="Text 5">
            <a:extLst>
              <a:ext uri="{FF2B5EF4-FFF2-40B4-BE49-F238E27FC236}">
                <a16:creationId xmlns:a16="http://schemas.microsoft.com/office/drawing/2014/main" id="{1FCC9799-E597-FE79-9036-5C3C9D029A11}"/>
              </a:ext>
            </a:extLst>
          </p:cNvPr>
          <p:cNvSpPr/>
          <p:nvPr/>
        </p:nvSpPr>
        <p:spPr>
          <a:xfrm>
            <a:off x="1307592" y="3601212"/>
            <a:ext cx="2926080" cy="475488"/>
          </a:xfrm>
          <a:prstGeom prst="rect">
            <a:avLst/>
          </a:prstGeom>
          <a:noFill/>
          <a:ln/>
        </p:spPr>
        <p:txBody>
          <a:bodyPr wrap="square" rtlCol="0" anchor="ctr"/>
          <a:lstStyle/>
          <a:p>
            <a:pPr marL="0" indent="0">
              <a:buNone/>
            </a:pPr>
            <a:r>
              <a:rPr lang="en-US" sz="1600" dirty="0">
                <a:solidFill>
                  <a:srgbClr val="475569"/>
                </a:solidFill>
              </a:rPr>
              <a:t>Fact grain, dimensions, relationships, filter paths</a:t>
            </a:r>
            <a:endParaRPr lang="en-US" sz="1600" dirty="0"/>
          </a:p>
        </p:txBody>
      </p:sp>
      <p:sp>
        <p:nvSpPr>
          <p:cNvPr id="17" name="Shape 6">
            <a:extLst>
              <a:ext uri="{FF2B5EF4-FFF2-40B4-BE49-F238E27FC236}">
                <a16:creationId xmlns:a16="http://schemas.microsoft.com/office/drawing/2014/main" id="{1A72B269-E8A6-E49C-0A3C-151CCA7DB9AA}"/>
              </a:ext>
            </a:extLst>
          </p:cNvPr>
          <p:cNvSpPr/>
          <p:nvPr/>
        </p:nvSpPr>
        <p:spPr>
          <a:xfrm>
            <a:off x="4754880" y="3208020"/>
            <a:ext cx="3383280" cy="1097280"/>
          </a:xfrm>
          <a:prstGeom prst="roundRect">
            <a:avLst>
              <a:gd name="adj" fmla="val 4167"/>
            </a:avLst>
          </a:prstGeom>
          <a:solidFill>
            <a:srgbClr val="F0FDFA"/>
          </a:solidFill>
          <a:ln w="12700">
            <a:solidFill>
              <a:srgbClr val="D7DEE6"/>
            </a:solidFill>
            <a:prstDash val="solid"/>
          </a:ln>
        </p:spPr>
        <p:txBody>
          <a:bodyPr/>
          <a:lstStyle/>
          <a:p>
            <a:endParaRPr lang="en-US"/>
          </a:p>
        </p:txBody>
      </p:sp>
      <p:sp>
        <p:nvSpPr>
          <p:cNvPr id="18" name="Text 7">
            <a:extLst>
              <a:ext uri="{FF2B5EF4-FFF2-40B4-BE49-F238E27FC236}">
                <a16:creationId xmlns:a16="http://schemas.microsoft.com/office/drawing/2014/main" id="{80146F8A-94DF-73C7-3959-5FD5E09FB5B2}"/>
              </a:ext>
            </a:extLst>
          </p:cNvPr>
          <p:cNvSpPr/>
          <p:nvPr/>
        </p:nvSpPr>
        <p:spPr>
          <a:xfrm>
            <a:off x="4919472" y="3326892"/>
            <a:ext cx="2926080" cy="219456"/>
          </a:xfrm>
          <a:prstGeom prst="rect">
            <a:avLst/>
          </a:prstGeom>
          <a:noFill/>
          <a:ln/>
        </p:spPr>
        <p:txBody>
          <a:bodyPr wrap="square" rtlCol="0" anchor="ctr"/>
          <a:lstStyle/>
          <a:p>
            <a:pPr marL="0" indent="0">
              <a:buNone/>
            </a:pPr>
            <a:r>
              <a:rPr lang="en-US" sz="1600" b="1" dirty="0">
                <a:solidFill>
                  <a:srgbClr val="0F172A"/>
                </a:solidFill>
              </a:rPr>
              <a:t>Storage mode</a:t>
            </a:r>
            <a:endParaRPr lang="en-US" sz="1600" dirty="0"/>
          </a:p>
        </p:txBody>
      </p:sp>
      <p:sp>
        <p:nvSpPr>
          <p:cNvPr id="19" name="Text 8">
            <a:extLst>
              <a:ext uri="{FF2B5EF4-FFF2-40B4-BE49-F238E27FC236}">
                <a16:creationId xmlns:a16="http://schemas.microsoft.com/office/drawing/2014/main" id="{3B6D4BC5-E83D-4BE9-4D96-3E78A6D99A5F}"/>
              </a:ext>
            </a:extLst>
          </p:cNvPr>
          <p:cNvSpPr/>
          <p:nvPr/>
        </p:nvSpPr>
        <p:spPr>
          <a:xfrm>
            <a:off x="4919472" y="3601212"/>
            <a:ext cx="2926080" cy="475488"/>
          </a:xfrm>
          <a:prstGeom prst="rect">
            <a:avLst/>
          </a:prstGeom>
          <a:noFill/>
          <a:ln/>
        </p:spPr>
        <p:txBody>
          <a:bodyPr wrap="square" rtlCol="0" anchor="ctr"/>
          <a:lstStyle/>
          <a:p>
            <a:pPr marL="0" indent="0">
              <a:buNone/>
            </a:pPr>
            <a:r>
              <a:rPr lang="en-US" sz="1600" dirty="0">
                <a:solidFill>
                  <a:srgbClr val="475569"/>
                </a:solidFill>
              </a:rPr>
              <a:t>Import vs DirectQuery vs Dual vs hybrid tables</a:t>
            </a:r>
            <a:endParaRPr lang="en-US" sz="1600" dirty="0"/>
          </a:p>
        </p:txBody>
      </p:sp>
      <p:sp>
        <p:nvSpPr>
          <p:cNvPr id="20" name="Shape 9">
            <a:extLst>
              <a:ext uri="{FF2B5EF4-FFF2-40B4-BE49-F238E27FC236}">
                <a16:creationId xmlns:a16="http://schemas.microsoft.com/office/drawing/2014/main" id="{5B7512C2-81E8-D94C-E1A3-11FABF536C31}"/>
              </a:ext>
            </a:extLst>
          </p:cNvPr>
          <p:cNvSpPr/>
          <p:nvPr/>
        </p:nvSpPr>
        <p:spPr>
          <a:xfrm>
            <a:off x="8366760" y="3208020"/>
            <a:ext cx="3383280" cy="1097280"/>
          </a:xfrm>
          <a:prstGeom prst="roundRect">
            <a:avLst>
              <a:gd name="adj" fmla="val 4167"/>
            </a:avLst>
          </a:prstGeom>
          <a:solidFill>
            <a:srgbClr val="F8FAFC"/>
          </a:solidFill>
          <a:ln w="12700">
            <a:solidFill>
              <a:srgbClr val="D7DEE6"/>
            </a:solidFill>
            <a:prstDash val="solid"/>
          </a:ln>
        </p:spPr>
        <p:txBody>
          <a:bodyPr/>
          <a:lstStyle/>
          <a:p>
            <a:endParaRPr lang="en-US"/>
          </a:p>
        </p:txBody>
      </p:sp>
      <p:sp>
        <p:nvSpPr>
          <p:cNvPr id="21" name="Text 10">
            <a:extLst>
              <a:ext uri="{FF2B5EF4-FFF2-40B4-BE49-F238E27FC236}">
                <a16:creationId xmlns:a16="http://schemas.microsoft.com/office/drawing/2014/main" id="{F40F172C-2607-B309-278C-7F0A97007F3F}"/>
              </a:ext>
            </a:extLst>
          </p:cNvPr>
          <p:cNvSpPr/>
          <p:nvPr/>
        </p:nvSpPr>
        <p:spPr>
          <a:xfrm>
            <a:off x="8531352" y="3326892"/>
            <a:ext cx="2926080" cy="219456"/>
          </a:xfrm>
          <a:prstGeom prst="rect">
            <a:avLst/>
          </a:prstGeom>
          <a:noFill/>
          <a:ln/>
        </p:spPr>
        <p:txBody>
          <a:bodyPr wrap="square" rtlCol="0" anchor="ctr"/>
          <a:lstStyle/>
          <a:p>
            <a:pPr marL="0" indent="0">
              <a:buNone/>
            </a:pPr>
            <a:r>
              <a:rPr lang="en-US" sz="1600" b="1" dirty="0">
                <a:solidFill>
                  <a:srgbClr val="0F172A"/>
                </a:solidFill>
              </a:rPr>
              <a:t>VertiPaq cost</a:t>
            </a:r>
            <a:endParaRPr lang="en-US" sz="1600" dirty="0"/>
          </a:p>
        </p:txBody>
      </p:sp>
      <p:sp>
        <p:nvSpPr>
          <p:cNvPr id="22" name="Text 11">
            <a:extLst>
              <a:ext uri="{FF2B5EF4-FFF2-40B4-BE49-F238E27FC236}">
                <a16:creationId xmlns:a16="http://schemas.microsoft.com/office/drawing/2014/main" id="{8DA1FE8B-1754-96B9-C279-C11B80C12C20}"/>
              </a:ext>
            </a:extLst>
          </p:cNvPr>
          <p:cNvSpPr/>
          <p:nvPr/>
        </p:nvSpPr>
        <p:spPr>
          <a:xfrm>
            <a:off x="8531352" y="3601212"/>
            <a:ext cx="2926080" cy="475488"/>
          </a:xfrm>
          <a:prstGeom prst="rect">
            <a:avLst/>
          </a:prstGeom>
          <a:noFill/>
          <a:ln/>
        </p:spPr>
        <p:txBody>
          <a:bodyPr wrap="square" rtlCol="0" anchor="ctr"/>
          <a:lstStyle/>
          <a:p>
            <a:pPr marL="0" indent="0">
              <a:buNone/>
            </a:pPr>
            <a:r>
              <a:rPr lang="en-US" sz="1600" dirty="0">
                <a:solidFill>
                  <a:srgbClr val="475569"/>
                </a:solidFill>
              </a:rPr>
              <a:t>Cardinality, text-heavy columns, timestamps, GUIDs</a:t>
            </a:r>
            <a:endParaRPr lang="en-US" sz="1600" dirty="0"/>
          </a:p>
        </p:txBody>
      </p:sp>
      <p:sp>
        <p:nvSpPr>
          <p:cNvPr id="23" name="Shape 12">
            <a:extLst>
              <a:ext uri="{FF2B5EF4-FFF2-40B4-BE49-F238E27FC236}">
                <a16:creationId xmlns:a16="http://schemas.microsoft.com/office/drawing/2014/main" id="{7FEA2131-110E-CA38-8827-820804B6EA5F}"/>
              </a:ext>
            </a:extLst>
          </p:cNvPr>
          <p:cNvSpPr/>
          <p:nvPr/>
        </p:nvSpPr>
        <p:spPr>
          <a:xfrm>
            <a:off x="1143000" y="4991100"/>
            <a:ext cx="3383280" cy="1097280"/>
          </a:xfrm>
          <a:prstGeom prst="roundRect">
            <a:avLst>
              <a:gd name="adj" fmla="val 4167"/>
            </a:avLst>
          </a:prstGeom>
          <a:solidFill>
            <a:srgbClr val="F0FDFA"/>
          </a:solidFill>
          <a:ln w="12700">
            <a:solidFill>
              <a:srgbClr val="D7DEE6"/>
            </a:solidFill>
            <a:prstDash val="solid"/>
          </a:ln>
        </p:spPr>
        <p:txBody>
          <a:bodyPr/>
          <a:lstStyle/>
          <a:p>
            <a:endParaRPr lang="en-US"/>
          </a:p>
        </p:txBody>
      </p:sp>
      <p:sp>
        <p:nvSpPr>
          <p:cNvPr id="24" name="Text 13">
            <a:extLst>
              <a:ext uri="{FF2B5EF4-FFF2-40B4-BE49-F238E27FC236}">
                <a16:creationId xmlns:a16="http://schemas.microsoft.com/office/drawing/2014/main" id="{DE905A8D-7374-F4EB-DC64-0E80D155CDE9}"/>
              </a:ext>
            </a:extLst>
          </p:cNvPr>
          <p:cNvSpPr/>
          <p:nvPr/>
        </p:nvSpPr>
        <p:spPr>
          <a:xfrm>
            <a:off x="1307592" y="5109972"/>
            <a:ext cx="2926080" cy="219456"/>
          </a:xfrm>
          <a:prstGeom prst="rect">
            <a:avLst/>
          </a:prstGeom>
          <a:noFill/>
          <a:ln/>
        </p:spPr>
        <p:txBody>
          <a:bodyPr wrap="square" rtlCol="0" anchor="ctr"/>
          <a:lstStyle/>
          <a:p>
            <a:pPr marL="0" indent="0">
              <a:buNone/>
            </a:pPr>
            <a:r>
              <a:rPr lang="en-US" sz="1600" b="1" dirty="0">
                <a:solidFill>
                  <a:srgbClr val="0F172A"/>
                </a:solidFill>
              </a:rPr>
              <a:t>Refresh design</a:t>
            </a:r>
            <a:endParaRPr lang="en-US" sz="1600" dirty="0"/>
          </a:p>
        </p:txBody>
      </p:sp>
      <p:sp>
        <p:nvSpPr>
          <p:cNvPr id="25" name="Text 14">
            <a:extLst>
              <a:ext uri="{FF2B5EF4-FFF2-40B4-BE49-F238E27FC236}">
                <a16:creationId xmlns:a16="http://schemas.microsoft.com/office/drawing/2014/main" id="{0D15A416-EB77-F4F9-1FE4-8C041F9A9BC7}"/>
              </a:ext>
            </a:extLst>
          </p:cNvPr>
          <p:cNvSpPr/>
          <p:nvPr/>
        </p:nvSpPr>
        <p:spPr>
          <a:xfrm>
            <a:off x="1307592" y="5384292"/>
            <a:ext cx="2926080" cy="475488"/>
          </a:xfrm>
          <a:prstGeom prst="rect">
            <a:avLst/>
          </a:prstGeom>
          <a:noFill/>
          <a:ln/>
        </p:spPr>
        <p:txBody>
          <a:bodyPr wrap="square" rtlCol="0" anchor="ctr"/>
          <a:lstStyle/>
          <a:p>
            <a:pPr marL="0" indent="0">
              <a:buNone/>
            </a:pPr>
            <a:r>
              <a:rPr lang="en-US" sz="1600" dirty="0">
                <a:solidFill>
                  <a:srgbClr val="475569"/>
                </a:solidFill>
              </a:rPr>
              <a:t>Partitions, folding, incremental windows, freshness</a:t>
            </a:r>
            <a:endParaRPr lang="en-US" sz="1600" dirty="0"/>
          </a:p>
        </p:txBody>
      </p:sp>
      <p:sp>
        <p:nvSpPr>
          <p:cNvPr id="26" name="Shape 15">
            <a:extLst>
              <a:ext uri="{FF2B5EF4-FFF2-40B4-BE49-F238E27FC236}">
                <a16:creationId xmlns:a16="http://schemas.microsoft.com/office/drawing/2014/main" id="{B140296F-6C89-F888-0AE6-0EAEB3609C1E}"/>
              </a:ext>
            </a:extLst>
          </p:cNvPr>
          <p:cNvSpPr/>
          <p:nvPr/>
        </p:nvSpPr>
        <p:spPr>
          <a:xfrm>
            <a:off x="4754880" y="4991100"/>
            <a:ext cx="3383280" cy="1097280"/>
          </a:xfrm>
          <a:prstGeom prst="roundRect">
            <a:avLst>
              <a:gd name="adj" fmla="val 4167"/>
            </a:avLst>
          </a:prstGeom>
          <a:solidFill>
            <a:srgbClr val="F8FAFC"/>
          </a:solidFill>
          <a:ln w="12700">
            <a:solidFill>
              <a:srgbClr val="D7DEE6"/>
            </a:solidFill>
            <a:prstDash val="solid"/>
          </a:ln>
        </p:spPr>
        <p:txBody>
          <a:bodyPr/>
          <a:lstStyle/>
          <a:p>
            <a:endParaRPr lang="en-US"/>
          </a:p>
        </p:txBody>
      </p:sp>
      <p:sp>
        <p:nvSpPr>
          <p:cNvPr id="27" name="Text 16">
            <a:extLst>
              <a:ext uri="{FF2B5EF4-FFF2-40B4-BE49-F238E27FC236}">
                <a16:creationId xmlns:a16="http://schemas.microsoft.com/office/drawing/2014/main" id="{068DA60B-9DBA-826D-7C54-D3C2E2625C4F}"/>
              </a:ext>
            </a:extLst>
          </p:cNvPr>
          <p:cNvSpPr/>
          <p:nvPr/>
        </p:nvSpPr>
        <p:spPr>
          <a:xfrm>
            <a:off x="4919472" y="5109972"/>
            <a:ext cx="2926080" cy="219456"/>
          </a:xfrm>
          <a:prstGeom prst="rect">
            <a:avLst/>
          </a:prstGeom>
          <a:noFill/>
          <a:ln/>
        </p:spPr>
        <p:txBody>
          <a:bodyPr wrap="square" rtlCol="0" anchor="ctr"/>
          <a:lstStyle/>
          <a:p>
            <a:pPr marL="0" indent="0">
              <a:buNone/>
            </a:pPr>
            <a:r>
              <a:rPr lang="en-US" sz="1600" b="1" dirty="0">
                <a:solidFill>
                  <a:srgbClr val="0F172A"/>
                </a:solidFill>
              </a:rPr>
              <a:t>Query behavior</a:t>
            </a:r>
            <a:endParaRPr lang="en-US" sz="1600" dirty="0"/>
          </a:p>
        </p:txBody>
      </p:sp>
      <p:sp>
        <p:nvSpPr>
          <p:cNvPr id="28" name="Text 17">
            <a:extLst>
              <a:ext uri="{FF2B5EF4-FFF2-40B4-BE49-F238E27FC236}">
                <a16:creationId xmlns:a16="http://schemas.microsoft.com/office/drawing/2014/main" id="{90CE305C-4E30-6D14-950A-F3C9F12ABF79}"/>
              </a:ext>
            </a:extLst>
          </p:cNvPr>
          <p:cNvSpPr/>
          <p:nvPr/>
        </p:nvSpPr>
        <p:spPr>
          <a:xfrm>
            <a:off x="4919472" y="5384292"/>
            <a:ext cx="2926080" cy="475488"/>
          </a:xfrm>
          <a:prstGeom prst="rect">
            <a:avLst/>
          </a:prstGeom>
          <a:noFill/>
          <a:ln/>
        </p:spPr>
        <p:txBody>
          <a:bodyPr wrap="square" rtlCol="0" anchor="ctr"/>
          <a:lstStyle/>
          <a:p>
            <a:pPr marL="0" indent="0">
              <a:buNone/>
            </a:pPr>
            <a:r>
              <a:rPr lang="en-US" sz="1600" dirty="0">
                <a:solidFill>
                  <a:srgbClr val="475569"/>
                </a:solidFill>
              </a:rPr>
              <a:t>Concurrency, visual patterns, measure evaluation paths</a:t>
            </a:r>
            <a:endParaRPr lang="en-US" sz="1600" dirty="0"/>
          </a:p>
        </p:txBody>
      </p:sp>
      <p:sp>
        <p:nvSpPr>
          <p:cNvPr id="29" name="Shape 18">
            <a:extLst>
              <a:ext uri="{FF2B5EF4-FFF2-40B4-BE49-F238E27FC236}">
                <a16:creationId xmlns:a16="http://schemas.microsoft.com/office/drawing/2014/main" id="{06B73292-2337-B3C8-929C-8E3C88699B05}"/>
              </a:ext>
            </a:extLst>
          </p:cNvPr>
          <p:cNvSpPr/>
          <p:nvPr/>
        </p:nvSpPr>
        <p:spPr>
          <a:xfrm>
            <a:off x="8366760" y="4991100"/>
            <a:ext cx="3383280" cy="1097280"/>
          </a:xfrm>
          <a:prstGeom prst="roundRect">
            <a:avLst>
              <a:gd name="adj" fmla="val 4167"/>
            </a:avLst>
          </a:prstGeom>
          <a:solidFill>
            <a:srgbClr val="F0FDFA"/>
          </a:solidFill>
          <a:ln w="12700">
            <a:solidFill>
              <a:srgbClr val="D7DEE6"/>
            </a:solidFill>
            <a:prstDash val="solid"/>
          </a:ln>
        </p:spPr>
        <p:txBody>
          <a:bodyPr/>
          <a:lstStyle/>
          <a:p>
            <a:endParaRPr lang="en-US"/>
          </a:p>
        </p:txBody>
      </p:sp>
      <p:sp>
        <p:nvSpPr>
          <p:cNvPr id="30" name="Text 19">
            <a:extLst>
              <a:ext uri="{FF2B5EF4-FFF2-40B4-BE49-F238E27FC236}">
                <a16:creationId xmlns:a16="http://schemas.microsoft.com/office/drawing/2014/main" id="{EE7C8F3C-3383-C590-AF8E-0A71B176631D}"/>
              </a:ext>
            </a:extLst>
          </p:cNvPr>
          <p:cNvSpPr/>
          <p:nvPr/>
        </p:nvSpPr>
        <p:spPr>
          <a:xfrm>
            <a:off x="8531352" y="5109972"/>
            <a:ext cx="2926080" cy="219456"/>
          </a:xfrm>
          <a:prstGeom prst="rect">
            <a:avLst/>
          </a:prstGeom>
          <a:noFill/>
          <a:ln/>
        </p:spPr>
        <p:txBody>
          <a:bodyPr wrap="square" rtlCol="0" anchor="ctr"/>
          <a:lstStyle/>
          <a:p>
            <a:pPr marL="0" indent="0">
              <a:buNone/>
            </a:pPr>
            <a:r>
              <a:rPr lang="en-US" sz="1600" b="1" dirty="0">
                <a:solidFill>
                  <a:srgbClr val="0F172A"/>
                </a:solidFill>
              </a:rPr>
              <a:t>Operational fit</a:t>
            </a:r>
            <a:endParaRPr lang="en-US" sz="1600" dirty="0"/>
          </a:p>
        </p:txBody>
      </p:sp>
      <p:sp>
        <p:nvSpPr>
          <p:cNvPr id="31" name="Text 20">
            <a:extLst>
              <a:ext uri="{FF2B5EF4-FFF2-40B4-BE49-F238E27FC236}">
                <a16:creationId xmlns:a16="http://schemas.microsoft.com/office/drawing/2014/main" id="{70D7B5C0-346A-E276-50D8-B6F966094502}"/>
              </a:ext>
            </a:extLst>
          </p:cNvPr>
          <p:cNvSpPr/>
          <p:nvPr/>
        </p:nvSpPr>
        <p:spPr>
          <a:xfrm>
            <a:off x="8531352" y="5384292"/>
            <a:ext cx="2926080" cy="475488"/>
          </a:xfrm>
          <a:prstGeom prst="rect">
            <a:avLst/>
          </a:prstGeom>
          <a:noFill/>
          <a:ln/>
        </p:spPr>
        <p:txBody>
          <a:bodyPr wrap="square" rtlCol="0" anchor="ctr"/>
          <a:lstStyle/>
          <a:p>
            <a:pPr marL="0" indent="0">
              <a:buNone/>
            </a:pPr>
            <a:r>
              <a:rPr lang="en-US" sz="1600" dirty="0">
                <a:solidFill>
                  <a:srgbClr val="475569"/>
                </a:solidFill>
              </a:rPr>
              <a:t>Memory pressure, source load, capacity choices</a:t>
            </a:r>
            <a:endParaRPr lang="en-US" sz="1600" dirty="0"/>
          </a:p>
        </p:txBody>
      </p:sp>
      <p:sp>
        <p:nvSpPr>
          <p:cNvPr id="32" name="Text 21">
            <a:extLst>
              <a:ext uri="{FF2B5EF4-FFF2-40B4-BE49-F238E27FC236}">
                <a16:creationId xmlns:a16="http://schemas.microsoft.com/office/drawing/2014/main" id="{1B641DBC-49B2-0AA1-E81F-6EA6CD5F6FF3}"/>
              </a:ext>
            </a:extLst>
          </p:cNvPr>
          <p:cNvSpPr/>
          <p:nvPr/>
        </p:nvSpPr>
        <p:spPr>
          <a:xfrm>
            <a:off x="1219200" y="7292340"/>
            <a:ext cx="10698480" cy="384048"/>
          </a:xfrm>
          <a:prstGeom prst="rect">
            <a:avLst/>
          </a:prstGeom>
          <a:noFill/>
          <a:ln/>
        </p:spPr>
        <p:txBody>
          <a:bodyPr wrap="square" rtlCol="0" anchor="ctr"/>
          <a:lstStyle/>
          <a:p>
            <a:pPr marL="0" indent="0" algn="ctr">
              <a:buNone/>
            </a:pPr>
            <a:r>
              <a:rPr lang="en-US" sz="1500" b="1" dirty="0">
                <a:solidFill>
                  <a:schemeClr val="bg1"/>
                </a:solidFill>
              </a:rPr>
              <a:t>Practical rule: the fastest model is the one that keeps common queries in-memory, keeps filters simple, and refreshes only the data that changed.</a:t>
            </a:r>
            <a:endParaRPr lang="en-US" sz="1500" dirty="0">
              <a:solidFill>
                <a:schemeClr val="bg1"/>
              </a:solidFill>
            </a:endParaRPr>
          </a:p>
        </p:txBody>
      </p:sp>
    </p:spTree>
    <p:extLst>
      <p:ext uri="{BB962C8B-B14F-4D97-AF65-F5344CB8AC3E}">
        <p14:creationId xmlns:p14="http://schemas.microsoft.com/office/powerpoint/2010/main" val="3038378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5D52590-A64C-CEAB-6B5F-759C9D13C3A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FBA67D-C6F8-305A-692D-CF46A612F38E}"/>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CF51DA36-68E9-5721-D98A-1CF6A507A2C3}"/>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EE423187-6D6D-F529-AC95-D9E327E13DEB}"/>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E952CFC5-C534-E1E7-C233-871D7D13D66D}"/>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6A7219EE-489B-39EC-045D-9078192270CC}"/>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8E5F0D81-B18E-3C40-498A-F2944A11AD5D}"/>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052CC0F1-442F-427F-EAC4-33ED5BBE5F73}"/>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F73E52D6-C9C2-6139-306F-CEB6B595C1DE}"/>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FE708DFC-B4D4-4C41-DD6C-79C20D1C7AD6}"/>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30</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2E905AE0-15D0-4EC4-B79F-3035F1E2D203}"/>
              </a:ext>
            </a:extLst>
          </p:cNvPr>
          <p:cNvSpPr/>
          <p:nvPr/>
        </p:nvSpPr>
        <p:spPr>
          <a:xfrm>
            <a:off x="944880" y="1610868"/>
            <a:ext cx="987552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Star vs flat in the real world</a:t>
            </a:r>
            <a:endParaRPr lang="en-US" sz="3600" dirty="0">
              <a:solidFill>
                <a:schemeClr val="bg1"/>
              </a:solidFill>
            </a:endParaRPr>
          </a:p>
        </p:txBody>
      </p:sp>
      <p:sp>
        <p:nvSpPr>
          <p:cNvPr id="12" name="Shape 1">
            <a:extLst>
              <a:ext uri="{FF2B5EF4-FFF2-40B4-BE49-F238E27FC236}">
                <a16:creationId xmlns:a16="http://schemas.microsoft.com/office/drawing/2014/main" id="{0ED5256B-5AFF-71E1-E1DC-AFD2D4C955E6}"/>
              </a:ext>
            </a:extLst>
          </p:cNvPr>
          <p:cNvSpPr/>
          <p:nvPr/>
        </p:nvSpPr>
        <p:spPr>
          <a:xfrm>
            <a:off x="990600" y="2552700"/>
            <a:ext cx="3657600" cy="4480560"/>
          </a:xfrm>
          <a:prstGeom prst="roundRect">
            <a:avLst>
              <a:gd name="adj" fmla="val 1500"/>
            </a:avLst>
          </a:prstGeom>
          <a:solidFill>
            <a:srgbClr val="FFFFFF"/>
          </a:solidFill>
          <a:ln w="12700">
            <a:solidFill>
              <a:srgbClr val="D7DEE6"/>
            </a:solidFill>
            <a:prstDash val="solid"/>
          </a:ln>
        </p:spPr>
        <p:txBody>
          <a:bodyPr/>
          <a:lstStyle/>
          <a:p>
            <a:endParaRPr lang="en-US"/>
          </a:p>
        </p:txBody>
      </p:sp>
      <p:sp>
        <p:nvSpPr>
          <p:cNvPr id="13" name="Shape 2">
            <a:extLst>
              <a:ext uri="{FF2B5EF4-FFF2-40B4-BE49-F238E27FC236}">
                <a16:creationId xmlns:a16="http://schemas.microsoft.com/office/drawing/2014/main" id="{C6700F9C-0E8D-A1A9-4618-58E7AEC385B9}"/>
              </a:ext>
            </a:extLst>
          </p:cNvPr>
          <p:cNvSpPr/>
          <p:nvPr/>
        </p:nvSpPr>
        <p:spPr>
          <a:xfrm>
            <a:off x="4803648" y="2552700"/>
            <a:ext cx="3657600" cy="4480560"/>
          </a:xfrm>
          <a:prstGeom prst="roundRect">
            <a:avLst>
              <a:gd name="adj" fmla="val 1500"/>
            </a:avLst>
          </a:prstGeom>
          <a:solidFill>
            <a:srgbClr val="FFFFFF"/>
          </a:solidFill>
          <a:ln w="12700">
            <a:solidFill>
              <a:srgbClr val="D7DEE6"/>
            </a:solidFill>
            <a:prstDash val="solid"/>
          </a:ln>
        </p:spPr>
        <p:txBody>
          <a:bodyPr/>
          <a:lstStyle/>
          <a:p>
            <a:endParaRPr lang="en-US"/>
          </a:p>
        </p:txBody>
      </p:sp>
      <p:sp>
        <p:nvSpPr>
          <p:cNvPr id="15" name="Text 4">
            <a:extLst>
              <a:ext uri="{FF2B5EF4-FFF2-40B4-BE49-F238E27FC236}">
                <a16:creationId xmlns:a16="http://schemas.microsoft.com/office/drawing/2014/main" id="{44FFF98A-9231-BC08-DC79-38FE5C8D41CA}"/>
              </a:ext>
            </a:extLst>
          </p:cNvPr>
          <p:cNvSpPr/>
          <p:nvPr/>
        </p:nvSpPr>
        <p:spPr>
          <a:xfrm>
            <a:off x="1264920" y="2854452"/>
            <a:ext cx="2011680" cy="219456"/>
          </a:xfrm>
          <a:prstGeom prst="rect">
            <a:avLst/>
          </a:prstGeom>
          <a:noFill/>
          <a:ln/>
        </p:spPr>
        <p:txBody>
          <a:bodyPr wrap="square" rtlCol="0" anchor="ctr"/>
          <a:lstStyle/>
          <a:p>
            <a:pPr marL="0" indent="0">
              <a:buNone/>
            </a:pPr>
            <a:r>
              <a:rPr lang="en-US" sz="2400" b="1" dirty="0">
                <a:solidFill>
                  <a:srgbClr val="0E7490"/>
                </a:solidFill>
              </a:rPr>
              <a:t>Star schema</a:t>
            </a:r>
            <a:endParaRPr lang="en-US" sz="2400" dirty="0"/>
          </a:p>
        </p:txBody>
      </p:sp>
      <p:sp>
        <p:nvSpPr>
          <p:cNvPr id="16" name="Text 5">
            <a:extLst>
              <a:ext uri="{FF2B5EF4-FFF2-40B4-BE49-F238E27FC236}">
                <a16:creationId xmlns:a16="http://schemas.microsoft.com/office/drawing/2014/main" id="{B5E4171F-7709-DFC2-BD30-D23D5CCDEE1C}"/>
              </a:ext>
            </a:extLst>
          </p:cNvPr>
          <p:cNvSpPr/>
          <p:nvPr/>
        </p:nvSpPr>
        <p:spPr>
          <a:xfrm>
            <a:off x="5077968" y="2854452"/>
            <a:ext cx="2011680" cy="219456"/>
          </a:xfrm>
          <a:prstGeom prst="rect">
            <a:avLst/>
          </a:prstGeom>
          <a:noFill/>
          <a:ln/>
        </p:spPr>
        <p:txBody>
          <a:bodyPr wrap="square" rtlCol="0" anchor="ctr"/>
          <a:lstStyle/>
          <a:p>
            <a:pPr marL="0" indent="0">
              <a:buNone/>
            </a:pPr>
            <a:r>
              <a:rPr lang="en-US" sz="2400" b="1" dirty="0">
                <a:solidFill>
                  <a:srgbClr val="0E7490"/>
                </a:solidFill>
              </a:rPr>
              <a:t>Flat model</a:t>
            </a:r>
            <a:endParaRPr lang="en-US" sz="2400" dirty="0"/>
          </a:p>
        </p:txBody>
      </p:sp>
      <p:sp>
        <p:nvSpPr>
          <p:cNvPr id="18" name="Shape 7">
            <a:extLst>
              <a:ext uri="{FF2B5EF4-FFF2-40B4-BE49-F238E27FC236}">
                <a16:creationId xmlns:a16="http://schemas.microsoft.com/office/drawing/2014/main" id="{415BD721-55DE-C564-43C4-CE51E7E8DF01}"/>
              </a:ext>
            </a:extLst>
          </p:cNvPr>
          <p:cNvSpPr/>
          <p:nvPr/>
        </p:nvSpPr>
        <p:spPr>
          <a:xfrm>
            <a:off x="1219200" y="32720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19" name="Text 8">
            <a:extLst>
              <a:ext uri="{FF2B5EF4-FFF2-40B4-BE49-F238E27FC236}">
                <a16:creationId xmlns:a16="http://schemas.microsoft.com/office/drawing/2014/main" id="{58DE959E-386A-73E6-2AEB-D1458F0BB102}"/>
              </a:ext>
            </a:extLst>
          </p:cNvPr>
          <p:cNvSpPr/>
          <p:nvPr/>
        </p:nvSpPr>
        <p:spPr>
          <a:xfrm>
            <a:off x="1447800" y="3284220"/>
            <a:ext cx="2926080" cy="384048"/>
          </a:xfrm>
          <a:prstGeom prst="rect">
            <a:avLst/>
          </a:prstGeom>
          <a:noFill/>
          <a:ln/>
        </p:spPr>
        <p:txBody>
          <a:bodyPr wrap="square" lIns="0" tIns="0" rIns="0" bIns="0" rtlCol="0" anchor="ctr"/>
          <a:lstStyle/>
          <a:p>
            <a:pPr marL="0" indent="0">
              <a:buNone/>
            </a:pPr>
            <a:r>
              <a:rPr lang="en-US" dirty="0">
                <a:solidFill>
                  <a:srgbClr val="0F172A"/>
                </a:solidFill>
              </a:rPr>
              <a:t>Best default for scale, reuse, and predictable filtering</a:t>
            </a:r>
            <a:endParaRPr lang="en-US" dirty="0"/>
          </a:p>
        </p:txBody>
      </p:sp>
      <p:sp>
        <p:nvSpPr>
          <p:cNvPr id="20" name="Shape 9">
            <a:extLst>
              <a:ext uri="{FF2B5EF4-FFF2-40B4-BE49-F238E27FC236}">
                <a16:creationId xmlns:a16="http://schemas.microsoft.com/office/drawing/2014/main" id="{9D09E966-0537-0F94-D4B1-8BDB2B81B72B}"/>
              </a:ext>
            </a:extLst>
          </p:cNvPr>
          <p:cNvSpPr/>
          <p:nvPr/>
        </p:nvSpPr>
        <p:spPr>
          <a:xfrm>
            <a:off x="1219200" y="38816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1" name="Text 10">
            <a:extLst>
              <a:ext uri="{FF2B5EF4-FFF2-40B4-BE49-F238E27FC236}">
                <a16:creationId xmlns:a16="http://schemas.microsoft.com/office/drawing/2014/main" id="{800B86D8-3F2A-B18D-DC0A-70B61C11445A}"/>
              </a:ext>
            </a:extLst>
          </p:cNvPr>
          <p:cNvSpPr/>
          <p:nvPr/>
        </p:nvSpPr>
        <p:spPr>
          <a:xfrm>
            <a:off x="1447800" y="4015740"/>
            <a:ext cx="2926080" cy="384048"/>
          </a:xfrm>
          <a:prstGeom prst="rect">
            <a:avLst/>
          </a:prstGeom>
          <a:noFill/>
          <a:ln/>
        </p:spPr>
        <p:txBody>
          <a:bodyPr wrap="square" lIns="0" tIns="0" rIns="0" bIns="0" rtlCol="0" anchor="ctr"/>
          <a:lstStyle/>
          <a:p>
            <a:pPr marL="0" indent="0">
              <a:buNone/>
            </a:pPr>
            <a:r>
              <a:rPr lang="en-US" dirty="0">
                <a:solidFill>
                  <a:srgbClr val="0F172A"/>
                </a:solidFill>
              </a:rPr>
              <a:t>Cleanest DAX because dimensions filter and facts summarize</a:t>
            </a:r>
            <a:endParaRPr lang="en-US" dirty="0"/>
          </a:p>
        </p:txBody>
      </p:sp>
      <p:sp>
        <p:nvSpPr>
          <p:cNvPr id="22" name="Shape 11">
            <a:extLst>
              <a:ext uri="{FF2B5EF4-FFF2-40B4-BE49-F238E27FC236}">
                <a16:creationId xmlns:a16="http://schemas.microsoft.com/office/drawing/2014/main" id="{63797730-0ED2-7025-667B-F97B42D6E6B5}"/>
              </a:ext>
            </a:extLst>
          </p:cNvPr>
          <p:cNvSpPr/>
          <p:nvPr/>
        </p:nvSpPr>
        <p:spPr>
          <a:xfrm>
            <a:off x="1219200" y="47625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3" name="Text 12">
            <a:extLst>
              <a:ext uri="{FF2B5EF4-FFF2-40B4-BE49-F238E27FC236}">
                <a16:creationId xmlns:a16="http://schemas.microsoft.com/office/drawing/2014/main" id="{7DB812D6-769C-4B35-AF25-91C4DB23BF76}"/>
              </a:ext>
            </a:extLst>
          </p:cNvPr>
          <p:cNvSpPr/>
          <p:nvPr/>
        </p:nvSpPr>
        <p:spPr>
          <a:xfrm>
            <a:off x="1447800" y="4747260"/>
            <a:ext cx="2926080" cy="384048"/>
          </a:xfrm>
          <a:prstGeom prst="rect">
            <a:avLst/>
          </a:prstGeom>
          <a:noFill/>
          <a:ln/>
        </p:spPr>
        <p:txBody>
          <a:bodyPr wrap="square" lIns="0" tIns="0" rIns="0" bIns="0" rtlCol="0" anchor="ctr"/>
          <a:lstStyle/>
          <a:p>
            <a:pPr marL="0" indent="0">
              <a:buNone/>
            </a:pPr>
            <a:r>
              <a:rPr lang="en-US" dirty="0">
                <a:solidFill>
                  <a:srgbClr val="0F172A"/>
                </a:solidFill>
              </a:rPr>
              <a:t>Easiest to govern as row counts and users grow</a:t>
            </a:r>
            <a:endParaRPr lang="en-US" dirty="0"/>
          </a:p>
        </p:txBody>
      </p:sp>
      <p:sp>
        <p:nvSpPr>
          <p:cNvPr id="24" name="Shape 13">
            <a:extLst>
              <a:ext uri="{FF2B5EF4-FFF2-40B4-BE49-F238E27FC236}">
                <a16:creationId xmlns:a16="http://schemas.microsoft.com/office/drawing/2014/main" id="{A1394250-FA71-E217-BCAD-54045F45B124}"/>
              </a:ext>
            </a:extLst>
          </p:cNvPr>
          <p:cNvSpPr/>
          <p:nvPr/>
        </p:nvSpPr>
        <p:spPr>
          <a:xfrm>
            <a:off x="5041392" y="32720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5" name="Text 14">
            <a:extLst>
              <a:ext uri="{FF2B5EF4-FFF2-40B4-BE49-F238E27FC236}">
                <a16:creationId xmlns:a16="http://schemas.microsoft.com/office/drawing/2014/main" id="{A6DA3876-763B-4144-D39D-9B9F60FEF5DF}"/>
              </a:ext>
            </a:extLst>
          </p:cNvPr>
          <p:cNvSpPr/>
          <p:nvPr/>
        </p:nvSpPr>
        <p:spPr>
          <a:xfrm>
            <a:off x="5269992" y="3284220"/>
            <a:ext cx="2834640" cy="384048"/>
          </a:xfrm>
          <a:prstGeom prst="rect">
            <a:avLst/>
          </a:prstGeom>
          <a:noFill/>
          <a:ln/>
        </p:spPr>
        <p:txBody>
          <a:bodyPr wrap="square" lIns="0" tIns="0" rIns="0" bIns="0" rtlCol="0" anchor="ctr"/>
          <a:lstStyle/>
          <a:p>
            <a:pPr marL="0" indent="0">
              <a:buNone/>
            </a:pPr>
            <a:r>
              <a:rPr lang="en-US" dirty="0">
                <a:solidFill>
                  <a:srgbClr val="0F172A"/>
                </a:solidFill>
              </a:rPr>
              <a:t>Can feel quick early when the model is small</a:t>
            </a:r>
            <a:endParaRPr lang="en-US" dirty="0"/>
          </a:p>
        </p:txBody>
      </p:sp>
      <p:sp>
        <p:nvSpPr>
          <p:cNvPr id="26" name="Shape 15">
            <a:extLst>
              <a:ext uri="{FF2B5EF4-FFF2-40B4-BE49-F238E27FC236}">
                <a16:creationId xmlns:a16="http://schemas.microsoft.com/office/drawing/2014/main" id="{A13C24AD-194F-D358-C558-3FE7E61BB936}"/>
              </a:ext>
            </a:extLst>
          </p:cNvPr>
          <p:cNvSpPr/>
          <p:nvPr/>
        </p:nvSpPr>
        <p:spPr>
          <a:xfrm>
            <a:off x="5041392" y="40340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7" name="Text 16">
            <a:extLst>
              <a:ext uri="{FF2B5EF4-FFF2-40B4-BE49-F238E27FC236}">
                <a16:creationId xmlns:a16="http://schemas.microsoft.com/office/drawing/2014/main" id="{FB2B6D6F-70DD-D44A-38AE-DEB45F114B9C}"/>
              </a:ext>
            </a:extLst>
          </p:cNvPr>
          <p:cNvSpPr/>
          <p:nvPr/>
        </p:nvSpPr>
        <p:spPr>
          <a:xfrm>
            <a:off x="5269992" y="4015740"/>
            <a:ext cx="2834640" cy="384048"/>
          </a:xfrm>
          <a:prstGeom prst="rect">
            <a:avLst/>
          </a:prstGeom>
          <a:noFill/>
          <a:ln/>
        </p:spPr>
        <p:txBody>
          <a:bodyPr wrap="square" lIns="0" tIns="0" rIns="0" bIns="0" rtlCol="0" anchor="ctr"/>
          <a:lstStyle/>
          <a:p>
            <a:pPr marL="0" indent="0">
              <a:buNone/>
            </a:pPr>
            <a:r>
              <a:rPr lang="en-US" dirty="0">
                <a:solidFill>
                  <a:srgbClr val="0F172A"/>
                </a:solidFill>
              </a:rPr>
              <a:t>Repeated attributes increase size and maintenance pain</a:t>
            </a:r>
            <a:endParaRPr lang="en-US" dirty="0"/>
          </a:p>
        </p:txBody>
      </p:sp>
      <p:sp>
        <p:nvSpPr>
          <p:cNvPr id="28" name="Shape 17">
            <a:extLst>
              <a:ext uri="{FF2B5EF4-FFF2-40B4-BE49-F238E27FC236}">
                <a16:creationId xmlns:a16="http://schemas.microsoft.com/office/drawing/2014/main" id="{865FE664-D94D-678C-59D1-A37AAED88986}"/>
              </a:ext>
            </a:extLst>
          </p:cNvPr>
          <p:cNvSpPr/>
          <p:nvPr/>
        </p:nvSpPr>
        <p:spPr>
          <a:xfrm>
            <a:off x="5041392" y="47625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9" name="Text 18">
            <a:extLst>
              <a:ext uri="{FF2B5EF4-FFF2-40B4-BE49-F238E27FC236}">
                <a16:creationId xmlns:a16="http://schemas.microsoft.com/office/drawing/2014/main" id="{47B93FF6-8708-F5CB-D8CB-D23C06A2BC4B}"/>
              </a:ext>
            </a:extLst>
          </p:cNvPr>
          <p:cNvSpPr/>
          <p:nvPr/>
        </p:nvSpPr>
        <p:spPr>
          <a:xfrm>
            <a:off x="5269992" y="4747260"/>
            <a:ext cx="2834640" cy="384048"/>
          </a:xfrm>
          <a:prstGeom prst="rect">
            <a:avLst/>
          </a:prstGeom>
          <a:noFill/>
          <a:ln/>
        </p:spPr>
        <p:txBody>
          <a:bodyPr wrap="square" lIns="0" tIns="0" rIns="0" bIns="0" rtlCol="0" anchor="ctr"/>
          <a:lstStyle/>
          <a:p>
            <a:pPr marL="0" indent="0">
              <a:buNone/>
            </a:pPr>
            <a:r>
              <a:rPr lang="en-US" dirty="0">
                <a:solidFill>
                  <a:srgbClr val="0F172A"/>
                </a:solidFill>
              </a:rPr>
              <a:t>Usually gets harder to evolve as logic and concurrency rise</a:t>
            </a:r>
            <a:endParaRPr lang="en-US" dirty="0"/>
          </a:p>
        </p:txBody>
      </p:sp>
      <p:pic>
        <p:nvPicPr>
          <p:cNvPr id="36" name="Image 0" descr="/mnt/data/star-schema.png">
            <a:extLst>
              <a:ext uri="{FF2B5EF4-FFF2-40B4-BE49-F238E27FC236}">
                <a16:creationId xmlns:a16="http://schemas.microsoft.com/office/drawing/2014/main" id="{07F53423-67DF-7968-E317-E74D5CE944A5}"/>
              </a:ext>
            </a:extLst>
          </p:cNvPr>
          <p:cNvPicPr>
            <a:picLocks noChangeAspect="1"/>
          </p:cNvPicPr>
          <p:nvPr/>
        </p:nvPicPr>
        <p:blipFill>
          <a:blip r:embed="rId2"/>
          <a:stretch>
            <a:fillRect/>
          </a:stretch>
        </p:blipFill>
        <p:spPr>
          <a:xfrm>
            <a:off x="1542752" y="5266115"/>
            <a:ext cx="2391002" cy="1797375"/>
          </a:xfrm>
          <a:prstGeom prst="rect">
            <a:avLst/>
          </a:prstGeom>
        </p:spPr>
      </p:pic>
      <p:sp>
        <p:nvSpPr>
          <p:cNvPr id="37" name="Text 25">
            <a:extLst>
              <a:ext uri="{FF2B5EF4-FFF2-40B4-BE49-F238E27FC236}">
                <a16:creationId xmlns:a16="http://schemas.microsoft.com/office/drawing/2014/main" id="{3CC6DB03-8443-9407-3388-B97231A3B982}"/>
              </a:ext>
            </a:extLst>
          </p:cNvPr>
          <p:cNvSpPr/>
          <p:nvPr/>
        </p:nvSpPr>
        <p:spPr>
          <a:xfrm>
            <a:off x="1066800" y="7216139"/>
            <a:ext cx="15544800" cy="1432558"/>
          </a:xfrm>
          <a:prstGeom prst="rect">
            <a:avLst/>
          </a:prstGeom>
          <a:noFill/>
          <a:ln/>
        </p:spPr>
        <p:txBody>
          <a:bodyPr wrap="square" rtlCol="0" anchor="ctr"/>
          <a:lstStyle/>
          <a:p>
            <a:pPr marL="0" indent="0">
              <a:buNone/>
            </a:pPr>
            <a:r>
              <a:rPr lang="en-US" sz="2000" b="1" dirty="0">
                <a:solidFill>
                  <a:schemeClr val="bg1"/>
                </a:solidFill>
              </a:rPr>
              <a:t>Bottom line: </a:t>
            </a:r>
          </a:p>
          <a:p>
            <a:pPr marL="342900" indent="-342900">
              <a:buFont typeface="Arial" panose="020B0604020202020204" pitchFamily="34" charset="0"/>
              <a:buChar char="•"/>
            </a:pPr>
            <a:r>
              <a:rPr lang="en-US" sz="2000" b="1" dirty="0">
                <a:solidFill>
                  <a:schemeClr val="bg1"/>
                </a:solidFill>
              </a:rPr>
              <a:t>Star schema is the safest foundation for good performance. </a:t>
            </a:r>
          </a:p>
        </p:txBody>
      </p:sp>
    </p:spTree>
    <p:extLst>
      <p:ext uri="{BB962C8B-B14F-4D97-AF65-F5344CB8AC3E}">
        <p14:creationId xmlns:p14="http://schemas.microsoft.com/office/powerpoint/2010/main" val="3698820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2DABA2A-640A-48FE-816B-D4C0B069001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02C6BDB-BA0D-28BE-5123-F43D2825CB52}"/>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F2C8C094-CD4A-2CD5-A7E3-AB236B758F8A}"/>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FCCEFAE1-2610-3A84-5D83-F3B2084F6421}"/>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577EC98D-B434-8421-6B9C-84105E8F0B28}"/>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A0BB6F6E-FC58-E9EF-C4EF-B28657A4A79E}"/>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2B28A3DA-3269-BA37-0610-71F2729E9F98}"/>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4BBAC6C6-D978-5B8D-C85E-E41E486B820C}"/>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7C95445D-BBA5-EAF5-8C61-236A63A0A4D4}"/>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13491100-9206-88D5-BA04-F593B3137257}"/>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31</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2E3DBC71-104F-BB06-23F7-E7BD958264BE}"/>
              </a:ext>
            </a:extLst>
          </p:cNvPr>
          <p:cNvSpPr/>
          <p:nvPr/>
        </p:nvSpPr>
        <p:spPr>
          <a:xfrm>
            <a:off x="975360" y="1824228"/>
            <a:ext cx="938784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VertiPaq compression: why cardinality matters</a:t>
            </a:r>
            <a:endParaRPr lang="en-US" sz="3600" dirty="0">
              <a:solidFill>
                <a:schemeClr val="bg1"/>
              </a:solidFill>
            </a:endParaRPr>
          </a:p>
        </p:txBody>
      </p:sp>
      <p:sp>
        <p:nvSpPr>
          <p:cNvPr id="12" name="Shape 1">
            <a:extLst>
              <a:ext uri="{FF2B5EF4-FFF2-40B4-BE49-F238E27FC236}">
                <a16:creationId xmlns:a16="http://schemas.microsoft.com/office/drawing/2014/main" id="{A9494E68-6D49-A8B6-4675-FB3B5C17D5BF}"/>
              </a:ext>
            </a:extLst>
          </p:cNvPr>
          <p:cNvSpPr/>
          <p:nvPr/>
        </p:nvSpPr>
        <p:spPr>
          <a:xfrm>
            <a:off x="1085088" y="2857500"/>
            <a:ext cx="4572000" cy="4480560"/>
          </a:xfrm>
          <a:prstGeom prst="roundRect">
            <a:avLst>
              <a:gd name="adj" fmla="val 1429"/>
            </a:avLst>
          </a:prstGeom>
          <a:solidFill>
            <a:srgbClr val="FFFFFF"/>
          </a:solidFill>
          <a:ln w="12700">
            <a:solidFill>
              <a:srgbClr val="D7DEE6"/>
            </a:solidFill>
            <a:prstDash val="solid"/>
          </a:ln>
        </p:spPr>
        <p:txBody>
          <a:bodyPr/>
          <a:lstStyle/>
          <a:p>
            <a:endParaRPr lang="en-US"/>
          </a:p>
        </p:txBody>
      </p:sp>
      <p:sp>
        <p:nvSpPr>
          <p:cNvPr id="13" name="Text 2">
            <a:extLst>
              <a:ext uri="{FF2B5EF4-FFF2-40B4-BE49-F238E27FC236}">
                <a16:creationId xmlns:a16="http://schemas.microsoft.com/office/drawing/2014/main" id="{94E4A3A1-6F6C-F139-4E8F-CF8397D6715E}"/>
              </a:ext>
            </a:extLst>
          </p:cNvPr>
          <p:cNvSpPr/>
          <p:nvPr/>
        </p:nvSpPr>
        <p:spPr>
          <a:xfrm>
            <a:off x="1341120" y="3177540"/>
            <a:ext cx="3977640" cy="274320"/>
          </a:xfrm>
          <a:prstGeom prst="rect">
            <a:avLst/>
          </a:prstGeom>
          <a:noFill/>
          <a:ln/>
        </p:spPr>
        <p:txBody>
          <a:bodyPr wrap="square" rtlCol="0" anchor="ctr"/>
          <a:lstStyle/>
          <a:p>
            <a:pPr marL="0" indent="0">
              <a:buNone/>
            </a:pPr>
            <a:r>
              <a:rPr lang="en-US" sz="2000" b="1" dirty="0">
                <a:solidFill>
                  <a:srgbClr val="0F172A"/>
                </a:solidFill>
              </a:rPr>
              <a:t>Columns that usually cost the most</a:t>
            </a:r>
            <a:endParaRPr lang="en-US" sz="2000" dirty="0"/>
          </a:p>
        </p:txBody>
      </p:sp>
      <p:sp>
        <p:nvSpPr>
          <p:cNvPr id="14" name="Shape 3">
            <a:extLst>
              <a:ext uri="{FF2B5EF4-FFF2-40B4-BE49-F238E27FC236}">
                <a16:creationId xmlns:a16="http://schemas.microsoft.com/office/drawing/2014/main" id="{5F8571AA-A16A-46AC-E752-BCFB8DC3A0D3}"/>
              </a:ext>
            </a:extLst>
          </p:cNvPr>
          <p:cNvSpPr/>
          <p:nvPr/>
        </p:nvSpPr>
        <p:spPr>
          <a:xfrm>
            <a:off x="1341120" y="3634740"/>
            <a:ext cx="3977640" cy="502920"/>
          </a:xfrm>
          <a:prstGeom prst="roundRect">
            <a:avLst>
              <a:gd name="adj" fmla="val 5455"/>
            </a:avLst>
          </a:prstGeom>
          <a:solidFill>
            <a:srgbClr val="F0FDFA"/>
          </a:solidFill>
          <a:ln w="12700">
            <a:solidFill>
              <a:srgbClr val="E2E8F0"/>
            </a:solidFill>
            <a:prstDash val="solid"/>
          </a:ln>
        </p:spPr>
        <p:txBody>
          <a:bodyPr/>
          <a:lstStyle/>
          <a:p>
            <a:endParaRPr lang="en-US"/>
          </a:p>
        </p:txBody>
      </p:sp>
      <p:sp>
        <p:nvSpPr>
          <p:cNvPr id="15" name="Text 4">
            <a:extLst>
              <a:ext uri="{FF2B5EF4-FFF2-40B4-BE49-F238E27FC236}">
                <a16:creationId xmlns:a16="http://schemas.microsoft.com/office/drawing/2014/main" id="{A28BBA7A-3760-3F1B-02D7-0C6D6D9DA6F0}"/>
              </a:ext>
            </a:extLst>
          </p:cNvPr>
          <p:cNvSpPr/>
          <p:nvPr/>
        </p:nvSpPr>
        <p:spPr>
          <a:xfrm>
            <a:off x="1450848" y="3790188"/>
            <a:ext cx="1600200" cy="164592"/>
          </a:xfrm>
          <a:prstGeom prst="rect">
            <a:avLst/>
          </a:prstGeom>
          <a:noFill/>
          <a:ln/>
        </p:spPr>
        <p:txBody>
          <a:bodyPr wrap="square" rtlCol="0" anchor="ctr"/>
          <a:lstStyle/>
          <a:p>
            <a:pPr marL="0" indent="0">
              <a:buNone/>
            </a:pPr>
            <a:r>
              <a:rPr lang="en-US" sz="1600" b="1" dirty="0">
                <a:solidFill>
                  <a:srgbClr val="0F172A"/>
                </a:solidFill>
              </a:rPr>
              <a:t>GUID / transaction ID</a:t>
            </a:r>
            <a:endParaRPr lang="en-US" sz="1600" dirty="0"/>
          </a:p>
        </p:txBody>
      </p:sp>
      <p:sp>
        <p:nvSpPr>
          <p:cNvPr id="16" name="Text 5">
            <a:extLst>
              <a:ext uri="{FF2B5EF4-FFF2-40B4-BE49-F238E27FC236}">
                <a16:creationId xmlns:a16="http://schemas.microsoft.com/office/drawing/2014/main" id="{C662C715-F01E-F6A4-F8C7-1D8E2C2A3DF4}"/>
              </a:ext>
            </a:extLst>
          </p:cNvPr>
          <p:cNvSpPr/>
          <p:nvPr/>
        </p:nvSpPr>
        <p:spPr>
          <a:xfrm>
            <a:off x="3124200" y="3771900"/>
            <a:ext cx="1920240" cy="164592"/>
          </a:xfrm>
          <a:prstGeom prst="rect">
            <a:avLst/>
          </a:prstGeom>
          <a:noFill/>
          <a:ln/>
        </p:spPr>
        <p:txBody>
          <a:bodyPr wrap="square" rtlCol="0" anchor="ctr"/>
          <a:lstStyle/>
          <a:p>
            <a:pPr marL="0" indent="0">
              <a:buNone/>
            </a:pPr>
            <a:r>
              <a:rPr lang="en-US" sz="1600" dirty="0">
                <a:solidFill>
                  <a:srgbClr val="475569"/>
                </a:solidFill>
              </a:rPr>
              <a:t>Very high cardinality, weak compression</a:t>
            </a:r>
            <a:endParaRPr lang="en-US" sz="1600" dirty="0"/>
          </a:p>
        </p:txBody>
      </p:sp>
      <p:sp>
        <p:nvSpPr>
          <p:cNvPr id="17" name="Shape 6">
            <a:extLst>
              <a:ext uri="{FF2B5EF4-FFF2-40B4-BE49-F238E27FC236}">
                <a16:creationId xmlns:a16="http://schemas.microsoft.com/office/drawing/2014/main" id="{A247D603-A6C2-D1E7-8946-217BEF198528}"/>
              </a:ext>
            </a:extLst>
          </p:cNvPr>
          <p:cNvSpPr/>
          <p:nvPr/>
        </p:nvSpPr>
        <p:spPr>
          <a:xfrm>
            <a:off x="1341120" y="4274820"/>
            <a:ext cx="3977640" cy="502920"/>
          </a:xfrm>
          <a:prstGeom prst="roundRect">
            <a:avLst>
              <a:gd name="adj" fmla="val 5455"/>
            </a:avLst>
          </a:prstGeom>
          <a:solidFill>
            <a:srgbClr val="F8FAFC"/>
          </a:solidFill>
          <a:ln w="12700">
            <a:solidFill>
              <a:srgbClr val="E2E8F0"/>
            </a:solidFill>
            <a:prstDash val="solid"/>
          </a:ln>
        </p:spPr>
        <p:txBody>
          <a:bodyPr/>
          <a:lstStyle/>
          <a:p>
            <a:endParaRPr lang="en-US"/>
          </a:p>
        </p:txBody>
      </p:sp>
      <p:sp>
        <p:nvSpPr>
          <p:cNvPr id="18" name="Text 7">
            <a:extLst>
              <a:ext uri="{FF2B5EF4-FFF2-40B4-BE49-F238E27FC236}">
                <a16:creationId xmlns:a16="http://schemas.microsoft.com/office/drawing/2014/main" id="{8A6F97A0-C317-8DEB-587D-5CB8EED5DDB7}"/>
              </a:ext>
            </a:extLst>
          </p:cNvPr>
          <p:cNvSpPr/>
          <p:nvPr/>
        </p:nvSpPr>
        <p:spPr>
          <a:xfrm>
            <a:off x="1450848" y="4430268"/>
            <a:ext cx="1600200" cy="164592"/>
          </a:xfrm>
          <a:prstGeom prst="rect">
            <a:avLst/>
          </a:prstGeom>
          <a:noFill/>
          <a:ln/>
        </p:spPr>
        <p:txBody>
          <a:bodyPr wrap="square" rtlCol="0" anchor="ctr"/>
          <a:lstStyle/>
          <a:p>
            <a:pPr marL="0" indent="0">
              <a:buNone/>
            </a:pPr>
            <a:r>
              <a:rPr lang="en-US" sz="1600" b="1" dirty="0">
                <a:solidFill>
                  <a:srgbClr val="0F172A"/>
                </a:solidFill>
              </a:rPr>
              <a:t>Free-text description</a:t>
            </a:r>
            <a:endParaRPr lang="en-US" sz="1600" dirty="0"/>
          </a:p>
        </p:txBody>
      </p:sp>
      <p:sp>
        <p:nvSpPr>
          <p:cNvPr id="19" name="Text 8">
            <a:extLst>
              <a:ext uri="{FF2B5EF4-FFF2-40B4-BE49-F238E27FC236}">
                <a16:creationId xmlns:a16="http://schemas.microsoft.com/office/drawing/2014/main" id="{1BCE4ED9-7724-0398-3BDD-129A84859B5B}"/>
              </a:ext>
            </a:extLst>
          </p:cNvPr>
          <p:cNvSpPr/>
          <p:nvPr/>
        </p:nvSpPr>
        <p:spPr>
          <a:xfrm>
            <a:off x="3124200" y="4445508"/>
            <a:ext cx="1920240" cy="164592"/>
          </a:xfrm>
          <a:prstGeom prst="rect">
            <a:avLst/>
          </a:prstGeom>
          <a:noFill/>
          <a:ln/>
        </p:spPr>
        <p:txBody>
          <a:bodyPr wrap="square" rtlCol="0" anchor="ctr"/>
          <a:lstStyle/>
          <a:p>
            <a:pPr marL="0" indent="0">
              <a:buNone/>
            </a:pPr>
            <a:r>
              <a:rPr lang="en-US" sz="1600" dirty="0">
                <a:solidFill>
                  <a:srgbClr val="475569"/>
                </a:solidFill>
              </a:rPr>
              <a:t>Large dictionaries, low reuse</a:t>
            </a:r>
            <a:endParaRPr lang="en-US" sz="1600" dirty="0"/>
          </a:p>
        </p:txBody>
      </p:sp>
      <p:sp>
        <p:nvSpPr>
          <p:cNvPr id="20" name="Shape 9">
            <a:extLst>
              <a:ext uri="{FF2B5EF4-FFF2-40B4-BE49-F238E27FC236}">
                <a16:creationId xmlns:a16="http://schemas.microsoft.com/office/drawing/2014/main" id="{73D2EF87-28A6-8F3E-D550-B697C285831B}"/>
              </a:ext>
            </a:extLst>
          </p:cNvPr>
          <p:cNvSpPr/>
          <p:nvPr/>
        </p:nvSpPr>
        <p:spPr>
          <a:xfrm>
            <a:off x="1341120" y="4914900"/>
            <a:ext cx="3977640" cy="502920"/>
          </a:xfrm>
          <a:prstGeom prst="roundRect">
            <a:avLst>
              <a:gd name="adj" fmla="val 5455"/>
            </a:avLst>
          </a:prstGeom>
          <a:solidFill>
            <a:srgbClr val="F0FDFA"/>
          </a:solidFill>
          <a:ln w="12700">
            <a:solidFill>
              <a:srgbClr val="E2E8F0"/>
            </a:solidFill>
            <a:prstDash val="solid"/>
          </a:ln>
        </p:spPr>
        <p:txBody>
          <a:bodyPr/>
          <a:lstStyle/>
          <a:p>
            <a:endParaRPr lang="en-US"/>
          </a:p>
        </p:txBody>
      </p:sp>
      <p:sp>
        <p:nvSpPr>
          <p:cNvPr id="21" name="Text 10">
            <a:extLst>
              <a:ext uri="{FF2B5EF4-FFF2-40B4-BE49-F238E27FC236}">
                <a16:creationId xmlns:a16="http://schemas.microsoft.com/office/drawing/2014/main" id="{9FE70AF4-2441-C149-9B91-480B0C7403AE}"/>
              </a:ext>
            </a:extLst>
          </p:cNvPr>
          <p:cNvSpPr/>
          <p:nvPr/>
        </p:nvSpPr>
        <p:spPr>
          <a:xfrm>
            <a:off x="1450848" y="5070348"/>
            <a:ext cx="1600200" cy="164592"/>
          </a:xfrm>
          <a:prstGeom prst="rect">
            <a:avLst/>
          </a:prstGeom>
          <a:noFill/>
          <a:ln/>
        </p:spPr>
        <p:txBody>
          <a:bodyPr wrap="square" rtlCol="0" anchor="ctr"/>
          <a:lstStyle/>
          <a:p>
            <a:pPr marL="0" indent="0">
              <a:buNone/>
            </a:pPr>
            <a:r>
              <a:rPr lang="en-US" sz="1600" b="1" dirty="0">
                <a:solidFill>
                  <a:srgbClr val="0F172A"/>
                </a:solidFill>
              </a:rPr>
              <a:t>Precise timestamps</a:t>
            </a:r>
            <a:endParaRPr lang="en-US" sz="1600" dirty="0"/>
          </a:p>
        </p:txBody>
      </p:sp>
      <p:sp>
        <p:nvSpPr>
          <p:cNvPr id="22" name="Text 11">
            <a:extLst>
              <a:ext uri="{FF2B5EF4-FFF2-40B4-BE49-F238E27FC236}">
                <a16:creationId xmlns:a16="http://schemas.microsoft.com/office/drawing/2014/main" id="{E04A245D-F3C2-A2BB-C871-B60BC8305911}"/>
              </a:ext>
            </a:extLst>
          </p:cNvPr>
          <p:cNvSpPr/>
          <p:nvPr/>
        </p:nvSpPr>
        <p:spPr>
          <a:xfrm>
            <a:off x="3124200" y="5055108"/>
            <a:ext cx="1920240" cy="164592"/>
          </a:xfrm>
          <a:prstGeom prst="rect">
            <a:avLst/>
          </a:prstGeom>
          <a:noFill/>
          <a:ln/>
        </p:spPr>
        <p:txBody>
          <a:bodyPr wrap="square" rtlCol="0" anchor="ctr"/>
          <a:lstStyle/>
          <a:p>
            <a:pPr marL="0" indent="0">
              <a:buNone/>
            </a:pPr>
            <a:r>
              <a:rPr lang="en-US" sz="1600" dirty="0">
                <a:solidFill>
                  <a:srgbClr val="475569"/>
                </a:solidFill>
              </a:rPr>
              <a:t>Near-unique values per row</a:t>
            </a:r>
            <a:endParaRPr lang="en-US" sz="1600" dirty="0"/>
          </a:p>
        </p:txBody>
      </p:sp>
      <p:sp>
        <p:nvSpPr>
          <p:cNvPr id="23" name="Shape 12">
            <a:extLst>
              <a:ext uri="{FF2B5EF4-FFF2-40B4-BE49-F238E27FC236}">
                <a16:creationId xmlns:a16="http://schemas.microsoft.com/office/drawing/2014/main" id="{6D24919C-096E-CACE-59CE-2715F5833AA4}"/>
              </a:ext>
            </a:extLst>
          </p:cNvPr>
          <p:cNvSpPr/>
          <p:nvPr/>
        </p:nvSpPr>
        <p:spPr>
          <a:xfrm>
            <a:off x="1341120" y="5554980"/>
            <a:ext cx="3977640" cy="502920"/>
          </a:xfrm>
          <a:prstGeom prst="roundRect">
            <a:avLst>
              <a:gd name="adj" fmla="val 5455"/>
            </a:avLst>
          </a:prstGeom>
          <a:solidFill>
            <a:srgbClr val="F8FAFC"/>
          </a:solidFill>
          <a:ln w="12700">
            <a:solidFill>
              <a:srgbClr val="E2E8F0"/>
            </a:solidFill>
            <a:prstDash val="solid"/>
          </a:ln>
        </p:spPr>
        <p:txBody>
          <a:bodyPr/>
          <a:lstStyle/>
          <a:p>
            <a:endParaRPr lang="en-US"/>
          </a:p>
        </p:txBody>
      </p:sp>
      <p:sp>
        <p:nvSpPr>
          <p:cNvPr id="24" name="Text 13">
            <a:extLst>
              <a:ext uri="{FF2B5EF4-FFF2-40B4-BE49-F238E27FC236}">
                <a16:creationId xmlns:a16="http://schemas.microsoft.com/office/drawing/2014/main" id="{A1001AF9-613D-F29F-9543-BB6259364CEB}"/>
              </a:ext>
            </a:extLst>
          </p:cNvPr>
          <p:cNvSpPr/>
          <p:nvPr/>
        </p:nvSpPr>
        <p:spPr>
          <a:xfrm>
            <a:off x="1450848" y="5740908"/>
            <a:ext cx="1600200" cy="164592"/>
          </a:xfrm>
          <a:prstGeom prst="rect">
            <a:avLst/>
          </a:prstGeom>
          <a:noFill/>
          <a:ln/>
        </p:spPr>
        <p:txBody>
          <a:bodyPr wrap="square" rtlCol="0" anchor="ctr"/>
          <a:lstStyle/>
          <a:p>
            <a:pPr marL="0" indent="0">
              <a:buNone/>
            </a:pPr>
            <a:r>
              <a:rPr lang="en-US" sz="1600" b="1" dirty="0">
                <a:solidFill>
                  <a:srgbClr val="0F172A"/>
                </a:solidFill>
              </a:rPr>
              <a:t>Repeated text in facts</a:t>
            </a:r>
            <a:endParaRPr lang="en-US" sz="1600" dirty="0"/>
          </a:p>
        </p:txBody>
      </p:sp>
      <p:sp>
        <p:nvSpPr>
          <p:cNvPr id="25" name="Text 14">
            <a:extLst>
              <a:ext uri="{FF2B5EF4-FFF2-40B4-BE49-F238E27FC236}">
                <a16:creationId xmlns:a16="http://schemas.microsoft.com/office/drawing/2014/main" id="{6A1918DE-A817-7E06-42D4-2FA6FC1669B8}"/>
              </a:ext>
            </a:extLst>
          </p:cNvPr>
          <p:cNvSpPr/>
          <p:nvPr/>
        </p:nvSpPr>
        <p:spPr>
          <a:xfrm>
            <a:off x="3124200" y="5664708"/>
            <a:ext cx="2133600" cy="164592"/>
          </a:xfrm>
          <a:prstGeom prst="rect">
            <a:avLst/>
          </a:prstGeom>
          <a:noFill/>
          <a:ln/>
        </p:spPr>
        <p:txBody>
          <a:bodyPr wrap="square" rtlCol="0" anchor="ctr"/>
          <a:lstStyle/>
          <a:p>
            <a:pPr marL="0" indent="0">
              <a:buNone/>
            </a:pPr>
            <a:r>
              <a:rPr lang="en-US" sz="1600" dirty="0">
                <a:solidFill>
                  <a:srgbClr val="475569"/>
                </a:solidFill>
              </a:rPr>
              <a:t>Same business meaning stored many times</a:t>
            </a:r>
            <a:endParaRPr lang="en-US" sz="1600" dirty="0"/>
          </a:p>
        </p:txBody>
      </p:sp>
      <p:sp>
        <p:nvSpPr>
          <p:cNvPr id="26" name="Shape 15">
            <a:extLst>
              <a:ext uri="{FF2B5EF4-FFF2-40B4-BE49-F238E27FC236}">
                <a16:creationId xmlns:a16="http://schemas.microsoft.com/office/drawing/2014/main" id="{95E43CCB-596C-857C-DCE1-8E195649485B}"/>
              </a:ext>
            </a:extLst>
          </p:cNvPr>
          <p:cNvSpPr/>
          <p:nvPr/>
        </p:nvSpPr>
        <p:spPr>
          <a:xfrm>
            <a:off x="1341120" y="6195060"/>
            <a:ext cx="3977640" cy="502920"/>
          </a:xfrm>
          <a:prstGeom prst="roundRect">
            <a:avLst>
              <a:gd name="adj" fmla="val 5455"/>
            </a:avLst>
          </a:prstGeom>
          <a:solidFill>
            <a:srgbClr val="F0FDFA"/>
          </a:solidFill>
          <a:ln w="12700">
            <a:solidFill>
              <a:srgbClr val="E2E8F0"/>
            </a:solidFill>
            <a:prstDash val="solid"/>
          </a:ln>
        </p:spPr>
        <p:txBody>
          <a:bodyPr/>
          <a:lstStyle/>
          <a:p>
            <a:endParaRPr lang="en-US"/>
          </a:p>
        </p:txBody>
      </p:sp>
      <p:sp>
        <p:nvSpPr>
          <p:cNvPr id="27" name="Text 16">
            <a:extLst>
              <a:ext uri="{FF2B5EF4-FFF2-40B4-BE49-F238E27FC236}">
                <a16:creationId xmlns:a16="http://schemas.microsoft.com/office/drawing/2014/main" id="{CD0F0541-68E9-45A6-8514-F15D7039017D}"/>
              </a:ext>
            </a:extLst>
          </p:cNvPr>
          <p:cNvSpPr/>
          <p:nvPr/>
        </p:nvSpPr>
        <p:spPr>
          <a:xfrm>
            <a:off x="1450848" y="6350508"/>
            <a:ext cx="1600200" cy="164592"/>
          </a:xfrm>
          <a:prstGeom prst="rect">
            <a:avLst/>
          </a:prstGeom>
          <a:noFill/>
          <a:ln/>
        </p:spPr>
        <p:txBody>
          <a:bodyPr wrap="square" rtlCol="0" anchor="ctr"/>
          <a:lstStyle/>
          <a:p>
            <a:pPr marL="0" indent="0">
              <a:buNone/>
            </a:pPr>
            <a:r>
              <a:rPr lang="en-US" sz="1600" b="1" dirty="0">
                <a:solidFill>
                  <a:srgbClr val="0F172A"/>
                </a:solidFill>
              </a:rPr>
              <a:t>Unneeded calc columns</a:t>
            </a:r>
            <a:endParaRPr lang="en-US" sz="1600" dirty="0"/>
          </a:p>
        </p:txBody>
      </p:sp>
      <p:sp>
        <p:nvSpPr>
          <p:cNvPr id="28" name="Text 17">
            <a:extLst>
              <a:ext uri="{FF2B5EF4-FFF2-40B4-BE49-F238E27FC236}">
                <a16:creationId xmlns:a16="http://schemas.microsoft.com/office/drawing/2014/main" id="{DB43DADF-F7D9-226A-AC82-F8B22D29AF2A}"/>
              </a:ext>
            </a:extLst>
          </p:cNvPr>
          <p:cNvSpPr/>
          <p:nvPr/>
        </p:nvSpPr>
        <p:spPr>
          <a:xfrm>
            <a:off x="3124200" y="6350508"/>
            <a:ext cx="1920240" cy="164592"/>
          </a:xfrm>
          <a:prstGeom prst="rect">
            <a:avLst/>
          </a:prstGeom>
          <a:noFill/>
          <a:ln/>
        </p:spPr>
        <p:txBody>
          <a:bodyPr wrap="square" rtlCol="0" anchor="ctr"/>
          <a:lstStyle/>
          <a:p>
            <a:pPr marL="0" indent="0">
              <a:buNone/>
            </a:pPr>
            <a:r>
              <a:rPr lang="en-US" sz="1600" dirty="0">
                <a:solidFill>
                  <a:srgbClr val="475569"/>
                </a:solidFill>
              </a:rPr>
              <a:t>Extra storage with no query payoff</a:t>
            </a:r>
            <a:endParaRPr lang="en-US" sz="1600" dirty="0"/>
          </a:p>
        </p:txBody>
      </p:sp>
      <p:sp>
        <p:nvSpPr>
          <p:cNvPr id="29" name="Shape 18">
            <a:extLst>
              <a:ext uri="{FF2B5EF4-FFF2-40B4-BE49-F238E27FC236}">
                <a16:creationId xmlns:a16="http://schemas.microsoft.com/office/drawing/2014/main" id="{34C450FD-5647-7121-71FB-B9EB834DF35B}"/>
              </a:ext>
            </a:extLst>
          </p:cNvPr>
          <p:cNvSpPr/>
          <p:nvPr/>
        </p:nvSpPr>
        <p:spPr>
          <a:xfrm>
            <a:off x="5958840" y="2857500"/>
            <a:ext cx="5897880" cy="4480560"/>
          </a:xfrm>
          <a:prstGeom prst="roundRect">
            <a:avLst>
              <a:gd name="adj" fmla="val 1429"/>
            </a:avLst>
          </a:prstGeom>
          <a:solidFill>
            <a:srgbClr val="FFFFFF"/>
          </a:solidFill>
          <a:ln w="12700">
            <a:solidFill>
              <a:srgbClr val="D7DEE6"/>
            </a:solidFill>
            <a:prstDash val="solid"/>
          </a:ln>
        </p:spPr>
        <p:txBody>
          <a:bodyPr/>
          <a:lstStyle/>
          <a:p>
            <a:endParaRPr lang="en-US"/>
          </a:p>
        </p:txBody>
      </p:sp>
      <p:sp>
        <p:nvSpPr>
          <p:cNvPr id="30" name="Text 19">
            <a:extLst>
              <a:ext uri="{FF2B5EF4-FFF2-40B4-BE49-F238E27FC236}">
                <a16:creationId xmlns:a16="http://schemas.microsoft.com/office/drawing/2014/main" id="{D090E7F4-81DE-5C65-342E-2E76DF90AEA4}"/>
              </a:ext>
            </a:extLst>
          </p:cNvPr>
          <p:cNvSpPr/>
          <p:nvPr/>
        </p:nvSpPr>
        <p:spPr>
          <a:xfrm>
            <a:off x="6233160" y="3177540"/>
            <a:ext cx="3474720" cy="274320"/>
          </a:xfrm>
          <a:prstGeom prst="rect">
            <a:avLst/>
          </a:prstGeom>
          <a:noFill/>
          <a:ln/>
        </p:spPr>
        <p:txBody>
          <a:bodyPr wrap="square" rtlCol="0" anchor="ctr"/>
          <a:lstStyle/>
          <a:p>
            <a:pPr marL="0" indent="0">
              <a:buNone/>
            </a:pPr>
            <a:r>
              <a:rPr lang="en-US" sz="2000" b="1" dirty="0">
                <a:solidFill>
                  <a:srgbClr val="0F172A"/>
                </a:solidFill>
              </a:rPr>
              <a:t>Modeling moves that usually help</a:t>
            </a:r>
            <a:endParaRPr lang="en-US" sz="2000" dirty="0"/>
          </a:p>
        </p:txBody>
      </p:sp>
      <p:sp>
        <p:nvSpPr>
          <p:cNvPr id="31" name="Shape 20">
            <a:extLst>
              <a:ext uri="{FF2B5EF4-FFF2-40B4-BE49-F238E27FC236}">
                <a16:creationId xmlns:a16="http://schemas.microsoft.com/office/drawing/2014/main" id="{F5E2CC4C-94D9-8A9B-8EA5-123228DEC015}"/>
              </a:ext>
            </a:extLst>
          </p:cNvPr>
          <p:cNvSpPr/>
          <p:nvPr/>
        </p:nvSpPr>
        <p:spPr>
          <a:xfrm>
            <a:off x="6233160" y="37292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32" name="Text 21">
            <a:extLst>
              <a:ext uri="{FF2B5EF4-FFF2-40B4-BE49-F238E27FC236}">
                <a16:creationId xmlns:a16="http://schemas.microsoft.com/office/drawing/2014/main" id="{36DB04F3-40D2-BF39-71DB-43522A8C3C6C}"/>
              </a:ext>
            </a:extLst>
          </p:cNvPr>
          <p:cNvSpPr/>
          <p:nvPr/>
        </p:nvSpPr>
        <p:spPr>
          <a:xfrm>
            <a:off x="6461760" y="3589020"/>
            <a:ext cx="4937760" cy="384048"/>
          </a:xfrm>
          <a:prstGeom prst="rect">
            <a:avLst/>
          </a:prstGeom>
          <a:noFill/>
          <a:ln/>
        </p:spPr>
        <p:txBody>
          <a:bodyPr wrap="square" lIns="0" tIns="0" rIns="0" bIns="0" rtlCol="0" anchor="ctr"/>
          <a:lstStyle/>
          <a:p>
            <a:pPr marL="0" indent="0">
              <a:buNone/>
            </a:pPr>
            <a:r>
              <a:rPr lang="en-US" dirty="0">
                <a:solidFill>
                  <a:srgbClr val="0F172A"/>
                </a:solidFill>
              </a:rPr>
              <a:t>Push row-level shaping upstream whenever possible</a:t>
            </a:r>
            <a:endParaRPr lang="en-US" dirty="0"/>
          </a:p>
        </p:txBody>
      </p:sp>
      <p:sp>
        <p:nvSpPr>
          <p:cNvPr id="33" name="Shape 22">
            <a:extLst>
              <a:ext uri="{FF2B5EF4-FFF2-40B4-BE49-F238E27FC236}">
                <a16:creationId xmlns:a16="http://schemas.microsoft.com/office/drawing/2014/main" id="{92E76690-589B-D62B-55C6-A2ACD0B412C3}"/>
              </a:ext>
            </a:extLst>
          </p:cNvPr>
          <p:cNvSpPr/>
          <p:nvPr/>
        </p:nvSpPr>
        <p:spPr>
          <a:xfrm>
            <a:off x="6233160" y="42291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34" name="Text 23">
            <a:extLst>
              <a:ext uri="{FF2B5EF4-FFF2-40B4-BE49-F238E27FC236}">
                <a16:creationId xmlns:a16="http://schemas.microsoft.com/office/drawing/2014/main" id="{F7E8C76B-2D16-CBD1-AC5A-40D50BC9814C}"/>
              </a:ext>
            </a:extLst>
          </p:cNvPr>
          <p:cNvSpPr/>
          <p:nvPr/>
        </p:nvSpPr>
        <p:spPr>
          <a:xfrm>
            <a:off x="6461760" y="4229100"/>
            <a:ext cx="4937760" cy="384048"/>
          </a:xfrm>
          <a:prstGeom prst="rect">
            <a:avLst/>
          </a:prstGeom>
          <a:noFill/>
          <a:ln/>
        </p:spPr>
        <p:txBody>
          <a:bodyPr wrap="square" lIns="0" tIns="0" rIns="0" bIns="0" rtlCol="0" anchor="ctr"/>
          <a:lstStyle/>
          <a:p>
            <a:pPr marL="0" indent="0">
              <a:buNone/>
            </a:pPr>
            <a:r>
              <a:rPr lang="en-US" dirty="0">
                <a:solidFill>
                  <a:srgbClr val="0F172A"/>
                </a:solidFill>
              </a:rPr>
              <a:t>Split date from time if time-of-day analysis is not needed everywhere</a:t>
            </a:r>
            <a:endParaRPr lang="en-US" dirty="0"/>
          </a:p>
        </p:txBody>
      </p:sp>
      <p:sp>
        <p:nvSpPr>
          <p:cNvPr id="35" name="Shape 24">
            <a:extLst>
              <a:ext uri="{FF2B5EF4-FFF2-40B4-BE49-F238E27FC236}">
                <a16:creationId xmlns:a16="http://schemas.microsoft.com/office/drawing/2014/main" id="{2FA1A00C-3F3C-5AFA-9ADA-1D4D9E918F38}"/>
              </a:ext>
            </a:extLst>
          </p:cNvPr>
          <p:cNvSpPr/>
          <p:nvPr/>
        </p:nvSpPr>
        <p:spPr>
          <a:xfrm>
            <a:off x="6233160" y="49149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36" name="Text 25">
            <a:extLst>
              <a:ext uri="{FF2B5EF4-FFF2-40B4-BE49-F238E27FC236}">
                <a16:creationId xmlns:a16="http://schemas.microsoft.com/office/drawing/2014/main" id="{8F131FCD-38A4-666B-3E2C-746D469E8BED}"/>
              </a:ext>
            </a:extLst>
          </p:cNvPr>
          <p:cNvSpPr/>
          <p:nvPr/>
        </p:nvSpPr>
        <p:spPr>
          <a:xfrm>
            <a:off x="6461760" y="4869180"/>
            <a:ext cx="4937760" cy="384048"/>
          </a:xfrm>
          <a:prstGeom prst="rect">
            <a:avLst/>
          </a:prstGeom>
          <a:noFill/>
          <a:ln/>
        </p:spPr>
        <p:txBody>
          <a:bodyPr wrap="square" lIns="0" tIns="0" rIns="0" bIns="0" rtlCol="0" anchor="ctr"/>
          <a:lstStyle/>
          <a:p>
            <a:pPr marL="0" indent="0">
              <a:buNone/>
            </a:pPr>
            <a:r>
              <a:rPr lang="en-US" dirty="0">
                <a:solidFill>
                  <a:srgbClr val="0F172A"/>
                </a:solidFill>
              </a:rPr>
              <a:t>Move descriptive text into dimensions instead of repeating it in facts</a:t>
            </a:r>
            <a:endParaRPr lang="en-US" dirty="0"/>
          </a:p>
        </p:txBody>
      </p:sp>
      <p:sp>
        <p:nvSpPr>
          <p:cNvPr id="37" name="Shape 26">
            <a:extLst>
              <a:ext uri="{FF2B5EF4-FFF2-40B4-BE49-F238E27FC236}">
                <a16:creationId xmlns:a16="http://schemas.microsoft.com/office/drawing/2014/main" id="{BE942633-41E6-CF8F-229A-B3C38000210F}"/>
              </a:ext>
            </a:extLst>
          </p:cNvPr>
          <p:cNvSpPr/>
          <p:nvPr/>
        </p:nvSpPr>
        <p:spPr>
          <a:xfrm>
            <a:off x="6233160" y="55245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38" name="Text 27">
            <a:extLst>
              <a:ext uri="{FF2B5EF4-FFF2-40B4-BE49-F238E27FC236}">
                <a16:creationId xmlns:a16="http://schemas.microsoft.com/office/drawing/2014/main" id="{45F32775-9FCF-08AE-9B5F-ED0F8330B1B0}"/>
              </a:ext>
            </a:extLst>
          </p:cNvPr>
          <p:cNvSpPr/>
          <p:nvPr/>
        </p:nvSpPr>
        <p:spPr>
          <a:xfrm>
            <a:off x="6461760" y="5509260"/>
            <a:ext cx="4937760" cy="384048"/>
          </a:xfrm>
          <a:prstGeom prst="rect">
            <a:avLst/>
          </a:prstGeom>
          <a:noFill/>
          <a:ln/>
        </p:spPr>
        <p:txBody>
          <a:bodyPr wrap="square" lIns="0" tIns="0" rIns="0" bIns="0" rtlCol="0" anchor="ctr"/>
          <a:lstStyle/>
          <a:p>
            <a:pPr marL="0" indent="0">
              <a:buNone/>
            </a:pPr>
            <a:r>
              <a:rPr lang="en-US" dirty="0">
                <a:solidFill>
                  <a:srgbClr val="0F172A"/>
                </a:solidFill>
              </a:rPr>
              <a:t>Drop unused columns early, especially text, IDs, and debugging fields</a:t>
            </a:r>
            <a:endParaRPr lang="en-US" dirty="0"/>
          </a:p>
        </p:txBody>
      </p:sp>
      <p:sp>
        <p:nvSpPr>
          <p:cNvPr id="39" name="Shape 28">
            <a:extLst>
              <a:ext uri="{FF2B5EF4-FFF2-40B4-BE49-F238E27FC236}">
                <a16:creationId xmlns:a16="http://schemas.microsoft.com/office/drawing/2014/main" id="{6FA2E052-77FF-B0F2-DB47-0F51D7E8A52B}"/>
              </a:ext>
            </a:extLst>
          </p:cNvPr>
          <p:cNvSpPr/>
          <p:nvPr/>
        </p:nvSpPr>
        <p:spPr>
          <a:xfrm>
            <a:off x="6233160" y="62865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40" name="Text 29">
            <a:extLst>
              <a:ext uri="{FF2B5EF4-FFF2-40B4-BE49-F238E27FC236}">
                <a16:creationId xmlns:a16="http://schemas.microsoft.com/office/drawing/2014/main" id="{DCFCACD5-7835-A263-B812-EF3F9AE85B83}"/>
              </a:ext>
            </a:extLst>
          </p:cNvPr>
          <p:cNvSpPr/>
          <p:nvPr/>
        </p:nvSpPr>
        <p:spPr>
          <a:xfrm>
            <a:off x="6461760" y="6149340"/>
            <a:ext cx="4937760" cy="384048"/>
          </a:xfrm>
          <a:prstGeom prst="rect">
            <a:avLst/>
          </a:prstGeom>
          <a:noFill/>
          <a:ln/>
        </p:spPr>
        <p:txBody>
          <a:bodyPr wrap="square" lIns="0" tIns="0" rIns="0" bIns="0" rtlCol="0" anchor="ctr"/>
          <a:lstStyle/>
          <a:p>
            <a:pPr marL="0" indent="0">
              <a:buNone/>
            </a:pPr>
            <a:r>
              <a:rPr lang="en-US" dirty="0">
                <a:solidFill>
                  <a:srgbClr val="0F172A"/>
                </a:solidFill>
              </a:rPr>
              <a:t>Keep fact tables numeric and narrow when you can</a:t>
            </a:r>
            <a:endParaRPr lang="en-US" dirty="0"/>
          </a:p>
        </p:txBody>
      </p:sp>
      <p:sp>
        <p:nvSpPr>
          <p:cNvPr id="41" name="Text 30">
            <a:extLst>
              <a:ext uri="{FF2B5EF4-FFF2-40B4-BE49-F238E27FC236}">
                <a16:creationId xmlns:a16="http://schemas.microsoft.com/office/drawing/2014/main" id="{A5E394B8-D2C6-E23F-45E6-24C6AA37A00A}"/>
              </a:ext>
            </a:extLst>
          </p:cNvPr>
          <p:cNvSpPr/>
          <p:nvPr/>
        </p:nvSpPr>
        <p:spPr>
          <a:xfrm>
            <a:off x="1295400" y="7429500"/>
            <a:ext cx="10515600" cy="320040"/>
          </a:xfrm>
          <a:prstGeom prst="rect">
            <a:avLst/>
          </a:prstGeom>
          <a:noFill/>
          <a:ln/>
        </p:spPr>
        <p:txBody>
          <a:bodyPr wrap="square" rtlCol="0" anchor="ctr"/>
          <a:lstStyle/>
          <a:p>
            <a:pPr marL="0" indent="0" algn="ctr">
              <a:buNone/>
            </a:pPr>
            <a:r>
              <a:rPr lang="en-US" b="1" dirty="0">
                <a:solidFill>
                  <a:schemeClr val="bg1"/>
                </a:solidFill>
              </a:rPr>
              <a:t>Simple message: not all columns cost the same. Compression quality is a design choice.</a:t>
            </a:r>
            <a:endParaRPr lang="en-US" dirty="0">
              <a:solidFill>
                <a:schemeClr val="bg1"/>
              </a:solidFill>
            </a:endParaRPr>
          </a:p>
        </p:txBody>
      </p:sp>
    </p:spTree>
    <p:extLst>
      <p:ext uri="{BB962C8B-B14F-4D97-AF65-F5344CB8AC3E}">
        <p14:creationId xmlns:p14="http://schemas.microsoft.com/office/powerpoint/2010/main" val="41104404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3BA2B81-9391-4F47-03A8-BC7E234E5B3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E06057E-F2CB-1166-4B77-C6784D2F064C}"/>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DB0DB79B-B0E0-BC93-036A-66DDFB3F43FF}"/>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B1BB042E-470D-0BD4-CE83-B5E8FDA60861}"/>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214F9605-0ED1-A4D5-9786-5C5398AEE341}"/>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1F8608C9-57DA-DA15-59C4-13410AA61B9A}"/>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470A2E3C-9D4C-4CBB-78C0-60BC06DCE0E9}"/>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60E26EE4-9CAA-BB51-B189-E0BB5D896FFE}"/>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37450EAB-FC74-7051-16D0-77A3F96BD6DA}"/>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31F5A6C6-CB71-48DC-D7F8-DD840E3AB10F}"/>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32</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704962A7-FCCB-8F4C-C453-24F3436132BA}"/>
              </a:ext>
            </a:extLst>
          </p:cNvPr>
          <p:cNvSpPr/>
          <p:nvPr/>
        </p:nvSpPr>
        <p:spPr>
          <a:xfrm>
            <a:off x="975360" y="1562100"/>
            <a:ext cx="9387840" cy="457200"/>
          </a:xfrm>
          <a:prstGeom prst="rect">
            <a:avLst/>
          </a:prstGeom>
          <a:noFill/>
          <a:ln/>
        </p:spPr>
        <p:txBody>
          <a:bodyPr wrap="square" rtlCol="0" anchor="ctr"/>
          <a:lstStyle/>
          <a:p>
            <a:pPr marL="0" indent="0">
              <a:buNone/>
            </a:pPr>
            <a:r>
              <a:rPr lang="en-US" sz="3600" b="1" dirty="0" err="1">
                <a:solidFill>
                  <a:schemeClr val="bg1"/>
                </a:solidFill>
                <a:latin typeface="Aptos Display" pitchFamily="34" charset="0"/>
                <a:ea typeface="Aptos Display" pitchFamily="34" charset="-122"/>
                <a:cs typeface="Aptos Display" pitchFamily="34" charset="-120"/>
              </a:rPr>
              <a:t>VertiPaq</a:t>
            </a:r>
            <a:r>
              <a:rPr lang="en-US" sz="3600" b="1" dirty="0">
                <a:solidFill>
                  <a:schemeClr val="bg1"/>
                </a:solidFill>
                <a:latin typeface="Aptos Display" pitchFamily="34" charset="0"/>
                <a:ea typeface="Aptos Display" pitchFamily="34" charset="-122"/>
                <a:cs typeface="Aptos Display" pitchFamily="34" charset="-120"/>
              </a:rPr>
              <a:t> deep dive</a:t>
            </a:r>
            <a:endParaRPr lang="en-US" sz="3600" dirty="0">
              <a:solidFill>
                <a:schemeClr val="bg1"/>
              </a:solidFill>
            </a:endParaRPr>
          </a:p>
        </p:txBody>
      </p:sp>
      <p:sp>
        <p:nvSpPr>
          <p:cNvPr id="43" name="Text 1">
            <a:extLst>
              <a:ext uri="{FF2B5EF4-FFF2-40B4-BE49-F238E27FC236}">
                <a16:creationId xmlns:a16="http://schemas.microsoft.com/office/drawing/2014/main" id="{30B145BB-0B2D-0835-DC9D-A9CB5FDE97DB}"/>
              </a:ext>
            </a:extLst>
          </p:cNvPr>
          <p:cNvSpPr/>
          <p:nvPr/>
        </p:nvSpPr>
        <p:spPr>
          <a:xfrm>
            <a:off x="939712" y="2095500"/>
            <a:ext cx="9880687" cy="292608"/>
          </a:xfrm>
          <a:prstGeom prst="rect">
            <a:avLst/>
          </a:prstGeom>
          <a:noFill/>
          <a:ln/>
        </p:spPr>
        <p:txBody>
          <a:bodyPr wrap="square" rtlCol="0" anchor="ctr"/>
          <a:lstStyle/>
          <a:p>
            <a:pPr marL="0" indent="0">
              <a:buNone/>
            </a:pPr>
            <a:r>
              <a:rPr lang="en-US" sz="2800" dirty="0">
                <a:solidFill>
                  <a:schemeClr val="bg1"/>
                </a:solidFill>
              </a:rPr>
              <a:t>How tables are stored</a:t>
            </a:r>
          </a:p>
        </p:txBody>
      </p:sp>
      <p:sp>
        <p:nvSpPr>
          <p:cNvPr id="44" name="Content Placeholder 2">
            <a:extLst>
              <a:ext uri="{FF2B5EF4-FFF2-40B4-BE49-F238E27FC236}">
                <a16:creationId xmlns:a16="http://schemas.microsoft.com/office/drawing/2014/main" id="{E9F1067D-8245-18DB-2AF9-B4C9A3475DC6}"/>
              </a:ext>
            </a:extLst>
          </p:cNvPr>
          <p:cNvSpPr txBox="1">
            <a:spLocks/>
          </p:cNvSpPr>
          <p:nvPr/>
        </p:nvSpPr>
        <p:spPr>
          <a:xfrm>
            <a:off x="990600" y="2705102"/>
            <a:ext cx="16135291" cy="6372862"/>
          </a:xfrm>
          <a:prstGeom prst="rect">
            <a:avLst/>
          </a:prstGeom>
        </p:spPr>
        <p:txBody>
          <a:bodyPr>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a:solidFill>
                  <a:schemeClr val="bg1"/>
                </a:solidFill>
              </a:rPr>
              <a:t>Partitions → Segments</a:t>
            </a:r>
            <a:endParaRPr lang="en-US">
              <a:solidFill>
                <a:schemeClr val="bg1"/>
              </a:solidFill>
            </a:endParaRPr>
          </a:p>
          <a:p>
            <a:pPr lvl="1"/>
            <a:r>
              <a:rPr lang="en-US">
                <a:solidFill>
                  <a:schemeClr val="bg1"/>
                </a:solidFill>
              </a:rPr>
              <a:t>Each table is split into one or more </a:t>
            </a:r>
            <a:r>
              <a:rPr lang="en-US" i="1">
                <a:solidFill>
                  <a:schemeClr val="bg1"/>
                </a:solidFill>
              </a:rPr>
              <a:t>partitions</a:t>
            </a:r>
            <a:r>
              <a:rPr lang="en-US">
                <a:solidFill>
                  <a:schemeClr val="bg1"/>
                </a:solidFill>
              </a:rPr>
              <a:t> (usually one by default).</a:t>
            </a:r>
          </a:p>
          <a:p>
            <a:pPr lvl="1"/>
            <a:r>
              <a:rPr lang="en-US">
                <a:solidFill>
                  <a:schemeClr val="bg1"/>
                </a:solidFill>
              </a:rPr>
              <a:t>Each partition is split into </a:t>
            </a:r>
            <a:r>
              <a:rPr lang="en-US" b="1">
                <a:solidFill>
                  <a:schemeClr val="bg1"/>
                </a:solidFill>
              </a:rPr>
              <a:t>segments</a:t>
            </a:r>
            <a:r>
              <a:rPr lang="en-US">
                <a:solidFill>
                  <a:schemeClr val="bg1"/>
                </a:solidFill>
              </a:rPr>
              <a:t> of ~1M rows. Segment stats (min/max, distinct count, sort info) let VertiPaq skip whole chunks (“segment elimination”) during queries.</a:t>
            </a:r>
          </a:p>
          <a:p>
            <a:r>
              <a:rPr lang="en-US" b="1">
                <a:solidFill>
                  <a:schemeClr val="bg1"/>
                </a:solidFill>
              </a:rPr>
              <a:t>Columnar storage</a:t>
            </a:r>
            <a:endParaRPr lang="en-US">
              <a:solidFill>
                <a:schemeClr val="bg1"/>
              </a:solidFill>
            </a:endParaRPr>
          </a:p>
          <a:p>
            <a:pPr lvl="1"/>
            <a:r>
              <a:rPr lang="en-US">
                <a:solidFill>
                  <a:schemeClr val="bg1"/>
                </a:solidFill>
              </a:rPr>
              <a:t>Columns are stored separately. A scan of a few columns never touches the others.</a:t>
            </a:r>
          </a:p>
          <a:p>
            <a:r>
              <a:rPr lang="en-US" b="1">
                <a:solidFill>
                  <a:schemeClr val="bg1"/>
                </a:solidFill>
              </a:rPr>
              <a:t>Encodings &amp; compression</a:t>
            </a:r>
            <a:endParaRPr lang="en-US">
              <a:solidFill>
                <a:schemeClr val="bg1"/>
              </a:solidFill>
            </a:endParaRPr>
          </a:p>
          <a:p>
            <a:pPr lvl="1"/>
            <a:r>
              <a:rPr lang="en-US" b="1">
                <a:solidFill>
                  <a:schemeClr val="bg1"/>
                </a:solidFill>
              </a:rPr>
              <a:t>Dictionary encoding (most common):</a:t>
            </a:r>
            <a:endParaRPr lang="en-US">
              <a:solidFill>
                <a:schemeClr val="bg1"/>
              </a:solidFill>
            </a:endParaRPr>
          </a:p>
          <a:p>
            <a:pPr lvl="2"/>
            <a:r>
              <a:rPr lang="en-US">
                <a:solidFill>
                  <a:schemeClr val="bg1"/>
                </a:solidFill>
              </a:rPr>
              <a:t>Per column, VertiPaq builds a </a:t>
            </a:r>
            <a:r>
              <a:rPr lang="en-US" b="1">
                <a:solidFill>
                  <a:schemeClr val="bg1"/>
                </a:solidFill>
              </a:rPr>
              <a:t>dictionary</a:t>
            </a:r>
            <a:r>
              <a:rPr lang="en-US">
                <a:solidFill>
                  <a:schemeClr val="bg1"/>
                </a:solidFill>
              </a:rPr>
              <a:t> of unique values.</a:t>
            </a:r>
          </a:p>
          <a:p>
            <a:pPr lvl="2"/>
            <a:r>
              <a:rPr lang="en-US">
                <a:solidFill>
                  <a:schemeClr val="bg1"/>
                </a:solidFill>
              </a:rPr>
              <a:t>The column’s data becomes a stream of </a:t>
            </a:r>
            <a:r>
              <a:rPr lang="en-US" b="1">
                <a:solidFill>
                  <a:schemeClr val="bg1"/>
                </a:solidFill>
              </a:rPr>
              <a:t>value IDs</a:t>
            </a:r>
            <a:r>
              <a:rPr lang="en-US">
                <a:solidFill>
                  <a:schemeClr val="bg1"/>
                </a:solidFill>
              </a:rPr>
              <a:t> (integers) that reference that dictionary.</a:t>
            </a:r>
          </a:p>
          <a:p>
            <a:pPr lvl="2"/>
            <a:r>
              <a:rPr lang="en-US">
                <a:solidFill>
                  <a:schemeClr val="bg1"/>
                </a:solidFill>
              </a:rPr>
              <a:t>IDs are </a:t>
            </a:r>
            <a:r>
              <a:rPr lang="en-US" b="1">
                <a:solidFill>
                  <a:schemeClr val="bg1"/>
                </a:solidFill>
              </a:rPr>
              <a:t>bit-packed</a:t>
            </a:r>
            <a:r>
              <a:rPr lang="en-US">
                <a:solidFill>
                  <a:schemeClr val="bg1"/>
                </a:solidFill>
              </a:rPr>
              <a:t> (fewest bits possible).</a:t>
            </a:r>
          </a:p>
          <a:p>
            <a:pPr lvl="2"/>
            <a:r>
              <a:rPr lang="en-US">
                <a:solidFill>
                  <a:schemeClr val="bg1"/>
                </a:solidFill>
              </a:rPr>
              <a:t>Runs of repeated IDs can be </a:t>
            </a:r>
            <a:r>
              <a:rPr lang="en-US" b="1">
                <a:solidFill>
                  <a:schemeClr val="bg1"/>
                </a:solidFill>
              </a:rPr>
              <a:t>run-length encoded (RLE)</a:t>
            </a:r>
            <a:r>
              <a:rPr lang="en-US">
                <a:solidFill>
                  <a:schemeClr val="bg1"/>
                </a:solidFill>
              </a:rPr>
              <a:t>.  A A A B B C =&gt; A,3 B2, C1</a:t>
            </a:r>
          </a:p>
          <a:p>
            <a:pPr lvl="1"/>
            <a:r>
              <a:rPr lang="en-US" b="1">
                <a:solidFill>
                  <a:schemeClr val="bg1"/>
                </a:solidFill>
              </a:rPr>
              <a:t>Value encoding (for numeric columns with many unique values):</a:t>
            </a:r>
            <a:endParaRPr lang="en-US">
              <a:solidFill>
                <a:schemeClr val="bg1"/>
              </a:solidFill>
            </a:endParaRPr>
          </a:p>
          <a:p>
            <a:pPr lvl="2"/>
            <a:r>
              <a:rPr lang="en-US">
                <a:solidFill>
                  <a:schemeClr val="bg1"/>
                </a:solidFill>
              </a:rPr>
              <a:t>Stores scaled integers/floats directly, then bit-packs them (may skip a separate dictionary).</a:t>
            </a:r>
          </a:p>
          <a:p>
            <a:pPr lvl="1"/>
            <a:r>
              <a:rPr lang="en-US" b="1">
                <a:solidFill>
                  <a:schemeClr val="bg1"/>
                </a:solidFill>
              </a:rPr>
              <a:t>Additional tricks:</a:t>
            </a:r>
            <a:r>
              <a:rPr lang="en-US">
                <a:solidFill>
                  <a:schemeClr val="bg1"/>
                </a:solidFill>
              </a:rPr>
              <a:t> sorting by a column can increase RLE effectiveness; low-cardinality columns compress extremely well.</a:t>
            </a:r>
          </a:p>
          <a:p>
            <a:r>
              <a:rPr lang="en-US" b="1">
                <a:solidFill>
                  <a:schemeClr val="bg1"/>
                </a:solidFill>
              </a:rPr>
              <a:t>No global dictionaries</a:t>
            </a:r>
            <a:endParaRPr lang="en-US">
              <a:solidFill>
                <a:schemeClr val="bg1"/>
              </a:solidFill>
            </a:endParaRPr>
          </a:p>
          <a:p>
            <a:pPr lvl="1"/>
            <a:r>
              <a:rPr lang="en-US">
                <a:solidFill>
                  <a:schemeClr val="bg1"/>
                </a:solidFill>
              </a:rPr>
              <a:t>Each column has its </a:t>
            </a:r>
            <a:r>
              <a:rPr lang="en-US" b="1">
                <a:solidFill>
                  <a:schemeClr val="bg1"/>
                </a:solidFill>
              </a:rPr>
              <a:t>own</a:t>
            </a:r>
            <a:r>
              <a:rPr lang="en-US">
                <a:solidFill>
                  <a:schemeClr val="bg1"/>
                </a:solidFill>
              </a:rPr>
              <a:t> dictionary. The integer ID for “USA” in Table A’s Country column has nothing to do with the ID for “USA” in Table B’s Country column.</a:t>
            </a:r>
          </a:p>
          <a:p>
            <a:endParaRPr lang="en-US" dirty="0">
              <a:solidFill>
                <a:schemeClr val="bg1"/>
              </a:solidFill>
            </a:endParaRPr>
          </a:p>
        </p:txBody>
      </p:sp>
    </p:spTree>
    <p:extLst>
      <p:ext uri="{BB962C8B-B14F-4D97-AF65-F5344CB8AC3E}">
        <p14:creationId xmlns:p14="http://schemas.microsoft.com/office/powerpoint/2010/main" val="15185271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F0A8A9D-D48B-29B9-06C9-0496FB0ED4E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85BA5F9-2E51-6B67-13CE-4FD2BE54D050}"/>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15A3F35B-00F2-BE99-2294-435EA12D4ADC}"/>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BBEAEDF8-9F12-7910-E572-E723429BA549}"/>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91C36A00-C700-16B5-9AD9-FE74A4173DB7}"/>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866B878C-9956-4610-05D3-EE81EBF212B8}"/>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3D21F99D-F866-3EF8-A364-DCA91D96082F}"/>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8279F63F-0394-8E3C-0BE2-80649251D9A0}"/>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328D27B1-579F-8910-78E2-A76E49AED67F}"/>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833213D5-B16F-13BF-8A20-88B91B6CEB3C}"/>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33</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6CF7AB55-C13B-15C2-6762-4375A1C85AF3}"/>
              </a:ext>
            </a:extLst>
          </p:cNvPr>
          <p:cNvSpPr/>
          <p:nvPr/>
        </p:nvSpPr>
        <p:spPr>
          <a:xfrm>
            <a:off x="975360" y="1562100"/>
            <a:ext cx="9387840" cy="457200"/>
          </a:xfrm>
          <a:prstGeom prst="rect">
            <a:avLst/>
          </a:prstGeom>
          <a:noFill/>
          <a:ln/>
        </p:spPr>
        <p:txBody>
          <a:bodyPr wrap="square" rtlCol="0" anchor="ctr"/>
          <a:lstStyle/>
          <a:p>
            <a:pPr marL="0" indent="0">
              <a:buNone/>
            </a:pPr>
            <a:r>
              <a:rPr lang="en-US" sz="3600" b="1" dirty="0" err="1">
                <a:solidFill>
                  <a:schemeClr val="bg1"/>
                </a:solidFill>
                <a:latin typeface="Aptos Display" pitchFamily="34" charset="0"/>
                <a:ea typeface="Aptos Display" pitchFamily="34" charset="-122"/>
                <a:cs typeface="Aptos Display" pitchFamily="34" charset="-120"/>
              </a:rPr>
              <a:t>VertiPaq</a:t>
            </a:r>
            <a:r>
              <a:rPr lang="en-US" sz="3600" b="1" dirty="0">
                <a:solidFill>
                  <a:schemeClr val="bg1"/>
                </a:solidFill>
                <a:latin typeface="Aptos Display" pitchFamily="34" charset="0"/>
                <a:ea typeface="Aptos Display" pitchFamily="34" charset="-122"/>
                <a:cs typeface="Aptos Display" pitchFamily="34" charset="-120"/>
              </a:rPr>
              <a:t> deep dive</a:t>
            </a:r>
            <a:endParaRPr lang="en-US" sz="3600" dirty="0">
              <a:solidFill>
                <a:schemeClr val="bg1"/>
              </a:solidFill>
            </a:endParaRPr>
          </a:p>
        </p:txBody>
      </p:sp>
      <p:sp>
        <p:nvSpPr>
          <p:cNvPr id="43" name="Text 1">
            <a:extLst>
              <a:ext uri="{FF2B5EF4-FFF2-40B4-BE49-F238E27FC236}">
                <a16:creationId xmlns:a16="http://schemas.microsoft.com/office/drawing/2014/main" id="{4502F6E2-7EDB-D742-BCC4-4DBD69FF5F82}"/>
              </a:ext>
            </a:extLst>
          </p:cNvPr>
          <p:cNvSpPr/>
          <p:nvPr/>
        </p:nvSpPr>
        <p:spPr>
          <a:xfrm>
            <a:off x="939712" y="2095500"/>
            <a:ext cx="9880687" cy="292608"/>
          </a:xfrm>
          <a:prstGeom prst="rect">
            <a:avLst/>
          </a:prstGeom>
          <a:noFill/>
          <a:ln/>
        </p:spPr>
        <p:txBody>
          <a:bodyPr wrap="square" rtlCol="0" anchor="ctr"/>
          <a:lstStyle/>
          <a:p>
            <a:pPr marL="0" indent="0">
              <a:buNone/>
            </a:pPr>
            <a:r>
              <a:rPr lang="en-US" sz="2800" dirty="0">
                <a:solidFill>
                  <a:schemeClr val="bg1"/>
                </a:solidFill>
              </a:rPr>
              <a:t>How relationships are stored</a:t>
            </a:r>
          </a:p>
        </p:txBody>
      </p:sp>
      <p:sp>
        <p:nvSpPr>
          <p:cNvPr id="12" name="Content Placeholder 2">
            <a:extLst>
              <a:ext uri="{FF2B5EF4-FFF2-40B4-BE49-F238E27FC236}">
                <a16:creationId xmlns:a16="http://schemas.microsoft.com/office/drawing/2014/main" id="{7129B007-02A1-37D5-F986-25734325438F}"/>
              </a:ext>
            </a:extLst>
          </p:cNvPr>
          <p:cNvSpPr txBox="1">
            <a:spLocks/>
          </p:cNvSpPr>
          <p:nvPr/>
        </p:nvSpPr>
        <p:spPr>
          <a:xfrm>
            <a:off x="975360" y="2785991"/>
            <a:ext cx="16322040" cy="6266885"/>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a:solidFill>
                  <a:schemeClr val="bg1"/>
                </a:solidFill>
              </a:rPr>
              <a:t>Metadata + indexes, not pre-joined data</a:t>
            </a:r>
            <a:endParaRPr lang="en-US">
              <a:solidFill>
                <a:schemeClr val="bg1"/>
              </a:solidFill>
            </a:endParaRPr>
          </a:p>
          <a:p>
            <a:pPr lvl="1"/>
            <a:r>
              <a:rPr lang="en-US">
                <a:solidFill>
                  <a:schemeClr val="bg1"/>
                </a:solidFill>
              </a:rPr>
              <a:t>A relationship record (one-to-many, direction, active/inactive, single/both direction, etc.) is stored as model metadata.</a:t>
            </a:r>
          </a:p>
          <a:p>
            <a:pPr lvl="1"/>
            <a:r>
              <a:rPr lang="en-US">
                <a:solidFill>
                  <a:schemeClr val="bg1"/>
                </a:solidFill>
              </a:rPr>
              <a:t>VertiPaq also creates </a:t>
            </a:r>
            <a:r>
              <a:rPr lang="en-US" b="1">
                <a:solidFill>
                  <a:schemeClr val="bg1"/>
                </a:solidFill>
              </a:rPr>
              <a:t>internal indexes</a:t>
            </a:r>
            <a:r>
              <a:rPr lang="en-US">
                <a:solidFill>
                  <a:schemeClr val="bg1"/>
                </a:solidFill>
              </a:rPr>
              <a:t> on the columns that participate in relationships (and on some other frequently filtered/grouped columns). Think of these as value→row locators optimized for fast lookups during filter propagation.</a:t>
            </a:r>
          </a:p>
          <a:p>
            <a:r>
              <a:rPr lang="en-US" b="1">
                <a:solidFill>
                  <a:schemeClr val="bg1"/>
                </a:solidFill>
              </a:rPr>
              <a:t>The hidden “blank row”</a:t>
            </a:r>
            <a:endParaRPr lang="en-US">
              <a:solidFill>
                <a:schemeClr val="bg1"/>
              </a:solidFill>
            </a:endParaRPr>
          </a:p>
          <a:p>
            <a:pPr lvl="1"/>
            <a:r>
              <a:rPr lang="en-US">
                <a:solidFill>
                  <a:schemeClr val="bg1"/>
                </a:solidFill>
              </a:rPr>
              <a:t>In many-to-one relationships, the lookup table gets a hidden </a:t>
            </a:r>
            <a:r>
              <a:rPr lang="en-US" b="1">
                <a:solidFill>
                  <a:schemeClr val="bg1"/>
                </a:solidFill>
              </a:rPr>
              <a:t>blank row</a:t>
            </a:r>
            <a:r>
              <a:rPr lang="en-US">
                <a:solidFill>
                  <a:schemeClr val="bg1"/>
                </a:solidFill>
              </a:rPr>
              <a:t> to absorb fact-side keys that don’t match (the “unknown member”). This preserves DAX semantics when referential integrity isn’t perfect.</a:t>
            </a:r>
          </a:p>
          <a:p>
            <a:endParaRPr lang="en-US" dirty="0">
              <a:solidFill>
                <a:schemeClr val="bg1"/>
              </a:solidFill>
            </a:endParaRPr>
          </a:p>
        </p:txBody>
      </p:sp>
    </p:spTree>
    <p:extLst>
      <p:ext uri="{BB962C8B-B14F-4D97-AF65-F5344CB8AC3E}">
        <p14:creationId xmlns:p14="http://schemas.microsoft.com/office/powerpoint/2010/main" val="37907106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7A0A696-EEE5-78C7-5695-D7E637DE0D4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401CFF1-839A-0A48-838B-D91776D22ED1}"/>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E3154582-DF70-3C13-7BFE-B6528A4E0A4C}"/>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037EC1D7-3DF0-AB3D-D264-8AB33109757F}"/>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9708E17-750A-1D6C-1227-C613A448F255}"/>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F97459F3-0E48-209E-482E-0AFB383AD310}"/>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C6DC0CA9-2EBA-67F3-F3EF-4DD22058C732}"/>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33D01A23-82C5-D70D-EB8B-632BAF0B6046}"/>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0E71EFE2-2833-6D5D-B9CA-0D0C797B8A30}"/>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1D924EAF-7FAF-D936-0E43-F6609AFA2A58}"/>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34</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A79CE9A8-5E2C-C933-99E1-D785327EA35B}"/>
              </a:ext>
            </a:extLst>
          </p:cNvPr>
          <p:cNvSpPr/>
          <p:nvPr/>
        </p:nvSpPr>
        <p:spPr>
          <a:xfrm>
            <a:off x="975360" y="1562100"/>
            <a:ext cx="9387840" cy="457200"/>
          </a:xfrm>
          <a:prstGeom prst="rect">
            <a:avLst/>
          </a:prstGeom>
          <a:noFill/>
          <a:ln/>
        </p:spPr>
        <p:txBody>
          <a:bodyPr wrap="square" rtlCol="0" anchor="ctr"/>
          <a:lstStyle/>
          <a:p>
            <a:pPr marL="0" indent="0">
              <a:buNone/>
            </a:pPr>
            <a:r>
              <a:rPr lang="en-US" sz="3600" b="1" dirty="0" err="1">
                <a:solidFill>
                  <a:schemeClr val="bg1"/>
                </a:solidFill>
                <a:latin typeface="Aptos Display" pitchFamily="34" charset="0"/>
                <a:ea typeface="Aptos Display" pitchFamily="34" charset="-122"/>
                <a:cs typeface="Aptos Display" pitchFamily="34" charset="-120"/>
              </a:rPr>
              <a:t>VertiPaq</a:t>
            </a:r>
            <a:r>
              <a:rPr lang="en-US" sz="3600" b="1" dirty="0">
                <a:solidFill>
                  <a:schemeClr val="bg1"/>
                </a:solidFill>
                <a:latin typeface="Aptos Display" pitchFamily="34" charset="0"/>
                <a:ea typeface="Aptos Display" pitchFamily="34" charset="-122"/>
                <a:cs typeface="Aptos Display" pitchFamily="34" charset="-120"/>
              </a:rPr>
              <a:t> deep dive</a:t>
            </a:r>
            <a:endParaRPr lang="en-US" sz="3600" dirty="0">
              <a:solidFill>
                <a:schemeClr val="bg1"/>
              </a:solidFill>
            </a:endParaRPr>
          </a:p>
        </p:txBody>
      </p:sp>
      <p:sp>
        <p:nvSpPr>
          <p:cNvPr id="43" name="Text 1">
            <a:extLst>
              <a:ext uri="{FF2B5EF4-FFF2-40B4-BE49-F238E27FC236}">
                <a16:creationId xmlns:a16="http://schemas.microsoft.com/office/drawing/2014/main" id="{3A18C067-28E9-5E3D-D9D5-E2B100BF8D08}"/>
              </a:ext>
            </a:extLst>
          </p:cNvPr>
          <p:cNvSpPr/>
          <p:nvPr/>
        </p:nvSpPr>
        <p:spPr>
          <a:xfrm>
            <a:off x="939712" y="2095499"/>
            <a:ext cx="14833688" cy="570789"/>
          </a:xfrm>
          <a:prstGeom prst="rect">
            <a:avLst/>
          </a:prstGeom>
          <a:noFill/>
          <a:ln/>
        </p:spPr>
        <p:txBody>
          <a:bodyPr wrap="square" rtlCol="0" anchor="ctr"/>
          <a:lstStyle/>
          <a:p>
            <a:pPr marL="0" indent="0">
              <a:buNone/>
            </a:pPr>
            <a:r>
              <a:rPr lang="en-US" sz="2800" dirty="0">
                <a:solidFill>
                  <a:schemeClr val="bg1"/>
                </a:solidFill>
              </a:rPr>
              <a:t>What Actually Happens at Query Time (Filter Propagation)</a:t>
            </a:r>
          </a:p>
        </p:txBody>
      </p:sp>
      <p:sp>
        <p:nvSpPr>
          <p:cNvPr id="13" name="Content Placeholder 2">
            <a:extLst>
              <a:ext uri="{FF2B5EF4-FFF2-40B4-BE49-F238E27FC236}">
                <a16:creationId xmlns:a16="http://schemas.microsoft.com/office/drawing/2014/main" id="{7638B6F5-B5A2-4FEF-C23F-25ADDB701B34}"/>
              </a:ext>
            </a:extLst>
          </p:cNvPr>
          <p:cNvSpPr txBox="1">
            <a:spLocks/>
          </p:cNvSpPr>
          <p:nvPr/>
        </p:nvSpPr>
        <p:spPr>
          <a:xfrm>
            <a:off x="1028700" y="2904915"/>
            <a:ext cx="10934700" cy="6173043"/>
          </a:xfrm>
          <a:prstGeom prst="rect">
            <a:avLst/>
          </a:prstGeom>
        </p:spPr>
        <p:txBody>
          <a:bodyPr>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solidFill>
                  <a:schemeClr val="bg1"/>
                </a:solidFill>
              </a:rPr>
              <a:t>Suppose you filter a </a:t>
            </a:r>
            <a:r>
              <a:rPr lang="en-US" b="1" dirty="0">
                <a:solidFill>
                  <a:schemeClr val="bg1"/>
                </a:solidFill>
              </a:rPr>
              <a:t>lookup</a:t>
            </a:r>
            <a:r>
              <a:rPr lang="en-US" dirty="0">
                <a:solidFill>
                  <a:schemeClr val="bg1"/>
                </a:solidFill>
              </a:rPr>
              <a:t> table (Customers[Country] = "USA") and there’s a relationship to a </a:t>
            </a:r>
            <a:r>
              <a:rPr lang="en-US" b="1" dirty="0">
                <a:solidFill>
                  <a:schemeClr val="bg1"/>
                </a:solidFill>
              </a:rPr>
              <a:t>fact</a:t>
            </a:r>
            <a:r>
              <a:rPr lang="en-US" dirty="0">
                <a:solidFill>
                  <a:schemeClr val="bg1"/>
                </a:solidFill>
              </a:rPr>
              <a:t> table (Customers[</a:t>
            </a:r>
            <a:r>
              <a:rPr lang="en-US" dirty="0" err="1">
                <a:solidFill>
                  <a:schemeClr val="bg1"/>
                </a:solidFill>
              </a:rPr>
              <a:t>CustomerKey</a:t>
            </a:r>
            <a:r>
              <a:rPr lang="en-US" dirty="0">
                <a:solidFill>
                  <a:schemeClr val="bg1"/>
                </a:solidFill>
              </a:rPr>
              <a:t>] → Sales[</a:t>
            </a:r>
            <a:r>
              <a:rPr lang="en-US" dirty="0" err="1">
                <a:solidFill>
                  <a:schemeClr val="bg1"/>
                </a:solidFill>
              </a:rPr>
              <a:t>CustomerKey</a:t>
            </a:r>
            <a:r>
              <a:rPr lang="en-US" dirty="0">
                <a:solidFill>
                  <a:schemeClr val="bg1"/>
                </a:solidFill>
              </a:rPr>
              <a:t>]):</a:t>
            </a:r>
          </a:p>
          <a:p>
            <a:r>
              <a:rPr lang="en-US" b="1" dirty="0">
                <a:solidFill>
                  <a:schemeClr val="bg1"/>
                </a:solidFill>
              </a:rPr>
              <a:t>Filter on lookup</a:t>
            </a:r>
            <a:br>
              <a:rPr lang="en-US" dirty="0">
                <a:solidFill>
                  <a:schemeClr val="bg1"/>
                </a:solidFill>
              </a:rPr>
            </a:br>
            <a:r>
              <a:rPr lang="en-US" dirty="0" err="1">
                <a:solidFill>
                  <a:schemeClr val="bg1"/>
                </a:solidFill>
              </a:rPr>
              <a:t>VertiPaq</a:t>
            </a:r>
            <a:r>
              <a:rPr lang="en-US" dirty="0">
                <a:solidFill>
                  <a:schemeClr val="bg1"/>
                </a:solidFill>
              </a:rPr>
              <a:t> resolves "USA" via </a:t>
            </a:r>
            <a:r>
              <a:rPr lang="en-US" b="1" dirty="0">
                <a:solidFill>
                  <a:schemeClr val="bg1"/>
                </a:solidFill>
              </a:rPr>
              <a:t>Customers[Country]</a:t>
            </a:r>
            <a:r>
              <a:rPr lang="en-US" dirty="0">
                <a:solidFill>
                  <a:schemeClr val="bg1"/>
                </a:solidFill>
              </a:rPr>
              <a:t>’s dictionary and applies a bitmap over matching </a:t>
            </a:r>
            <a:r>
              <a:rPr lang="en-US" b="1" dirty="0">
                <a:solidFill>
                  <a:schemeClr val="bg1"/>
                </a:solidFill>
              </a:rPr>
              <a:t>Customers</a:t>
            </a:r>
            <a:r>
              <a:rPr lang="en-US" dirty="0">
                <a:solidFill>
                  <a:schemeClr val="bg1"/>
                </a:solidFill>
              </a:rPr>
              <a:t> rows.</a:t>
            </a:r>
          </a:p>
          <a:p>
            <a:r>
              <a:rPr lang="en-US" b="1" dirty="0">
                <a:solidFill>
                  <a:schemeClr val="bg1"/>
                </a:solidFill>
              </a:rPr>
              <a:t>Translate to keys</a:t>
            </a:r>
            <a:br>
              <a:rPr lang="en-US" dirty="0">
                <a:solidFill>
                  <a:schemeClr val="bg1"/>
                </a:solidFill>
              </a:rPr>
            </a:br>
            <a:r>
              <a:rPr lang="en-US" dirty="0">
                <a:solidFill>
                  <a:schemeClr val="bg1"/>
                </a:solidFill>
              </a:rPr>
              <a:t>From the filtered Customers rows, it gets the relevant </a:t>
            </a:r>
            <a:r>
              <a:rPr lang="en-US" b="1" dirty="0" err="1">
                <a:solidFill>
                  <a:schemeClr val="bg1"/>
                </a:solidFill>
              </a:rPr>
              <a:t>CustomerKey</a:t>
            </a:r>
            <a:r>
              <a:rPr lang="en-US" dirty="0">
                <a:solidFill>
                  <a:schemeClr val="bg1"/>
                </a:solidFill>
              </a:rPr>
              <a:t> values using Customers[</a:t>
            </a:r>
            <a:r>
              <a:rPr lang="en-US" dirty="0" err="1">
                <a:solidFill>
                  <a:schemeClr val="bg1"/>
                </a:solidFill>
              </a:rPr>
              <a:t>CustomerKey</a:t>
            </a:r>
            <a:r>
              <a:rPr lang="en-US" dirty="0">
                <a:solidFill>
                  <a:schemeClr val="bg1"/>
                </a:solidFill>
              </a:rPr>
              <a:t>]’s dictionary/encodings.</a:t>
            </a:r>
          </a:p>
          <a:p>
            <a:r>
              <a:rPr lang="en-US" b="1" dirty="0">
                <a:solidFill>
                  <a:schemeClr val="bg1"/>
                </a:solidFill>
              </a:rPr>
              <a:t>Find fact rows</a:t>
            </a:r>
            <a:br>
              <a:rPr lang="en-US" dirty="0">
                <a:solidFill>
                  <a:schemeClr val="bg1"/>
                </a:solidFill>
              </a:rPr>
            </a:br>
            <a:r>
              <a:rPr lang="en-US" dirty="0">
                <a:solidFill>
                  <a:schemeClr val="bg1"/>
                </a:solidFill>
              </a:rPr>
              <a:t>Using the fact column’s internal index on </a:t>
            </a:r>
            <a:r>
              <a:rPr lang="en-US" b="1" dirty="0">
                <a:solidFill>
                  <a:schemeClr val="bg1"/>
                </a:solidFill>
              </a:rPr>
              <a:t>Sales[</a:t>
            </a:r>
            <a:r>
              <a:rPr lang="en-US" b="1" dirty="0" err="1">
                <a:solidFill>
                  <a:schemeClr val="bg1"/>
                </a:solidFill>
              </a:rPr>
              <a:t>CustomerKey</a:t>
            </a:r>
            <a:r>
              <a:rPr lang="en-US" b="1" dirty="0">
                <a:solidFill>
                  <a:schemeClr val="bg1"/>
                </a:solidFill>
              </a:rPr>
              <a:t>]</a:t>
            </a:r>
            <a:r>
              <a:rPr lang="en-US" dirty="0">
                <a:solidFill>
                  <a:schemeClr val="bg1"/>
                </a:solidFill>
              </a:rPr>
              <a:t>, it maps those key values to the exact row IDs in </a:t>
            </a:r>
            <a:r>
              <a:rPr lang="en-US" b="1" dirty="0">
                <a:solidFill>
                  <a:schemeClr val="bg1"/>
                </a:solidFill>
              </a:rPr>
              <a:t>Sales</a:t>
            </a:r>
            <a:r>
              <a:rPr lang="en-US" dirty="0">
                <a:solidFill>
                  <a:schemeClr val="bg1"/>
                </a:solidFill>
              </a:rPr>
              <a:t>—often with segment elimination along the way.</a:t>
            </a:r>
          </a:p>
          <a:p>
            <a:r>
              <a:rPr lang="en-US" b="1" dirty="0">
                <a:solidFill>
                  <a:schemeClr val="bg1"/>
                </a:solidFill>
              </a:rPr>
              <a:t>Apply bitmap on the fact</a:t>
            </a:r>
            <a:br>
              <a:rPr lang="en-US" dirty="0">
                <a:solidFill>
                  <a:schemeClr val="bg1"/>
                </a:solidFill>
              </a:rPr>
            </a:br>
            <a:r>
              <a:rPr lang="en-US" dirty="0">
                <a:solidFill>
                  <a:schemeClr val="bg1"/>
                </a:solidFill>
              </a:rPr>
              <a:t>The result is a bitmap marking the Sales rows that survive the relationship filter.</a:t>
            </a:r>
            <a:br>
              <a:rPr lang="en-US" dirty="0">
                <a:solidFill>
                  <a:schemeClr val="bg1"/>
                </a:solidFill>
              </a:rPr>
            </a:br>
            <a:r>
              <a:rPr lang="en-US" dirty="0">
                <a:solidFill>
                  <a:schemeClr val="bg1"/>
                </a:solidFill>
              </a:rPr>
              <a:t>No join table is materialized; it’s all dictionary lookups, indexes, and bitmaps on compressed columns.</a:t>
            </a:r>
          </a:p>
          <a:p>
            <a:pPr marL="0" indent="0">
              <a:buFont typeface="Arial" pitchFamily="34" charset="0"/>
              <a:buNone/>
            </a:pPr>
            <a:r>
              <a:rPr lang="en-US" dirty="0">
                <a:solidFill>
                  <a:schemeClr val="bg1"/>
                </a:solidFill>
              </a:rPr>
              <a:t>Because each column has its own dictionary, the engine </a:t>
            </a:r>
            <a:r>
              <a:rPr lang="en-US" b="1" dirty="0">
                <a:solidFill>
                  <a:schemeClr val="bg1"/>
                </a:solidFill>
              </a:rPr>
              <a:t>does not reuse IDs across tables</a:t>
            </a:r>
            <a:r>
              <a:rPr lang="en-US" dirty="0">
                <a:solidFill>
                  <a:schemeClr val="bg1"/>
                </a:solidFill>
              </a:rPr>
              <a:t>. Instead, it turns filtered values on the lookup side into </a:t>
            </a:r>
            <a:r>
              <a:rPr lang="en-US" b="1" dirty="0">
                <a:solidFill>
                  <a:schemeClr val="bg1"/>
                </a:solidFill>
              </a:rPr>
              <a:t>actual values</a:t>
            </a:r>
            <a:r>
              <a:rPr lang="en-US" dirty="0">
                <a:solidFill>
                  <a:schemeClr val="bg1"/>
                </a:solidFill>
              </a:rPr>
              <a:t>, then finds the corresponding </a:t>
            </a:r>
            <a:r>
              <a:rPr lang="en-US" b="1" dirty="0">
                <a:solidFill>
                  <a:schemeClr val="bg1"/>
                </a:solidFill>
              </a:rPr>
              <a:t>value IDs</a:t>
            </a:r>
            <a:r>
              <a:rPr lang="en-US" dirty="0">
                <a:solidFill>
                  <a:schemeClr val="bg1"/>
                </a:solidFill>
              </a:rPr>
              <a:t> within the fact column’s </a:t>
            </a:r>
            <a:r>
              <a:rPr lang="en-US" i="1" dirty="0">
                <a:solidFill>
                  <a:schemeClr val="bg1"/>
                </a:solidFill>
              </a:rPr>
              <a:t>own</a:t>
            </a:r>
            <a:r>
              <a:rPr lang="en-US" dirty="0">
                <a:solidFill>
                  <a:schemeClr val="bg1"/>
                </a:solidFill>
              </a:rPr>
              <a:t> dictionary and applies those via its column index. That’s the essence of relationship traversal in </a:t>
            </a:r>
            <a:r>
              <a:rPr lang="en-US" dirty="0" err="1">
                <a:solidFill>
                  <a:schemeClr val="bg1"/>
                </a:solidFill>
              </a:rPr>
              <a:t>VertiPaq</a:t>
            </a:r>
            <a:r>
              <a:rPr lang="en-US" dirty="0">
                <a:solidFill>
                  <a:schemeClr val="bg1"/>
                </a:solidFill>
              </a:rPr>
              <a:t>.</a:t>
            </a:r>
          </a:p>
          <a:p>
            <a:endParaRPr lang="en-US" dirty="0">
              <a:solidFill>
                <a:schemeClr val="bg1"/>
              </a:solidFill>
            </a:endParaRPr>
          </a:p>
        </p:txBody>
      </p:sp>
      <p:pic>
        <p:nvPicPr>
          <p:cNvPr id="17" name="Picture 16">
            <a:extLst>
              <a:ext uri="{FF2B5EF4-FFF2-40B4-BE49-F238E27FC236}">
                <a16:creationId xmlns:a16="http://schemas.microsoft.com/office/drawing/2014/main" id="{1FA9A34A-F765-1DBA-175F-950AED0EB116}"/>
              </a:ext>
            </a:extLst>
          </p:cNvPr>
          <p:cNvPicPr>
            <a:picLocks noChangeAspect="1"/>
          </p:cNvPicPr>
          <p:nvPr/>
        </p:nvPicPr>
        <p:blipFill>
          <a:blip r:embed="rId2"/>
          <a:stretch>
            <a:fillRect/>
          </a:stretch>
        </p:blipFill>
        <p:spPr>
          <a:xfrm>
            <a:off x="11931316" y="1790700"/>
            <a:ext cx="5213684" cy="6529884"/>
          </a:xfrm>
          <a:prstGeom prst="rect">
            <a:avLst/>
          </a:prstGeom>
        </p:spPr>
      </p:pic>
    </p:spTree>
    <p:extLst>
      <p:ext uri="{BB962C8B-B14F-4D97-AF65-F5344CB8AC3E}">
        <p14:creationId xmlns:p14="http://schemas.microsoft.com/office/powerpoint/2010/main" val="20930700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26ACC5B-F08A-12A7-503E-88E8F9BE5EA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024E7EE-BCAA-66AD-E48D-ED19D5564513}"/>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5E466E61-E0C8-7D28-2DAF-405ABB6BBF26}"/>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9083FA9A-209B-76E8-7898-1D048FA1256E}"/>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79A2D239-B2E9-C66C-769B-631AA41F2F07}"/>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02105584-0AB6-B406-BECE-F12BB3D43F68}"/>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8EC14E73-8A84-45BA-8ADE-288065B54D0F}"/>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7F1A0518-5648-861A-6731-4D7D58955403}"/>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7544039A-D4C4-0830-5E51-D9141A7FBE32}"/>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9D8920A9-84E2-CE43-DBAF-1397090A4862}"/>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35</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9B88C79F-8F9D-612A-E629-3D207A95523A}"/>
              </a:ext>
            </a:extLst>
          </p:cNvPr>
          <p:cNvSpPr/>
          <p:nvPr/>
        </p:nvSpPr>
        <p:spPr>
          <a:xfrm>
            <a:off x="975360" y="1562100"/>
            <a:ext cx="9387840" cy="457200"/>
          </a:xfrm>
          <a:prstGeom prst="rect">
            <a:avLst/>
          </a:prstGeom>
          <a:noFill/>
          <a:ln/>
        </p:spPr>
        <p:txBody>
          <a:bodyPr wrap="square" rtlCol="0" anchor="ctr"/>
          <a:lstStyle/>
          <a:p>
            <a:pPr marL="0" indent="0">
              <a:buNone/>
            </a:pPr>
            <a:r>
              <a:rPr lang="en-US" sz="3600" b="1" dirty="0" err="1">
                <a:solidFill>
                  <a:schemeClr val="bg1"/>
                </a:solidFill>
                <a:latin typeface="Aptos Display" pitchFamily="34" charset="0"/>
                <a:ea typeface="Aptos Display" pitchFamily="34" charset="-122"/>
                <a:cs typeface="Aptos Display" pitchFamily="34" charset="-120"/>
              </a:rPr>
              <a:t>VertiPaq</a:t>
            </a:r>
            <a:r>
              <a:rPr lang="en-US" sz="3600" b="1" dirty="0">
                <a:solidFill>
                  <a:schemeClr val="bg1"/>
                </a:solidFill>
                <a:latin typeface="Aptos Display" pitchFamily="34" charset="0"/>
                <a:ea typeface="Aptos Display" pitchFamily="34" charset="-122"/>
                <a:cs typeface="Aptos Display" pitchFamily="34" charset="-120"/>
              </a:rPr>
              <a:t> deep dive</a:t>
            </a:r>
            <a:endParaRPr lang="en-US" sz="3600" dirty="0">
              <a:solidFill>
                <a:schemeClr val="bg1"/>
              </a:solidFill>
            </a:endParaRPr>
          </a:p>
        </p:txBody>
      </p:sp>
      <p:sp>
        <p:nvSpPr>
          <p:cNvPr id="43" name="Text 1">
            <a:extLst>
              <a:ext uri="{FF2B5EF4-FFF2-40B4-BE49-F238E27FC236}">
                <a16:creationId xmlns:a16="http://schemas.microsoft.com/office/drawing/2014/main" id="{E8AF93A3-ACCD-E237-B3DA-DDCD19C5AE54}"/>
              </a:ext>
            </a:extLst>
          </p:cNvPr>
          <p:cNvSpPr/>
          <p:nvPr/>
        </p:nvSpPr>
        <p:spPr>
          <a:xfrm>
            <a:off x="939712" y="2095499"/>
            <a:ext cx="14833688" cy="570789"/>
          </a:xfrm>
          <a:prstGeom prst="rect">
            <a:avLst/>
          </a:prstGeom>
          <a:noFill/>
          <a:ln/>
        </p:spPr>
        <p:txBody>
          <a:bodyPr wrap="square" rtlCol="0" anchor="ctr"/>
          <a:lstStyle/>
          <a:p>
            <a:pPr marL="0" indent="0">
              <a:buNone/>
            </a:pPr>
            <a:r>
              <a:rPr lang="en-US" sz="2800" dirty="0">
                <a:solidFill>
                  <a:schemeClr val="bg1"/>
                </a:solidFill>
              </a:rPr>
              <a:t>Relationships cost something even though </a:t>
            </a:r>
            <a:r>
              <a:rPr lang="en-US" sz="2800" dirty="0" err="1">
                <a:solidFill>
                  <a:schemeClr val="bg1"/>
                </a:solidFill>
              </a:rPr>
              <a:t>VertiPaq</a:t>
            </a:r>
            <a:r>
              <a:rPr lang="en-US" sz="2800" dirty="0">
                <a:solidFill>
                  <a:schemeClr val="bg1"/>
                </a:solidFill>
              </a:rPr>
              <a:t> is in-memory</a:t>
            </a:r>
          </a:p>
        </p:txBody>
      </p:sp>
      <p:sp>
        <p:nvSpPr>
          <p:cNvPr id="13" name="Content Placeholder 2">
            <a:extLst>
              <a:ext uri="{FF2B5EF4-FFF2-40B4-BE49-F238E27FC236}">
                <a16:creationId xmlns:a16="http://schemas.microsoft.com/office/drawing/2014/main" id="{34EC049D-2B51-4407-A052-E0311BED915E}"/>
              </a:ext>
            </a:extLst>
          </p:cNvPr>
          <p:cNvSpPr txBox="1">
            <a:spLocks/>
          </p:cNvSpPr>
          <p:nvPr/>
        </p:nvSpPr>
        <p:spPr>
          <a:xfrm>
            <a:off x="1028700" y="2904915"/>
            <a:ext cx="16268700" cy="617304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bg1"/>
                </a:solidFill>
              </a:rPr>
              <a:t>A relationship traversal (e.g., Customers[</a:t>
            </a:r>
            <a:r>
              <a:rPr lang="en-US" dirty="0" err="1">
                <a:solidFill>
                  <a:schemeClr val="bg1"/>
                </a:solidFill>
              </a:rPr>
              <a:t>CustomerKey</a:t>
            </a:r>
            <a:r>
              <a:rPr lang="en-US" dirty="0">
                <a:solidFill>
                  <a:schemeClr val="bg1"/>
                </a:solidFill>
              </a:rPr>
              <a:t>] → Sales[</a:t>
            </a:r>
            <a:r>
              <a:rPr lang="en-US" dirty="0" err="1">
                <a:solidFill>
                  <a:schemeClr val="bg1"/>
                </a:solidFill>
              </a:rPr>
              <a:t>CustomerKey</a:t>
            </a:r>
            <a:r>
              <a:rPr lang="en-US" dirty="0">
                <a:solidFill>
                  <a:schemeClr val="bg1"/>
                </a:solidFill>
              </a:rPr>
              <a:t>]) adds </a:t>
            </a:r>
            <a:r>
              <a:rPr lang="en-US" b="1" dirty="0">
                <a:solidFill>
                  <a:schemeClr val="bg1"/>
                </a:solidFill>
              </a:rPr>
              <a:t>extra dictionary lookups and bitmap merges</a:t>
            </a:r>
            <a:r>
              <a:rPr lang="en-US" dirty="0">
                <a:solidFill>
                  <a:schemeClr val="bg1"/>
                </a:solidFill>
              </a:rPr>
              <a:t> at query time:</a:t>
            </a:r>
          </a:p>
          <a:p>
            <a:r>
              <a:rPr lang="en-US" dirty="0">
                <a:solidFill>
                  <a:schemeClr val="bg1"/>
                </a:solidFill>
              </a:rPr>
              <a:t>The filter is applied to the lookup table’s column dictionary.</a:t>
            </a:r>
          </a:p>
          <a:p>
            <a:r>
              <a:rPr lang="en-US" dirty="0">
                <a:solidFill>
                  <a:schemeClr val="bg1"/>
                </a:solidFill>
              </a:rPr>
              <a:t>Those keys are translated to actual values.</a:t>
            </a:r>
          </a:p>
          <a:p>
            <a:r>
              <a:rPr lang="en-US" dirty="0">
                <a:solidFill>
                  <a:schemeClr val="bg1"/>
                </a:solidFill>
              </a:rPr>
              <a:t>The fact table’s index on its key column is used to find matching rows.</a:t>
            </a:r>
          </a:p>
          <a:p>
            <a:r>
              <a:rPr lang="en-US" dirty="0">
                <a:solidFill>
                  <a:schemeClr val="bg1"/>
                </a:solidFill>
              </a:rPr>
              <a:t>A bitmap of valid rows is built/applied.</a:t>
            </a:r>
          </a:p>
          <a:p>
            <a:pPr marL="0" indent="0">
              <a:buNone/>
            </a:pPr>
            <a:endParaRPr lang="en-US" dirty="0">
              <a:solidFill>
                <a:schemeClr val="bg1"/>
              </a:solidFill>
            </a:endParaRPr>
          </a:p>
          <a:p>
            <a:pPr marL="0" indent="0">
              <a:buNone/>
            </a:pPr>
            <a:r>
              <a:rPr lang="en-US" dirty="0">
                <a:solidFill>
                  <a:schemeClr val="bg1"/>
                </a:solidFill>
              </a:rPr>
              <a:t>On 100 M rows, that’s not “slow,” but it’s still work. A flat table simply skips all of that, your filters and aggregations hit one dictionary space directly.</a:t>
            </a:r>
          </a:p>
        </p:txBody>
      </p:sp>
    </p:spTree>
    <p:extLst>
      <p:ext uri="{BB962C8B-B14F-4D97-AF65-F5344CB8AC3E}">
        <p14:creationId xmlns:p14="http://schemas.microsoft.com/office/powerpoint/2010/main" val="41362506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9E55C98-3810-64A2-71EE-4DA08439AF4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B4AD879-2433-397C-6A35-7E0D0E08B271}"/>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5664CB6B-6726-5A8D-C0B8-F8B2C616A153}"/>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09044E38-9EEB-24FF-F154-94A33B86C59A}"/>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55C0A45-C477-B5F4-4C2F-4D1724342C30}"/>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57FD5B42-D6CE-B8F7-7FB8-5295DA377840}"/>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C1AECC1D-E720-7C0F-D0BA-625C205DF1ED}"/>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831A8942-6602-9118-E6A2-CE271CE0B674}"/>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DBF66111-0154-6053-BA2F-6A24C026DC17}"/>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C78F768F-B117-96AE-1D90-37EC310CA88C}"/>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36</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D03305F4-74C2-4082-008A-ADBAD3C39DC9}"/>
              </a:ext>
            </a:extLst>
          </p:cNvPr>
          <p:cNvSpPr/>
          <p:nvPr/>
        </p:nvSpPr>
        <p:spPr>
          <a:xfrm>
            <a:off x="975360" y="1562100"/>
            <a:ext cx="9387840" cy="457200"/>
          </a:xfrm>
          <a:prstGeom prst="rect">
            <a:avLst/>
          </a:prstGeom>
          <a:noFill/>
          <a:ln/>
        </p:spPr>
        <p:txBody>
          <a:bodyPr wrap="square" rtlCol="0" anchor="ctr"/>
          <a:lstStyle/>
          <a:p>
            <a:pPr marL="0" indent="0">
              <a:buNone/>
            </a:pPr>
            <a:r>
              <a:rPr lang="en-US" sz="3600" b="1" dirty="0" err="1">
                <a:solidFill>
                  <a:schemeClr val="bg1"/>
                </a:solidFill>
                <a:latin typeface="Aptos Display" pitchFamily="34" charset="0"/>
                <a:ea typeface="Aptos Display" pitchFamily="34" charset="-122"/>
                <a:cs typeface="Aptos Display" pitchFamily="34" charset="-120"/>
              </a:rPr>
              <a:t>VertiPaq</a:t>
            </a:r>
            <a:r>
              <a:rPr lang="en-US" sz="3600" b="1" dirty="0">
                <a:solidFill>
                  <a:schemeClr val="bg1"/>
                </a:solidFill>
                <a:latin typeface="Aptos Display" pitchFamily="34" charset="0"/>
                <a:ea typeface="Aptos Display" pitchFamily="34" charset="-122"/>
                <a:cs typeface="Aptos Display" pitchFamily="34" charset="-120"/>
              </a:rPr>
              <a:t> deep dive</a:t>
            </a:r>
            <a:endParaRPr lang="en-US" sz="3600" dirty="0">
              <a:solidFill>
                <a:schemeClr val="bg1"/>
              </a:solidFill>
            </a:endParaRPr>
          </a:p>
        </p:txBody>
      </p:sp>
      <p:sp>
        <p:nvSpPr>
          <p:cNvPr id="43" name="Text 1">
            <a:extLst>
              <a:ext uri="{FF2B5EF4-FFF2-40B4-BE49-F238E27FC236}">
                <a16:creationId xmlns:a16="http://schemas.microsoft.com/office/drawing/2014/main" id="{D4485C30-358F-177B-8AEC-9A65D18A090A}"/>
              </a:ext>
            </a:extLst>
          </p:cNvPr>
          <p:cNvSpPr/>
          <p:nvPr/>
        </p:nvSpPr>
        <p:spPr>
          <a:xfrm>
            <a:off x="939712" y="2095499"/>
            <a:ext cx="14833688" cy="570789"/>
          </a:xfrm>
          <a:prstGeom prst="rect">
            <a:avLst/>
          </a:prstGeom>
          <a:noFill/>
          <a:ln/>
        </p:spPr>
        <p:txBody>
          <a:bodyPr wrap="square" rtlCol="0" anchor="ctr"/>
          <a:lstStyle/>
          <a:p>
            <a:r>
              <a:rPr lang="en-US" sz="2800" dirty="0">
                <a:solidFill>
                  <a:schemeClr val="bg1"/>
                </a:solidFill>
              </a:rPr>
              <a:t>Flattening can improve </a:t>
            </a:r>
            <a:r>
              <a:rPr lang="en-US" sz="2800" i="1" dirty="0">
                <a:solidFill>
                  <a:schemeClr val="bg1"/>
                </a:solidFill>
              </a:rPr>
              <a:t>column locality</a:t>
            </a:r>
            <a:r>
              <a:rPr lang="en-US" sz="2800" dirty="0">
                <a:solidFill>
                  <a:schemeClr val="bg1"/>
                </a:solidFill>
              </a:rPr>
              <a:t> and </a:t>
            </a:r>
            <a:r>
              <a:rPr lang="en-US" sz="2800" i="1" dirty="0">
                <a:solidFill>
                  <a:schemeClr val="bg1"/>
                </a:solidFill>
              </a:rPr>
              <a:t>segment pruning</a:t>
            </a:r>
            <a:endParaRPr lang="en-US" sz="2800" dirty="0">
              <a:solidFill>
                <a:schemeClr val="bg1"/>
              </a:solidFill>
            </a:endParaRPr>
          </a:p>
        </p:txBody>
      </p:sp>
      <p:sp>
        <p:nvSpPr>
          <p:cNvPr id="13" name="Content Placeholder 2">
            <a:extLst>
              <a:ext uri="{FF2B5EF4-FFF2-40B4-BE49-F238E27FC236}">
                <a16:creationId xmlns:a16="http://schemas.microsoft.com/office/drawing/2014/main" id="{D2706578-EB02-D755-6829-D2F2EBFBB4E5}"/>
              </a:ext>
            </a:extLst>
          </p:cNvPr>
          <p:cNvSpPr txBox="1">
            <a:spLocks/>
          </p:cNvSpPr>
          <p:nvPr/>
        </p:nvSpPr>
        <p:spPr>
          <a:xfrm>
            <a:off x="1028700" y="2904915"/>
            <a:ext cx="16268700" cy="617304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chemeClr val="bg1"/>
                </a:solidFill>
              </a:rPr>
              <a:t>VertiPaq</a:t>
            </a:r>
            <a:r>
              <a:rPr lang="en-US" dirty="0">
                <a:solidFill>
                  <a:schemeClr val="bg1"/>
                </a:solidFill>
              </a:rPr>
              <a:t> stores columns in </a:t>
            </a:r>
            <a:r>
              <a:rPr lang="en-US" b="1" dirty="0">
                <a:solidFill>
                  <a:schemeClr val="bg1"/>
                </a:solidFill>
              </a:rPr>
              <a:t>segments of ~1 M rows</a:t>
            </a:r>
            <a:r>
              <a:rPr lang="en-US" dirty="0">
                <a:solidFill>
                  <a:schemeClr val="bg1"/>
                </a:solidFill>
              </a:rPr>
              <a:t>.</a:t>
            </a:r>
            <a:br>
              <a:rPr lang="en-US" dirty="0">
                <a:solidFill>
                  <a:schemeClr val="bg1"/>
                </a:solidFill>
              </a:rPr>
            </a:br>
            <a:r>
              <a:rPr lang="en-US" dirty="0">
                <a:solidFill>
                  <a:schemeClr val="bg1"/>
                </a:solidFill>
              </a:rPr>
              <a:t>When you flatten a model, attributes like Customer[Region], Product[Category], etc. become additional columns on the same table.</a:t>
            </a:r>
          </a:p>
          <a:p>
            <a:r>
              <a:rPr lang="en-US" dirty="0">
                <a:solidFill>
                  <a:schemeClr val="bg1"/>
                </a:solidFill>
              </a:rPr>
              <a:t>If you filter Region = "Europe", </a:t>
            </a:r>
            <a:r>
              <a:rPr lang="en-US" dirty="0" err="1">
                <a:solidFill>
                  <a:schemeClr val="bg1"/>
                </a:solidFill>
              </a:rPr>
              <a:t>VertiPaq</a:t>
            </a:r>
            <a:r>
              <a:rPr lang="en-US" dirty="0">
                <a:solidFill>
                  <a:schemeClr val="bg1"/>
                </a:solidFill>
              </a:rPr>
              <a:t> can </a:t>
            </a:r>
            <a:r>
              <a:rPr lang="en-US" b="1" dirty="0">
                <a:solidFill>
                  <a:schemeClr val="bg1"/>
                </a:solidFill>
              </a:rPr>
              <a:t>eliminate entire Sales segments</a:t>
            </a:r>
            <a:r>
              <a:rPr lang="en-US" dirty="0">
                <a:solidFill>
                  <a:schemeClr val="bg1"/>
                </a:solidFill>
              </a:rPr>
              <a:t> immediately—because the segment stats are now on the same table.</a:t>
            </a:r>
          </a:p>
          <a:p>
            <a:r>
              <a:rPr lang="en-US" dirty="0">
                <a:solidFill>
                  <a:schemeClr val="bg1"/>
                </a:solidFill>
              </a:rPr>
              <a:t>In a star schema, those same filters exist on separate lookup tables, and the engine must traverse relationships before it can know which fact rows to touch. That can reduce the effectiveness of segment elimination.</a:t>
            </a:r>
          </a:p>
        </p:txBody>
      </p:sp>
    </p:spTree>
    <p:extLst>
      <p:ext uri="{BB962C8B-B14F-4D97-AF65-F5344CB8AC3E}">
        <p14:creationId xmlns:p14="http://schemas.microsoft.com/office/powerpoint/2010/main" val="37295524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06188FA-C1A8-02D0-7C74-F1FE24A9A0A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C55B8A9-C9F0-848D-9BB3-49E09FE545CB}"/>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D91B2120-2B10-F7E2-7101-6D70518C8E1B}"/>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5F9D1E84-6185-C799-9CFA-D8685C4079BD}"/>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BC2ECB74-5973-1081-D573-F6C605E27402}"/>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29BC5201-FE7D-3098-38DB-64A54AC43812}"/>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EFB158D6-7346-43EF-61A3-7702124EEE7B}"/>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83515DBF-2B99-A085-A9CC-7DA88EBF7058}"/>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C045B935-FC72-1BFF-8464-BA906DF33661}"/>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4CB379F4-DB12-E1F0-7AB5-4EE702652667}"/>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37</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F1515921-87C4-9F28-6939-19721E0EFC35}"/>
              </a:ext>
            </a:extLst>
          </p:cNvPr>
          <p:cNvSpPr/>
          <p:nvPr/>
        </p:nvSpPr>
        <p:spPr>
          <a:xfrm>
            <a:off x="975360" y="1562100"/>
            <a:ext cx="9387840" cy="457200"/>
          </a:xfrm>
          <a:prstGeom prst="rect">
            <a:avLst/>
          </a:prstGeom>
          <a:noFill/>
          <a:ln/>
        </p:spPr>
        <p:txBody>
          <a:bodyPr wrap="square" rtlCol="0" anchor="ctr"/>
          <a:lstStyle/>
          <a:p>
            <a:pPr marL="0" indent="0">
              <a:buNone/>
            </a:pPr>
            <a:r>
              <a:rPr lang="en-US" sz="3600" b="1" dirty="0" err="1">
                <a:solidFill>
                  <a:schemeClr val="bg1"/>
                </a:solidFill>
                <a:latin typeface="Aptos Display" pitchFamily="34" charset="0"/>
                <a:ea typeface="Aptos Display" pitchFamily="34" charset="-122"/>
                <a:cs typeface="Aptos Display" pitchFamily="34" charset="-120"/>
              </a:rPr>
              <a:t>VertiPaq</a:t>
            </a:r>
            <a:r>
              <a:rPr lang="en-US" sz="3600" b="1" dirty="0">
                <a:solidFill>
                  <a:schemeClr val="bg1"/>
                </a:solidFill>
                <a:latin typeface="Aptos Display" pitchFamily="34" charset="0"/>
                <a:ea typeface="Aptos Display" pitchFamily="34" charset="-122"/>
                <a:cs typeface="Aptos Display" pitchFamily="34" charset="-120"/>
              </a:rPr>
              <a:t> deep dive</a:t>
            </a:r>
            <a:endParaRPr lang="en-US" sz="3600" dirty="0">
              <a:solidFill>
                <a:schemeClr val="bg1"/>
              </a:solidFill>
            </a:endParaRPr>
          </a:p>
        </p:txBody>
      </p:sp>
      <p:sp>
        <p:nvSpPr>
          <p:cNvPr id="43" name="Text 1">
            <a:extLst>
              <a:ext uri="{FF2B5EF4-FFF2-40B4-BE49-F238E27FC236}">
                <a16:creationId xmlns:a16="http://schemas.microsoft.com/office/drawing/2014/main" id="{21A50F2C-2272-DBAC-68AC-4485764828BB}"/>
              </a:ext>
            </a:extLst>
          </p:cNvPr>
          <p:cNvSpPr/>
          <p:nvPr/>
        </p:nvSpPr>
        <p:spPr>
          <a:xfrm>
            <a:off x="939712" y="2095499"/>
            <a:ext cx="14833688" cy="570789"/>
          </a:xfrm>
          <a:prstGeom prst="rect">
            <a:avLst/>
          </a:prstGeom>
          <a:noFill/>
          <a:ln/>
        </p:spPr>
        <p:txBody>
          <a:bodyPr wrap="square" rtlCol="0" anchor="ctr"/>
          <a:lstStyle/>
          <a:p>
            <a:r>
              <a:rPr lang="en-US" sz="2800" dirty="0">
                <a:solidFill>
                  <a:schemeClr val="bg1"/>
                </a:solidFill>
              </a:rPr>
              <a:t>Dictionary density and compression may improve</a:t>
            </a:r>
          </a:p>
        </p:txBody>
      </p:sp>
      <p:sp>
        <p:nvSpPr>
          <p:cNvPr id="13" name="Content Placeholder 2">
            <a:extLst>
              <a:ext uri="{FF2B5EF4-FFF2-40B4-BE49-F238E27FC236}">
                <a16:creationId xmlns:a16="http://schemas.microsoft.com/office/drawing/2014/main" id="{8AF18EB6-F77D-4A93-0CF2-B5546CD853EB}"/>
              </a:ext>
            </a:extLst>
          </p:cNvPr>
          <p:cNvSpPr txBox="1">
            <a:spLocks/>
          </p:cNvSpPr>
          <p:nvPr/>
        </p:nvSpPr>
        <p:spPr>
          <a:xfrm>
            <a:off x="1028700" y="2904915"/>
            <a:ext cx="16268700" cy="617304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bg1"/>
                </a:solidFill>
              </a:rPr>
              <a:t>A flat table often compresses </a:t>
            </a:r>
            <a:r>
              <a:rPr lang="en-US" i="1" dirty="0">
                <a:solidFill>
                  <a:schemeClr val="bg1"/>
                </a:solidFill>
              </a:rPr>
              <a:t>better</a:t>
            </a:r>
            <a:r>
              <a:rPr lang="en-US" dirty="0">
                <a:solidFill>
                  <a:schemeClr val="bg1"/>
                </a:solidFill>
              </a:rPr>
              <a:t> than expected because:</a:t>
            </a:r>
          </a:p>
          <a:p>
            <a:r>
              <a:rPr lang="en-US" dirty="0">
                <a:solidFill>
                  <a:schemeClr val="bg1"/>
                </a:solidFill>
              </a:rPr>
              <a:t>Repeated combinations of dimension attributes form </a:t>
            </a:r>
            <a:r>
              <a:rPr lang="en-US" i="1" dirty="0">
                <a:solidFill>
                  <a:schemeClr val="bg1"/>
                </a:solidFill>
              </a:rPr>
              <a:t>correlated patterns</a:t>
            </a:r>
            <a:r>
              <a:rPr lang="en-US" dirty="0">
                <a:solidFill>
                  <a:schemeClr val="bg1"/>
                </a:solidFill>
              </a:rPr>
              <a:t> </a:t>
            </a:r>
            <a:r>
              <a:rPr lang="en-US" dirty="0" err="1">
                <a:solidFill>
                  <a:schemeClr val="bg1"/>
                </a:solidFill>
              </a:rPr>
              <a:t>VertiPaq</a:t>
            </a:r>
            <a:r>
              <a:rPr lang="en-US" dirty="0">
                <a:solidFill>
                  <a:schemeClr val="bg1"/>
                </a:solidFill>
              </a:rPr>
              <a:t> can exploit.</a:t>
            </a:r>
          </a:p>
          <a:p>
            <a:r>
              <a:rPr lang="en-US" dirty="0">
                <a:solidFill>
                  <a:schemeClr val="bg1"/>
                </a:solidFill>
              </a:rPr>
              <a:t>Sorting (Power BI automatically sorts by surrogate keys or load order) can produce long runs of identical encoded IDs → </a:t>
            </a:r>
            <a:r>
              <a:rPr lang="en-US" b="1" dirty="0">
                <a:solidFill>
                  <a:schemeClr val="bg1"/>
                </a:solidFill>
              </a:rPr>
              <a:t>run-length encoding</a:t>
            </a:r>
            <a:r>
              <a:rPr lang="en-US" dirty="0">
                <a:solidFill>
                  <a:schemeClr val="bg1"/>
                </a:solidFill>
              </a:rPr>
              <a:t> gains.</a:t>
            </a:r>
          </a:p>
          <a:p>
            <a:r>
              <a:rPr lang="en-US" dirty="0">
                <a:solidFill>
                  <a:schemeClr val="bg1"/>
                </a:solidFill>
              </a:rPr>
              <a:t>Star schemas, on the other hand, have separate dictionaries for every dimension. Fact columns with surrogate keys are often high-cardinality integers that compress worse than repeated low-cardinality categorical values in a flattened structure.</a:t>
            </a:r>
          </a:p>
        </p:txBody>
      </p:sp>
    </p:spTree>
    <p:extLst>
      <p:ext uri="{BB962C8B-B14F-4D97-AF65-F5344CB8AC3E}">
        <p14:creationId xmlns:p14="http://schemas.microsoft.com/office/powerpoint/2010/main" val="35573745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DB31614-2FD4-4C3F-D2B0-4103BFEF2F0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9BA5C51-C21C-9030-75C8-D0765D83F51C}"/>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9F996FBA-459D-1245-0ED6-352AFEEDB0C8}"/>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0A407188-6F23-EAF0-33CF-0EF5B0E687D0}"/>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1F35EB1F-D805-E9A9-51E9-C4964E63B54F}"/>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A387240D-AF8D-8F2D-6DE8-B436E0E0166C}"/>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3A7F227E-7D32-8AD0-CD06-BCA25834882A}"/>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658F8FB8-E0B4-1B24-343A-6B82718958D4}"/>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05AEE982-002E-1716-B461-3ABF5D894835}"/>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6457F072-1EC6-7855-92BF-8EC138C7F8D3}"/>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38</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500FF2F4-BF09-7B1D-4ADF-8ADFE62AE031}"/>
              </a:ext>
            </a:extLst>
          </p:cNvPr>
          <p:cNvSpPr/>
          <p:nvPr/>
        </p:nvSpPr>
        <p:spPr>
          <a:xfrm>
            <a:off x="975360" y="1562100"/>
            <a:ext cx="9387840" cy="457200"/>
          </a:xfrm>
          <a:prstGeom prst="rect">
            <a:avLst/>
          </a:prstGeom>
          <a:noFill/>
          <a:ln/>
        </p:spPr>
        <p:txBody>
          <a:bodyPr wrap="square" rtlCol="0" anchor="ctr"/>
          <a:lstStyle/>
          <a:p>
            <a:pPr marL="0" indent="0">
              <a:buNone/>
            </a:pPr>
            <a:r>
              <a:rPr lang="en-US" sz="3600" b="1" dirty="0" err="1">
                <a:solidFill>
                  <a:schemeClr val="bg1"/>
                </a:solidFill>
                <a:latin typeface="Aptos Display" pitchFamily="34" charset="0"/>
                <a:ea typeface="Aptos Display" pitchFamily="34" charset="-122"/>
                <a:cs typeface="Aptos Display" pitchFamily="34" charset="-120"/>
              </a:rPr>
              <a:t>VertiPaq</a:t>
            </a:r>
            <a:r>
              <a:rPr lang="en-US" sz="3600" b="1" dirty="0">
                <a:solidFill>
                  <a:schemeClr val="bg1"/>
                </a:solidFill>
                <a:latin typeface="Aptos Display" pitchFamily="34" charset="0"/>
                <a:ea typeface="Aptos Display" pitchFamily="34" charset="-122"/>
                <a:cs typeface="Aptos Display" pitchFamily="34" charset="-120"/>
              </a:rPr>
              <a:t> deep dive</a:t>
            </a:r>
            <a:endParaRPr lang="en-US" sz="3600" dirty="0">
              <a:solidFill>
                <a:schemeClr val="bg1"/>
              </a:solidFill>
            </a:endParaRPr>
          </a:p>
        </p:txBody>
      </p:sp>
      <p:sp>
        <p:nvSpPr>
          <p:cNvPr id="43" name="Text 1">
            <a:extLst>
              <a:ext uri="{FF2B5EF4-FFF2-40B4-BE49-F238E27FC236}">
                <a16:creationId xmlns:a16="http://schemas.microsoft.com/office/drawing/2014/main" id="{46F152F5-978D-84C0-C5E1-D27781E82D3F}"/>
              </a:ext>
            </a:extLst>
          </p:cNvPr>
          <p:cNvSpPr/>
          <p:nvPr/>
        </p:nvSpPr>
        <p:spPr>
          <a:xfrm>
            <a:off x="939712" y="2095499"/>
            <a:ext cx="14833688" cy="570789"/>
          </a:xfrm>
          <a:prstGeom prst="rect">
            <a:avLst/>
          </a:prstGeom>
          <a:noFill/>
          <a:ln/>
        </p:spPr>
        <p:txBody>
          <a:bodyPr wrap="square" rtlCol="0" anchor="ctr"/>
          <a:lstStyle/>
          <a:p>
            <a:r>
              <a:rPr lang="en-US" sz="2800" dirty="0">
                <a:solidFill>
                  <a:schemeClr val="bg1"/>
                </a:solidFill>
              </a:rPr>
              <a:t>Less context transition and fewer filter propagations</a:t>
            </a:r>
          </a:p>
        </p:txBody>
      </p:sp>
      <p:sp>
        <p:nvSpPr>
          <p:cNvPr id="13" name="Content Placeholder 2">
            <a:extLst>
              <a:ext uri="{FF2B5EF4-FFF2-40B4-BE49-F238E27FC236}">
                <a16:creationId xmlns:a16="http://schemas.microsoft.com/office/drawing/2014/main" id="{02DE5951-5BD6-7B80-EE18-9D164F3C1A75}"/>
              </a:ext>
            </a:extLst>
          </p:cNvPr>
          <p:cNvSpPr txBox="1">
            <a:spLocks/>
          </p:cNvSpPr>
          <p:nvPr/>
        </p:nvSpPr>
        <p:spPr>
          <a:xfrm>
            <a:off x="1028700" y="2904915"/>
            <a:ext cx="16268700" cy="617304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bg1"/>
                </a:solidFill>
              </a:rPr>
              <a:t>Many DAX measures implicitly trigger </a:t>
            </a:r>
            <a:r>
              <a:rPr lang="en-US" b="1" dirty="0">
                <a:solidFill>
                  <a:schemeClr val="bg1"/>
                </a:solidFill>
              </a:rPr>
              <a:t>context transitions</a:t>
            </a:r>
            <a:r>
              <a:rPr lang="en-US" dirty="0">
                <a:solidFill>
                  <a:schemeClr val="bg1"/>
                </a:solidFill>
              </a:rPr>
              <a:t> or </a:t>
            </a:r>
            <a:r>
              <a:rPr lang="en-US" b="1" dirty="0">
                <a:solidFill>
                  <a:schemeClr val="bg1"/>
                </a:solidFill>
              </a:rPr>
              <a:t>CALCULATE</a:t>
            </a:r>
            <a:r>
              <a:rPr lang="en-US" dirty="0">
                <a:solidFill>
                  <a:schemeClr val="bg1"/>
                </a:solidFill>
              </a:rPr>
              <a:t> operations that must propagate filters through relationships.</a:t>
            </a:r>
          </a:p>
          <a:p>
            <a:r>
              <a:rPr lang="en-US" dirty="0">
                <a:solidFill>
                  <a:schemeClr val="bg1"/>
                </a:solidFill>
              </a:rPr>
              <a:t>When everything lives in one table, there’s no propagation - just direct column filters - which can drastically simplify the internal query plan (fewer joins, smaller bitmaps, fewer hash lookups).</a:t>
            </a:r>
          </a:p>
        </p:txBody>
      </p:sp>
    </p:spTree>
    <p:extLst>
      <p:ext uri="{BB962C8B-B14F-4D97-AF65-F5344CB8AC3E}">
        <p14:creationId xmlns:p14="http://schemas.microsoft.com/office/powerpoint/2010/main" val="12336194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67A14E8-0539-7E9B-1014-326BF3A72DF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921313C-5C70-361A-2C41-91DB89C754A7}"/>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EC7FEB91-8F5B-5C6A-533F-B25B00F1EA41}"/>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991A3C8E-071C-0906-CE3B-C427FA9C2219}"/>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6D7A1B32-5E35-112A-5271-7AB0FD6F5C90}"/>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0A7CB259-CB20-25F2-FBA0-8D22304BE209}"/>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D1DBE32A-ACA1-455F-4E26-F88F6961D5EB}"/>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5DCA75C1-BD42-CFCC-D311-F4F44EF0ADC2}"/>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5F7B616B-6A5F-7CED-CB45-3CA84BA0C8ED}"/>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F43842A2-CB53-B3A1-179E-C196C90769F1}"/>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39</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D752DB52-9696-9A21-9E85-CB25390A4A46}"/>
              </a:ext>
            </a:extLst>
          </p:cNvPr>
          <p:cNvSpPr/>
          <p:nvPr/>
        </p:nvSpPr>
        <p:spPr>
          <a:xfrm>
            <a:off x="975360" y="1562100"/>
            <a:ext cx="9387840" cy="457200"/>
          </a:xfrm>
          <a:prstGeom prst="rect">
            <a:avLst/>
          </a:prstGeom>
          <a:noFill/>
          <a:ln/>
        </p:spPr>
        <p:txBody>
          <a:bodyPr wrap="square" rtlCol="0" anchor="ctr"/>
          <a:lstStyle/>
          <a:p>
            <a:pPr marL="0" indent="0">
              <a:buNone/>
            </a:pPr>
            <a:r>
              <a:rPr lang="en-US" sz="3600" b="1" dirty="0" err="1">
                <a:solidFill>
                  <a:schemeClr val="bg1"/>
                </a:solidFill>
                <a:latin typeface="Aptos Display" pitchFamily="34" charset="0"/>
                <a:ea typeface="Aptos Display" pitchFamily="34" charset="-122"/>
                <a:cs typeface="Aptos Display" pitchFamily="34" charset="-120"/>
              </a:rPr>
              <a:t>VertiPaq</a:t>
            </a:r>
            <a:r>
              <a:rPr lang="en-US" sz="3600" b="1" dirty="0">
                <a:solidFill>
                  <a:schemeClr val="bg1"/>
                </a:solidFill>
                <a:latin typeface="Aptos Display" pitchFamily="34" charset="0"/>
                <a:ea typeface="Aptos Display" pitchFamily="34" charset="-122"/>
                <a:cs typeface="Aptos Display" pitchFamily="34" charset="-120"/>
              </a:rPr>
              <a:t> deep dive</a:t>
            </a:r>
            <a:endParaRPr lang="en-US" sz="3600" dirty="0">
              <a:solidFill>
                <a:schemeClr val="bg1"/>
              </a:solidFill>
            </a:endParaRPr>
          </a:p>
        </p:txBody>
      </p:sp>
      <p:sp>
        <p:nvSpPr>
          <p:cNvPr id="43" name="Text 1">
            <a:extLst>
              <a:ext uri="{FF2B5EF4-FFF2-40B4-BE49-F238E27FC236}">
                <a16:creationId xmlns:a16="http://schemas.microsoft.com/office/drawing/2014/main" id="{05A238A4-B9F8-3867-C02B-684BD5E9ACAC}"/>
              </a:ext>
            </a:extLst>
          </p:cNvPr>
          <p:cNvSpPr/>
          <p:nvPr/>
        </p:nvSpPr>
        <p:spPr>
          <a:xfrm>
            <a:off x="939712" y="2095499"/>
            <a:ext cx="14833688" cy="570789"/>
          </a:xfrm>
          <a:prstGeom prst="rect">
            <a:avLst/>
          </a:prstGeom>
          <a:noFill/>
          <a:ln/>
        </p:spPr>
        <p:txBody>
          <a:bodyPr wrap="square" rtlCol="0" anchor="ctr"/>
          <a:lstStyle/>
          <a:p>
            <a:r>
              <a:rPr lang="en-US" sz="2800" dirty="0">
                <a:solidFill>
                  <a:schemeClr val="bg1"/>
                </a:solidFill>
              </a:rPr>
              <a:t>Why flat tables can be faster</a:t>
            </a:r>
          </a:p>
        </p:txBody>
      </p:sp>
      <p:sp>
        <p:nvSpPr>
          <p:cNvPr id="12" name="Content Placeholder 2">
            <a:extLst>
              <a:ext uri="{FF2B5EF4-FFF2-40B4-BE49-F238E27FC236}">
                <a16:creationId xmlns:a16="http://schemas.microsoft.com/office/drawing/2014/main" id="{A08C4FB0-E7CE-266D-5963-428F70020EC4}"/>
              </a:ext>
            </a:extLst>
          </p:cNvPr>
          <p:cNvSpPr txBox="1">
            <a:spLocks/>
          </p:cNvSpPr>
          <p:nvPr/>
        </p:nvSpPr>
        <p:spPr>
          <a:xfrm>
            <a:off x="975360" y="2951287"/>
            <a:ext cx="15637330" cy="6221285"/>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bg1"/>
                </a:solidFill>
              </a:rPr>
              <a:t>Flat tables avoid relationship traversals.</a:t>
            </a:r>
          </a:p>
          <a:p>
            <a:r>
              <a:rPr lang="en-US" dirty="0">
                <a:solidFill>
                  <a:schemeClr val="bg1"/>
                </a:solidFill>
              </a:rPr>
              <a:t>Segment pruning can be more efficient.</a:t>
            </a:r>
          </a:p>
          <a:p>
            <a:r>
              <a:rPr lang="en-US" dirty="0">
                <a:solidFill>
                  <a:schemeClr val="bg1"/>
                </a:solidFill>
              </a:rPr>
              <a:t>Compression can overperform if the data is sorted or highly repetitive.</a:t>
            </a:r>
          </a:p>
          <a:p>
            <a:r>
              <a:rPr lang="en-US" dirty="0">
                <a:solidFill>
                  <a:schemeClr val="bg1"/>
                </a:solidFill>
              </a:rPr>
              <a:t>Dictionary lookups are simpler (single dictionary space).</a:t>
            </a:r>
          </a:p>
          <a:p>
            <a:r>
              <a:rPr lang="en-US" dirty="0">
                <a:solidFill>
                  <a:schemeClr val="bg1"/>
                </a:solidFill>
              </a:rPr>
              <a:t>DAX formulas avoid additional context propagation overhead.</a:t>
            </a:r>
          </a:p>
          <a:p>
            <a:pPr marL="0" indent="0">
              <a:buFont typeface="Arial" pitchFamily="34" charset="0"/>
              <a:buNone/>
            </a:pPr>
            <a:endParaRPr lang="en-US" dirty="0">
              <a:solidFill>
                <a:schemeClr val="bg1"/>
              </a:solidFill>
            </a:endParaRPr>
          </a:p>
          <a:p>
            <a:pPr marL="0" indent="0">
              <a:buFont typeface="Arial" pitchFamily="34" charset="0"/>
              <a:buNone/>
            </a:pPr>
            <a:r>
              <a:rPr lang="en-US" dirty="0">
                <a:solidFill>
                  <a:schemeClr val="bg1"/>
                </a:solidFill>
              </a:rPr>
              <a:t>In short: </a:t>
            </a:r>
            <a:r>
              <a:rPr lang="en-US" b="1" dirty="0" err="1">
                <a:solidFill>
                  <a:schemeClr val="bg1"/>
                </a:solidFill>
              </a:rPr>
              <a:t>VertiPaq’s</a:t>
            </a:r>
            <a:r>
              <a:rPr lang="en-US" b="1" dirty="0">
                <a:solidFill>
                  <a:schemeClr val="bg1"/>
                </a:solidFill>
              </a:rPr>
              <a:t> query pipeline is incredibly fast at scanning compressed columns</a:t>
            </a:r>
            <a:r>
              <a:rPr lang="en-US" dirty="0">
                <a:solidFill>
                  <a:schemeClr val="bg1"/>
                </a:solidFill>
              </a:rPr>
              <a:t>, but </a:t>
            </a:r>
            <a:r>
              <a:rPr lang="en-US" b="1" dirty="0">
                <a:solidFill>
                  <a:schemeClr val="bg1"/>
                </a:solidFill>
              </a:rPr>
              <a:t>filter propagation across relationships introduces real work</a:t>
            </a:r>
            <a:r>
              <a:rPr lang="en-US" dirty="0">
                <a:solidFill>
                  <a:schemeClr val="bg1"/>
                </a:solidFill>
              </a:rPr>
              <a:t>.</a:t>
            </a:r>
            <a:br>
              <a:rPr lang="en-US" dirty="0">
                <a:solidFill>
                  <a:schemeClr val="bg1"/>
                </a:solidFill>
              </a:rPr>
            </a:br>
            <a:endParaRPr lang="en-US" dirty="0">
              <a:solidFill>
                <a:schemeClr val="bg1"/>
              </a:solidFill>
            </a:endParaRPr>
          </a:p>
          <a:p>
            <a:pPr marL="0" indent="0">
              <a:buFont typeface="Arial" pitchFamily="34" charset="0"/>
              <a:buNone/>
            </a:pPr>
            <a:r>
              <a:rPr lang="en-US" dirty="0">
                <a:solidFill>
                  <a:schemeClr val="bg1"/>
                </a:solidFill>
              </a:rPr>
              <a:t>This is why a fully flattened, pre-joined table can outpace a perfectly modeled star schema.</a:t>
            </a:r>
          </a:p>
          <a:p>
            <a:endParaRPr lang="en-US" dirty="0">
              <a:solidFill>
                <a:schemeClr val="bg1"/>
              </a:solidFill>
            </a:endParaRPr>
          </a:p>
        </p:txBody>
      </p:sp>
    </p:spTree>
    <p:extLst>
      <p:ext uri="{BB962C8B-B14F-4D97-AF65-F5344CB8AC3E}">
        <p14:creationId xmlns:p14="http://schemas.microsoft.com/office/powerpoint/2010/main" val="22793098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0D11F44-8490-3D76-FF8C-3AEFC73C4EB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8FC60B1-370A-2D23-16D3-D2EC56349637}"/>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solidFill>
                <a:schemeClr val="bg1"/>
              </a:solidFill>
            </a:endParaRPr>
          </a:p>
        </p:txBody>
      </p:sp>
      <p:sp>
        <p:nvSpPr>
          <p:cNvPr id="3" name="AutoShape 3">
            <a:extLst>
              <a:ext uri="{FF2B5EF4-FFF2-40B4-BE49-F238E27FC236}">
                <a16:creationId xmlns:a16="http://schemas.microsoft.com/office/drawing/2014/main" id="{C7E69B4C-49BD-6A57-E488-4EC563555742}"/>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solidFill>
                <a:schemeClr val="bg1"/>
              </a:solidFill>
            </a:endParaRPr>
          </a:p>
        </p:txBody>
      </p:sp>
      <p:grpSp>
        <p:nvGrpSpPr>
          <p:cNvPr id="4" name="Group 4">
            <a:extLst>
              <a:ext uri="{FF2B5EF4-FFF2-40B4-BE49-F238E27FC236}">
                <a16:creationId xmlns:a16="http://schemas.microsoft.com/office/drawing/2014/main" id="{856E4507-8854-B34C-9EB0-A80E26897E89}"/>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D98CD06-AEF6-9153-CA54-1BEE589609A6}"/>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solidFill>
                  <a:schemeClr val="bg1"/>
                </a:solidFill>
              </a:endParaRPr>
            </a:p>
          </p:txBody>
        </p:sp>
        <p:sp>
          <p:nvSpPr>
            <p:cNvPr id="6" name="Freeform 6">
              <a:extLst>
                <a:ext uri="{FF2B5EF4-FFF2-40B4-BE49-F238E27FC236}">
                  <a16:creationId xmlns:a16="http://schemas.microsoft.com/office/drawing/2014/main" id="{70EDFC94-106B-7A3F-2F33-0580E1B81C9E}"/>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solidFill>
                  <a:schemeClr val="bg1"/>
                </a:solidFill>
              </a:endParaRPr>
            </a:p>
          </p:txBody>
        </p:sp>
        <p:sp>
          <p:nvSpPr>
            <p:cNvPr id="7" name="Freeform 7">
              <a:extLst>
                <a:ext uri="{FF2B5EF4-FFF2-40B4-BE49-F238E27FC236}">
                  <a16:creationId xmlns:a16="http://schemas.microsoft.com/office/drawing/2014/main" id="{6C16A554-CEC4-7723-C788-0C5F7B0129FA}"/>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solidFill>
                  <a:schemeClr val="bg1"/>
                </a:solidFill>
              </a:endParaRPr>
            </a:p>
          </p:txBody>
        </p:sp>
      </p:grpSp>
      <p:sp>
        <p:nvSpPr>
          <p:cNvPr id="8" name="TextBox 8">
            <a:extLst>
              <a:ext uri="{FF2B5EF4-FFF2-40B4-BE49-F238E27FC236}">
                <a16:creationId xmlns:a16="http://schemas.microsoft.com/office/drawing/2014/main" id="{DE1E4E86-E9A0-2D5B-9A87-13B7E579086F}"/>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chemeClr val="bg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8FF20946-D571-62E2-F9C8-4C6107E4EB22}"/>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chemeClr val="bg1"/>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10A42670-194E-5F71-1768-3600D5A3062D}"/>
              </a:ext>
            </a:extLst>
          </p:cNvPr>
          <p:cNvSpPr txBox="1"/>
          <p:nvPr/>
        </p:nvSpPr>
        <p:spPr>
          <a:xfrm>
            <a:off x="1104305" y="9397048"/>
            <a:ext cx="876895" cy="839269"/>
          </a:xfrm>
          <a:prstGeom prst="rect">
            <a:avLst/>
          </a:prstGeom>
        </p:spPr>
        <p:txBody>
          <a:bodyPr wrap="square" lIns="0" tIns="0" rIns="0" bIns="0" rtlCol="0" anchor="t">
            <a:spAutoFit/>
          </a:bodyPr>
          <a:lstStyle/>
          <a:p>
            <a:pPr algn="ctr">
              <a:lnSpc>
                <a:spcPts val="3359"/>
              </a:lnSpc>
            </a:pPr>
            <a:r>
              <a:rPr lang="en-US" sz="2400" dirty="0">
                <a:solidFill>
                  <a:schemeClr val="bg1"/>
                </a:solidFill>
                <a:latin typeface="Outfit"/>
                <a:ea typeface="Outfit"/>
                <a:cs typeface="Outfit"/>
                <a:sym typeface="Outfit"/>
              </a:rPr>
              <a:t>Pg: </a:t>
            </a:r>
            <a:fld id="{25AB3E07-4AFB-4B8C-B754-F0560D9F8FA9}" type="slidenum">
              <a:rPr lang="en-US" sz="2400" smtClean="0">
                <a:solidFill>
                  <a:schemeClr val="bg1"/>
                </a:solidFill>
                <a:latin typeface="Outfit"/>
                <a:ea typeface="Outfit"/>
                <a:cs typeface="Outfit"/>
                <a:sym typeface="Outfit"/>
              </a:rPr>
              <a:t>40</a:t>
            </a:fld>
            <a:endParaRPr lang="en-US" sz="2400" dirty="0">
              <a:solidFill>
                <a:schemeClr val="bg1"/>
              </a:solidFill>
              <a:latin typeface="Outfit"/>
              <a:ea typeface="Outfit"/>
              <a:cs typeface="Outfit"/>
              <a:sym typeface="Outfit"/>
            </a:endParaRPr>
          </a:p>
        </p:txBody>
      </p:sp>
      <p:sp>
        <p:nvSpPr>
          <p:cNvPr id="9" name="Text 0">
            <a:extLst>
              <a:ext uri="{FF2B5EF4-FFF2-40B4-BE49-F238E27FC236}">
                <a16:creationId xmlns:a16="http://schemas.microsoft.com/office/drawing/2014/main" id="{87C3D96B-4138-46C2-F663-8233BFB0FCAA}"/>
              </a:ext>
            </a:extLst>
          </p:cNvPr>
          <p:cNvSpPr/>
          <p:nvPr/>
        </p:nvSpPr>
        <p:spPr>
          <a:xfrm>
            <a:off x="975360" y="1562100"/>
            <a:ext cx="9387840" cy="457200"/>
          </a:xfrm>
          <a:prstGeom prst="rect">
            <a:avLst/>
          </a:prstGeom>
          <a:noFill/>
          <a:ln/>
        </p:spPr>
        <p:txBody>
          <a:bodyPr wrap="square" rtlCol="0" anchor="ctr"/>
          <a:lstStyle/>
          <a:p>
            <a:pPr marL="0" indent="0">
              <a:buNone/>
            </a:pPr>
            <a:r>
              <a:rPr lang="en-US" sz="3600" b="1" dirty="0" err="1">
                <a:solidFill>
                  <a:schemeClr val="bg1"/>
                </a:solidFill>
                <a:latin typeface="Aptos Display" pitchFamily="34" charset="0"/>
                <a:ea typeface="Aptos Display" pitchFamily="34" charset="-122"/>
                <a:cs typeface="Aptos Display" pitchFamily="34" charset="-120"/>
              </a:rPr>
              <a:t>VertiPaq</a:t>
            </a:r>
            <a:r>
              <a:rPr lang="en-US" sz="3600" b="1" dirty="0">
                <a:solidFill>
                  <a:schemeClr val="bg1"/>
                </a:solidFill>
                <a:latin typeface="Aptos Display" pitchFamily="34" charset="0"/>
                <a:ea typeface="Aptos Display" pitchFamily="34" charset="-122"/>
                <a:cs typeface="Aptos Display" pitchFamily="34" charset="-120"/>
              </a:rPr>
              <a:t> deep dive</a:t>
            </a:r>
            <a:endParaRPr lang="en-US" sz="3600" dirty="0">
              <a:solidFill>
                <a:schemeClr val="bg1"/>
              </a:solidFill>
            </a:endParaRPr>
          </a:p>
        </p:txBody>
      </p:sp>
      <p:sp>
        <p:nvSpPr>
          <p:cNvPr id="43" name="Text 1">
            <a:extLst>
              <a:ext uri="{FF2B5EF4-FFF2-40B4-BE49-F238E27FC236}">
                <a16:creationId xmlns:a16="http://schemas.microsoft.com/office/drawing/2014/main" id="{B5A14E99-5201-AA47-1BE4-DEFD7AFD55C4}"/>
              </a:ext>
            </a:extLst>
          </p:cNvPr>
          <p:cNvSpPr/>
          <p:nvPr/>
        </p:nvSpPr>
        <p:spPr>
          <a:xfrm>
            <a:off x="939712" y="2095499"/>
            <a:ext cx="14833688" cy="570789"/>
          </a:xfrm>
          <a:prstGeom prst="rect">
            <a:avLst/>
          </a:prstGeom>
          <a:noFill/>
          <a:ln/>
        </p:spPr>
        <p:txBody>
          <a:bodyPr wrap="square" rtlCol="0" anchor="ctr"/>
          <a:lstStyle/>
          <a:p>
            <a:r>
              <a:rPr lang="en-US" sz="2800" dirty="0">
                <a:solidFill>
                  <a:schemeClr val="bg1"/>
                </a:solidFill>
              </a:rPr>
              <a:t>Flat vs. Star</a:t>
            </a:r>
          </a:p>
        </p:txBody>
      </p:sp>
      <p:graphicFrame>
        <p:nvGraphicFramePr>
          <p:cNvPr id="12" name="Content Placeholder 3">
            <a:extLst>
              <a:ext uri="{FF2B5EF4-FFF2-40B4-BE49-F238E27FC236}">
                <a16:creationId xmlns:a16="http://schemas.microsoft.com/office/drawing/2014/main" id="{CF856A41-A166-6D96-7ABE-0AA9434370EA}"/>
              </a:ext>
            </a:extLst>
          </p:cNvPr>
          <p:cNvGraphicFramePr>
            <a:graphicFrameLocks/>
          </p:cNvGraphicFramePr>
          <p:nvPr>
            <p:extLst>
              <p:ext uri="{D42A27DB-BD31-4B8C-83A1-F6EECF244321}">
                <p14:modId xmlns:p14="http://schemas.microsoft.com/office/powerpoint/2010/main" val="87756403"/>
              </p:ext>
            </p:extLst>
          </p:nvPr>
        </p:nvGraphicFramePr>
        <p:xfrm>
          <a:off x="1052762" y="2854686"/>
          <a:ext cx="14492037" cy="6175008"/>
        </p:xfrm>
        <a:graphic>
          <a:graphicData uri="http://schemas.openxmlformats.org/drawingml/2006/table">
            <a:tbl>
              <a:tblPr/>
              <a:tblGrid>
                <a:gridCol w="4830679">
                  <a:extLst>
                    <a:ext uri="{9D8B030D-6E8A-4147-A177-3AD203B41FA5}">
                      <a16:colId xmlns:a16="http://schemas.microsoft.com/office/drawing/2014/main" val="3829699067"/>
                    </a:ext>
                  </a:extLst>
                </a:gridCol>
                <a:gridCol w="4830679">
                  <a:extLst>
                    <a:ext uri="{9D8B030D-6E8A-4147-A177-3AD203B41FA5}">
                      <a16:colId xmlns:a16="http://schemas.microsoft.com/office/drawing/2014/main" val="2508618473"/>
                    </a:ext>
                  </a:extLst>
                </a:gridCol>
                <a:gridCol w="4830679">
                  <a:extLst>
                    <a:ext uri="{9D8B030D-6E8A-4147-A177-3AD203B41FA5}">
                      <a16:colId xmlns:a16="http://schemas.microsoft.com/office/drawing/2014/main" val="3159896348"/>
                    </a:ext>
                  </a:extLst>
                </a:gridCol>
              </a:tblGrid>
              <a:tr h="882144">
                <a:tc>
                  <a:txBody>
                    <a:bodyPr/>
                    <a:lstStyle/>
                    <a:p>
                      <a:pPr>
                        <a:buNone/>
                      </a:pPr>
                      <a:r>
                        <a:rPr lang="en-US" b="1" dirty="0">
                          <a:solidFill>
                            <a:schemeClr val="bg1"/>
                          </a:solidFill>
                        </a:rPr>
                        <a:t>Aspect</a:t>
                      </a:r>
                    </a:p>
                  </a:txBody>
                  <a:tcPr anchor="ctr">
                    <a:lnL>
                      <a:noFill/>
                    </a:lnL>
                    <a:lnR>
                      <a:noFill/>
                    </a:lnR>
                    <a:lnT>
                      <a:noFill/>
                    </a:lnT>
                    <a:lnB>
                      <a:noFill/>
                    </a:lnB>
                    <a:noFill/>
                  </a:tcPr>
                </a:tc>
                <a:tc>
                  <a:txBody>
                    <a:bodyPr/>
                    <a:lstStyle/>
                    <a:p>
                      <a:pPr>
                        <a:buNone/>
                      </a:pPr>
                      <a:r>
                        <a:rPr lang="en-US" b="1" dirty="0">
                          <a:solidFill>
                            <a:schemeClr val="bg1"/>
                          </a:solidFill>
                        </a:rPr>
                        <a:t>Flat table</a:t>
                      </a:r>
                    </a:p>
                  </a:txBody>
                  <a:tcPr anchor="ctr">
                    <a:lnL>
                      <a:noFill/>
                    </a:lnL>
                    <a:lnR>
                      <a:noFill/>
                    </a:lnR>
                    <a:lnT>
                      <a:noFill/>
                    </a:lnT>
                    <a:lnB>
                      <a:noFill/>
                    </a:lnB>
                    <a:noFill/>
                  </a:tcPr>
                </a:tc>
                <a:tc>
                  <a:txBody>
                    <a:bodyPr/>
                    <a:lstStyle/>
                    <a:p>
                      <a:pPr>
                        <a:buNone/>
                      </a:pPr>
                      <a:r>
                        <a:rPr lang="en-US" b="1" dirty="0">
                          <a:solidFill>
                            <a:schemeClr val="bg1"/>
                          </a:solidFill>
                        </a:rPr>
                        <a:t>Star schema</a:t>
                      </a:r>
                    </a:p>
                  </a:txBody>
                  <a:tcPr anchor="ctr">
                    <a:lnL>
                      <a:noFill/>
                    </a:lnL>
                    <a:lnR>
                      <a:noFill/>
                    </a:lnR>
                    <a:lnT>
                      <a:noFill/>
                    </a:lnT>
                    <a:lnB>
                      <a:noFill/>
                    </a:lnB>
                    <a:noFill/>
                  </a:tcPr>
                </a:tc>
                <a:extLst>
                  <a:ext uri="{0D108BD9-81ED-4DB2-BD59-A6C34878D82A}">
                    <a16:rowId xmlns:a16="http://schemas.microsoft.com/office/drawing/2014/main" val="166726271"/>
                  </a:ext>
                </a:extLst>
              </a:tr>
              <a:tr h="2205360">
                <a:tc>
                  <a:txBody>
                    <a:bodyPr/>
                    <a:lstStyle/>
                    <a:p>
                      <a:pPr>
                        <a:buNone/>
                      </a:pPr>
                      <a:r>
                        <a:rPr lang="en-US" b="1">
                          <a:solidFill>
                            <a:schemeClr val="bg1"/>
                          </a:solidFill>
                        </a:rPr>
                        <a:t>Compression ratio</a:t>
                      </a:r>
                      <a:endParaRPr lang="en-US">
                        <a:solidFill>
                          <a:schemeClr val="bg1"/>
                        </a:solidFill>
                      </a:endParaRPr>
                    </a:p>
                  </a:txBody>
                  <a:tcPr anchor="ctr">
                    <a:lnL>
                      <a:noFill/>
                    </a:lnL>
                    <a:lnR>
                      <a:noFill/>
                    </a:lnR>
                    <a:lnT>
                      <a:noFill/>
                    </a:lnT>
                    <a:lnB>
                      <a:noFill/>
                    </a:lnB>
                    <a:noFill/>
                  </a:tcPr>
                </a:tc>
                <a:tc>
                  <a:txBody>
                    <a:bodyPr/>
                    <a:lstStyle/>
                    <a:p>
                      <a:pPr>
                        <a:buNone/>
                      </a:pPr>
                      <a:r>
                        <a:rPr lang="en-US" dirty="0">
                          <a:solidFill>
                            <a:schemeClr val="bg1"/>
                          </a:solidFill>
                        </a:rPr>
                        <a:t>Sometimes higher but limited by repeated dimension values</a:t>
                      </a:r>
                    </a:p>
                  </a:txBody>
                  <a:tcPr anchor="ctr">
                    <a:lnL>
                      <a:noFill/>
                    </a:lnL>
                    <a:lnR>
                      <a:noFill/>
                    </a:lnR>
                    <a:lnT>
                      <a:noFill/>
                    </a:lnT>
                    <a:lnB>
                      <a:noFill/>
                    </a:lnB>
                    <a:noFill/>
                  </a:tcPr>
                </a:tc>
                <a:tc>
                  <a:txBody>
                    <a:bodyPr/>
                    <a:lstStyle/>
                    <a:p>
                      <a:pPr>
                        <a:buNone/>
                      </a:pPr>
                      <a:r>
                        <a:rPr lang="en-US" dirty="0">
                          <a:solidFill>
                            <a:schemeClr val="bg1"/>
                          </a:solidFill>
                        </a:rPr>
                        <a:t>Usually better overall because small lookup tables compress independently</a:t>
                      </a:r>
                    </a:p>
                  </a:txBody>
                  <a:tcPr anchor="ctr">
                    <a:lnL>
                      <a:noFill/>
                    </a:lnL>
                    <a:lnR>
                      <a:noFill/>
                    </a:lnR>
                    <a:lnT>
                      <a:noFill/>
                    </a:lnT>
                    <a:lnB>
                      <a:noFill/>
                    </a:lnB>
                    <a:noFill/>
                  </a:tcPr>
                </a:tc>
                <a:extLst>
                  <a:ext uri="{0D108BD9-81ED-4DB2-BD59-A6C34878D82A}">
                    <a16:rowId xmlns:a16="http://schemas.microsoft.com/office/drawing/2014/main" val="3390929880"/>
                  </a:ext>
                </a:extLst>
              </a:tr>
              <a:tr h="882144">
                <a:tc>
                  <a:txBody>
                    <a:bodyPr/>
                    <a:lstStyle/>
                    <a:p>
                      <a:pPr>
                        <a:buNone/>
                      </a:pPr>
                      <a:r>
                        <a:rPr lang="en-US" b="1">
                          <a:solidFill>
                            <a:schemeClr val="bg1"/>
                          </a:solidFill>
                        </a:rPr>
                        <a:t>Model size</a:t>
                      </a:r>
                      <a:endParaRPr lang="en-US">
                        <a:solidFill>
                          <a:schemeClr val="bg1"/>
                        </a:solidFill>
                      </a:endParaRPr>
                    </a:p>
                  </a:txBody>
                  <a:tcPr anchor="ctr">
                    <a:lnL>
                      <a:noFill/>
                    </a:lnL>
                    <a:lnR>
                      <a:noFill/>
                    </a:lnR>
                    <a:lnT>
                      <a:noFill/>
                    </a:lnT>
                    <a:lnB>
                      <a:noFill/>
                    </a:lnB>
                    <a:noFill/>
                  </a:tcPr>
                </a:tc>
                <a:tc>
                  <a:txBody>
                    <a:bodyPr/>
                    <a:lstStyle/>
                    <a:p>
                      <a:pPr>
                        <a:buNone/>
                      </a:pPr>
                      <a:r>
                        <a:rPr lang="en-US" dirty="0">
                          <a:solidFill>
                            <a:schemeClr val="bg1"/>
                          </a:solidFill>
                        </a:rPr>
                        <a:t>Grows with every new attribute</a:t>
                      </a:r>
                    </a:p>
                  </a:txBody>
                  <a:tcPr anchor="ctr">
                    <a:lnL>
                      <a:noFill/>
                    </a:lnL>
                    <a:lnR>
                      <a:noFill/>
                    </a:lnR>
                    <a:lnT>
                      <a:noFill/>
                    </a:lnT>
                    <a:lnB>
                      <a:noFill/>
                    </a:lnB>
                    <a:noFill/>
                  </a:tcPr>
                </a:tc>
                <a:tc>
                  <a:txBody>
                    <a:bodyPr/>
                    <a:lstStyle/>
                    <a:p>
                      <a:pPr>
                        <a:buNone/>
                      </a:pPr>
                      <a:r>
                        <a:rPr lang="en-US">
                          <a:solidFill>
                            <a:schemeClr val="bg1"/>
                          </a:solidFill>
                        </a:rPr>
                        <a:t>Minimal duplication</a:t>
                      </a:r>
                    </a:p>
                  </a:txBody>
                  <a:tcPr anchor="ctr">
                    <a:lnL>
                      <a:noFill/>
                    </a:lnL>
                    <a:lnR>
                      <a:noFill/>
                    </a:lnR>
                    <a:lnT>
                      <a:noFill/>
                    </a:lnT>
                    <a:lnB>
                      <a:noFill/>
                    </a:lnB>
                    <a:noFill/>
                  </a:tcPr>
                </a:tc>
                <a:extLst>
                  <a:ext uri="{0D108BD9-81ED-4DB2-BD59-A6C34878D82A}">
                    <a16:rowId xmlns:a16="http://schemas.microsoft.com/office/drawing/2014/main" val="172899134"/>
                  </a:ext>
                </a:extLst>
              </a:tr>
              <a:tr h="2205360">
                <a:tc>
                  <a:txBody>
                    <a:bodyPr/>
                    <a:lstStyle/>
                    <a:p>
                      <a:pPr>
                        <a:buNone/>
                      </a:pPr>
                      <a:r>
                        <a:rPr lang="en-US" b="1">
                          <a:solidFill>
                            <a:schemeClr val="bg1"/>
                          </a:solidFill>
                        </a:rPr>
                        <a:t>Scalability</a:t>
                      </a:r>
                      <a:endParaRPr lang="en-US">
                        <a:solidFill>
                          <a:schemeClr val="bg1"/>
                        </a:solidFill>
                      </a:endParaRPr>
                    </a:p>
                  </a:txBody>
                  <a:tcPr anchor="ctr">
                    <a:lnL>
                      <a:noFill/>
                    </a:lnL>
                    <a:lnR>
                      <a:noFill/>
                    </a:lnR>
                    <a:lnT>
                      <a:noFill/>
                    </a:lnT>
                    <a:lnB>
                      <a:noFill/>
                    </a:lnB>
                    <a:noFill/>
                  </a:tcPr>
                </a:tc>
                <a:tc>
                  <a:txBody>
                    <a:bodyPr/>
                    <a:lstStyle/>
                    <a:p>
                      <a:pPr>
                        <a:buNone/>
                      </a:pPr>
                      <a:r>
                        <a:rPr lang="en-US">
                          <a:solidFill>
                            <a:schemeClr val="bg1"/>
                          </a:solidFill>
                        </a:rPr>
                        <a:t>Slower refresh &amp; larger memory footprint when data grows beyond cache</a:t>
                      </a:r>
                    </a:p>
                  </a:txBody>
                  <a:tcPr anchor="ctr">
                    <a:lnL>
                      <a:noFill/>
                    </a:lnL>
                    <a:lnR>
                      <a:noFill/>
                    </a:lnR>
                    <a:lnT>
                      <a:noFill/>
                    </a:lnT>
                    <a:lnB>
                      <a:noFill/>
                    </a:lnB>
                    <a:noFill/>
                  </a:tcPr>
                </a:tc>
                <a:tc>
                  <a:txBody>
                    <a:bodyPr/>
                    <a:lstStyle/>
                    <a:p>
                      <a:pPr>
                        <a:buNone/>
                      </a:pPr>
                      <a:r>
                        <a:rPr lang="en-US" dirty="0">
                          <a:solidFill>
                            <a:schemeClr val="bg1"/>
                          </a:solidFill>
                        </a:rPr>
                        <a:t>Scales linearly, dimension reuse</a:t>
                      </a:r>
                    </a:p>
                  </a:txBody>
                  <a:tcPr anchor="ctr">
                    <a:lnL>
                      <a:noFill/>
                    </a:lnL>
                    <a:lnR>
                      <a:noFill/>
                    </a:lnR>
                    <a:lnT>
                      <a:noFill/>
                    </a:lnT>
                    <a:lnB>
                      <a:noFill/>
                    </a:lnB>
                    <a:noFill/>
                  </a:tcPr>
                </a:tc>
                <a:extLst>
                  <a:ext uri="{0D108BD9-81ED-4DB2-BD59-A6C34878D82A}">
                    <a16:rowId xmlns:a16="http://schemas.microsoft.com/office/drawing/2014/main" val="1428228189"/>
                  </a:ext>
                </a:extLst>
              </a:tr>
            </a:tbl>
          </a:graphicData>
        </a:graphic>
      </p:graphicFrame>
    </p:spTree>
    <p:extLst>
      <p:ext uri="{BB962C8B-B14F-4D97-AF65-F5344CB8AC3E}">
        <p14:creationId xmlns:p14="http://schemas.microsoft.com/office/powerpoint/2010/main" val="2114392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3060AC0-5227-ABE8-ED06-F66E3BB7FA1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74779FD-86EE-38BF-D51D-4E05EB7803B4}"/>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79F8AECA-896C-83D5-997F-633E6121DAB1}"/>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A6A74D61-ECEE-36F5-EF28-024870E81645}"/>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66C139BC-9E53-7658-D8D5-927481720244}"/>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3FBA8C57-456F-A50B-A4C8-5422CA08C653}"/>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582D32D8-E119-7C52-67F0-29C9BEFE0CC9}"/>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43FEBA5F-5ED0-617D-63D7-ECE9F96CD3CD}"/>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D8269C8E-4EC8-B85B-15DD-9A480293B0C4}"/>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00BD957F-0BE5-5498-BACE-BE793C89B380}"/>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41</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7DB730E2-9A54-F10D-4127-0F7953F7F205}"/>
              </a:ext>
            </a:extLst>
          </p:cNvPr>
          <p:cNvSpPr/>
          <p:nvPr/>
        </p:nvSpPr>
        <p:spPr>
          <a:xfrm>
            <a:off x="944880" y="1866900"/>
            <a:ext cx="14828520" cy="457200"/>
          </a:xfrm>
          <a:prstGeom prst="rect">
            <a:avLst/>
          </a:prstGeom>
          <a:noFill/>
          <a:ln/>
        </p:spPr>
        <p:txBody>
          <a:bodyPr wrap="square" rtlCol="0" anchor="ctr"/>
          <a:lstStyle/>
          <a:p>
            <a:r>
              <a:rPr lang="en-US" sz="2800" b="1" dirty="0">
                <a:solidFill>
                  <a:schemeClr val="bg1"/>
                </a:solidFill>
                <a:latin typeface="Aptos Display" pitchFamily="34" charset="0"/>
              </a:rPr>
              <a:t>Aggregation tables vs. Incremental refresh vs. Hybrid tables</a:t>
            </a:r>
            <a:endParaRPr lang="en-US" sz="2800" dirty="0">
              <a:solidFill>
                <a:schemeClr val="bg1"/>
              </a:solidFill>
            </a:endParaRPr>
          </a:p>
        </p:txBody>
      </p:sp>
      <p:sp>
        <p:nvSpPr>
          <p:cNvPr id="14" name="Shape 3">
            <a:extLst>
              <a:ext uri="{FF2B5EF4-FFF2-40B4-BE49-F238E27FC236}">
                <a16:creationId xmlns:a16="http://schemas.microsoft.com/office/drawing/2014/main" id="{43204606-036E-BF37-663A-574816247ADB}"/>
              </a:ext>
            </a:extLst>
          </p:cNvPr>
          <p:cNvSpPr/>
          <p:nvPr/>
        </p:nvSpPr>
        <p:spPr>
          <a:xfrm>
            <a:off x="9705634" y="2644140"/>
            <a:ext cx="3383280" cy="4480560"/>
          </a:xfrm>
          <a:prstGeom prst="roundRect">
            <a:avLst>
              <a:gd name="adj" fmla="val 1622"/>
            </a:avLst>
          </a:prstGeom>
          <a:solidFill>
            <a:srgbClr val="FFFFFF"/>
          </a:solidFill>
          <a:ln w="12700">
            <a:solidFill>
              <a:srgbClr val="D7DEE6"/>
            </a:solidFill>
            <a:prstDash val="solid"/>
          </a:ln>
        </p:spPr>
        <p:txBody>
          <a:bodyPr/>
          <a:lstStyle/>
          <a:p>
            <a:endParaRPr lang="en-US"/>
          </a:p>
        </p:txBody>
      </p:sp>
      <p:sp>
        <p:nvSpPr>
          <p:cNvPr id="17" name="Text 6">
            <a:extLst>
              <a:ext uri="{FF2B5EF4-FFF2-40B4-BE49-F238E27FC236}">
                <a16:creationId xmlns:a16="http://schemas.microsoft.com/office/drawing/2014/main" id="{3BE0E308-AA62-C8FC-2BC2-0EF8E5ECB321}"/>
              </a:ext>
            </a:extLst>
          </p:cNvPr>
          <p:cNvSpPr/>
          <p:nvPr/>
        </p:nvSpPr>
        <p:spPr>
          <a:xfrm>
            <a:off x="9970810" y="2945891"/>
            <a:ext cx="2471928" cy="246889"/>
          </a:xfrm>
          <a:prstGeom prst="rect">
            <a:avLst/>
          </a:prstGeom>
          <a:noFill/>
          <a:ln/>
        </p:spPr>
        <p:txBody>
          <a:bodyPr wrap="square" rtlCol="0" anchor="ctr"/>
          <a:lstStyle/>
          <a:p>
            <a:pPr marL="0" indent="0">
              <a:buNone/>
            </a:pPr>
            <a:r>
              <a:rPr lang="en-US" sz="2400" b="1" dirty="0">
                <a:solidFill>
                  <a:srgbClr val="0E7490"/>
                </a:solidFill>
              </a:rPr>
              <a:t>Hybrid tables</a:t>
            </a:r>
            <a:endParaRPr lang="en-US" sz="2400" dirty="0"/>
          </a:p>
        </p:txBody>
      </p:sp>
      <p:sp>
        <p:nvSpPr>
          <p:cNvPr id="30" name="Shape 19">
            <a:extLst>
              <a:ext uri="{FF2B5EF4-FFF2-40B4-BE49-F238E27FC236}">
                <a16:creationId xmlns:a16="http://schemas.microsoft.com/office/drawing/2014/main" id="{477B26F9-1641-C099-907C-1E7B4314CB5D}"/>
              </a:ext>
            </a:extLst>
          </p:cNvPr>
          <p:cNvSpPr/>
          <p:nvPr/>
        </p:nvSpPr>
        <p:spPr>
          <a:xfrm>
            <a:off x="9943378" y="351586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31" name="Text 20">
            <a:extLst>
              <a:ext uri="{FF2B5EF4-FFF2-40B4-BE49-F238E27FC236}">
                <a16:creationId xmlns:a16="http://schemas.microsoft.com/office/drawing/2014/main" id="{AFD95829-2B63-78A1-D254-06D8FA7673A7}"/>
              </a:ext>
            </a:extLst>
          </p:cNvPr>
          <p:cNvSpPr/>
          <p:nvPr/>
        </p:nvSpPr>
        <p:spPr>
          <a:xfrm>
            <a:off x="10171978" y="3375660"/>
            <a:ext cx="2651760" cy="384048"/>
          </a:xfrm>
          <a:prstGeom prst="rect">
            <a:avLst/>
          </a:prstGeom>
          <a:noFill/>
          <a:ln/>
        </p:spPr>
        <p:txBody>
          <a:bodyPr wrap="square" lIns="0" tIns="0" rIns="0" bIns="0" rtlCol="0" anchor="ctr"/>
          <a:lstStyle/>
          <a:p>
            <a:pPr marL="0" indent="0">
              <a:buNone/>
            </a:pPr>
            <a:r>
              <a:rPr lang="en-US" dirty="0">
                <a:solidFill>
                  <a:srgbClr val="0F172A"/>
                </a:solidFill>
              </a:rPr>
              <a:t>Common enterprise pattern</a:t>
            </a:r>
            <a:endParaRPr lang="en-US" dirty="0"/>
          </a:p>
        </p:txBody>
      </p:sp>
      <p:sp>
        <p:nvSpPr>
          <p:cNvPr id="32" name="Shape 21">
            <a:extLst>
              <a:ext uri="{FF2B5EF4-FFF2-40B4-BE49-F238E27FC236}">
                <a16:creationId xmlns:a16="http://schemas.microsoft.com/office/drawing/2014/main" id="{FE45D635-A079-CE98-0761-3D5DE19A6E1E}"/>
              </a:ext>
            </a:extLst>
          </p:cNvPr>
          <p:cNvSpPr/>
          <p:nvPr/>
        </p:nvSpPr>
        <p:spPr>
          <a:xfrm>
            <a:off x="9943378" y="412546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33" name="Text 22">
            <a:extLst>
              <a:ext uri="{FF2B5EF4-FFF2-40B4-BE49-F238E27FC236}">
                <a16:creationId xmlns:a16="http://schemas.microsoft.com/office/drawing/2014/main" id="{CB9E4296-2D16-41D8-2933-6D4F27652217}"/>
              </a:ext>
            </a:extLst>
          </p:cNvPr>
          <p:cNvSpPr/>
          <p:nvPr/>
        </p:nvSpPr>
        <p:spPr>
          <a:xfrm>
            <a:off x="10171978" y="4107180"/>
            <a:ext cx="2651760" cy="384048"/>
          </a:xfrm>
          <a:prstGeom prst="rect">
            <a:avLst/>
          </a:prstGeom>
          <a:noFill/>
          <a:ln/>
        </p:spPr>
        <p:txBody>
          <a:bodyPr wrap="square" lIns="0" tIns="0" rIns="0" bIns="0" rtlCol="0" anchor="ctr"/>
          <a:lstStyle/>
          <a:p>
            <a:pPr marL="0" indent="0">
              <a:buNone/>
            </a:pPr>
            <a:r>
              <a:rPr lang="en-US" dirty="0">
                <a:solidFill>
                  <a:srgbClr val="0F172A"/>
                </a:solidFill>
              </a:rPr>
              <a:t>Import or Dual dimensions + very large or real-time facts</a:t>
            </a:r>
            <a:endParaRPr lang="en-US" dirty="0"/>
          </a:p>
        </p:txBody>
      </p:sp>
      <p:sp>
        <p:nvSpPr>
          <p:cNvPr id="34" name="Shape 23">
            <a:extLst>
              <a:ext uri="{FF2B5EF4-FFF2-40B4-BE49-F238E27FC236}">
                <a16:creationId xmlns:a16="http://schemas.microsoft.com/office/drawing/2014/main" id="{8CD334A7-C0A4-A504-B6AD-8936B8BB778F}"/>
              </a:ext>
            </a:extLst>
          </p:cNvPr>
          <p:cNvSpPr/>
          <p:nvPr/>
        </p:nvSpPr>
        <p:spPr>
          <a:xfrm>
            <a:off x="9943378" y="485394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35" name="Text 24">
            <a:extLst>
              <a:ext uri="{FF2B5EF4-FFF2-40B4-BE49-F238E27FC236}">
                <a16:creationId xmlns:a16="http://schemas.microsoft.com/office/drawing/2014/main" id="{AFC9BA87-4361-92DE-B319-7DF327FB3C1C}"/>
              </a:ext>
            </a:extLst>
          </p:cNvPr>
          <p:cNvSpPr/>
          <p:nvPr/>
        </p:nvSpPr>
        <p:spPr>
          <a:xfrm>
            <a:off x="10171978" y="4838700"/>
            <a:ext cx="2651760" cy="384048"/>
          </a:xfrm>
          <a:prstGeom prst="rect">
            <a:avLst/>
          </a:prstGeom>
          <a:noFill/>
          <a:ln/>
        </p:spPr>
        <p:txBody>
          <a:bodyPr wrap="square" lIns="0" tIns="0" rIns="0" bIns="0" rtlCol="0" anchor="ctr"/>
          <a:lstStyle/>
          <a:p>
            <a:pPr marL="0" indent="0">
              <a:buNone/>
            </a:pPr>
            <a:r>
              <a:rPr lang="en-US" dirty="0">
                <a:solidFill>
                  <a:srgbClr val="0F172A"/>
                </a:solidFill>
              </a:rPr>
              <a:t>Use when freshness and scale both matter</a:t>
            </a:r>
            <a:endParaRPr lang="en-US" dirty="0"/>
          </a:p>
        </p:txBody>
      </p:sp>
      <p:sp>
        <p:nvSpPr>
          <p:cNvPr id="37" name="Text 25">
            <a:extLst>
              <a:ext uri="{FF2B5EF4-FFF2-40B4-BE49-F238E27FC236}">
                <a16:creationId xmlns:a16="http://schemas.microsoft.com/office/drawing/2014/main" id="{247C9F3B-E02E-66D5-7900-B5AD24C9E202}"/>
              </a:ext>
            </a:extLst>
          </p:cNvPr>
          <p:cNvSpPr/>
          <p:nvPr/>
        </p:nvSpPr>
        <p:spPr>
          <a:xfrm>
            <a:off x="1066800" y="7216139"/>
            <a:ext cx="15544800" cy="1432558"/>
          </a:xfrm>
          <a:prstGeom prst="rect">
            <a:avLst/>
          </a:prstGeom>
          <a:noFill/>
          <a:ln/>
        </p:spPr>
        <p:txBody>
          <a:bodyPr wrap="square" rtlCol="0" anchor="ctr"/>
          <a:lstStyle/>
          <a:p>
            <a:pPr marL="0" indent="0">
              <a:buNone/>
            </a:pPr>
            <a:r>
              <a:rPr lang="en-US" sz="2000" b="1" dirty="0">
                <a:solidFill>
                  <a:schemeClr val="bg1"/>
                </a:solidFill>
              </a:rPr>
              <a:t>Bottom line: </a:t>
            </a:r>
          </a:p>
          <a:p>
            <a:pPr marL="342900" indent="-342900">
              <a:buFont typeface="Arial" panose="020B0604020202020204" pitchFamily="34" charset="0"/>
              <a:buChar char="•"/>
            </a:pPr>
            <a:r>
              <a:rPr lang="en-US" sz="2000" b="1" dirty="0">
                <a:solidFill>
                  <a:schemeClr val="bg1"/>
                </a:solidFill>
              </a:rPr>
              <a:t>Aggregation tables can solve many typical query performance issues caused by high granularity fact tables. </a:t>
            </a:r>
          </a:p>
          <a:p>
            <a:pPr marL="342900" indent="-342900">
              <a:buFont typeface="Arial" panose="020B0604020202020204" pitchFamily="34" charset="0"/>
              <a:buChar char="•"/>
            </a:pPr>
            <a:r>
              <a:rPr lang="en-US" sz="2000" b="1" dirty="0">
                <a:solidFill>
                  <a:schemeClr val="bg1"/>
                </a:solidFill>
              </a:rPr>
              <a:t>Incremental refresh can help solve data refresh timing issues</a:t>
            </a:r>
          </a:p>
          <a:p>
            <a:pPr marL="342900" indent="-342900">
              <a:buFont typeface="Arial" panose="020B0604020202020204" pitchFamily="34" charset="0"/>
              <a:buChar char="•"/>
            </a:pPr>
            <a:r>
              <a:rPr lang="en-US" sz="2000" b="1" dirty="0">
                <a:solidFill>
                  <a:schemeClr val="bg1"/>
                </a:solidFill>
              </a:rPr>
              <a:t>Hybrid tables can help resolve data latency or “freshness” issues</a:t>
            </a:r>
          </a:p>
        </p:txBody>
      </p:sp>
      <p:sp>
        <p:nvSpPr>
          <p:cNvPr id="39" name="Shape 3">
            <a:extLst>
              <a:ext uri="{FF2B5EF4-FFF2-40B4-BE49-F238E27FC236}">
                <a16:creationId xmlns:a16="http://schemas.microsoft.com/office/drawing/2014/main" id="{D3ADC288-B50E-D307-9CE6-81B201AE0DD9}"/>
              </a:ext>
            </a:extLst>
          </p:cNvPr>
          <p:cNvSpPr/>
          <p:nvPr/>
        </p:nvSpPr>
        <p:spPr>
          <a:xfrm>
            <a:off x="1028700" y="2641092"/>
            <a:ext cx="3383280" cy="4480560"/>
          </a:xfrm>
          <a:prstGeom prst="roundRect">
            <a:avLst>
              <a:gd name="adj" fmla="val 1622"/>
            </a:avLst>
          </a:prstGeom>
          <a:solidFill>
            <a:srgbClr val="FFFFFF"/>
          </a:solidFill>
          <a:ln w="12700">
            <a:solidFill>
              <a:srgbClr val="D7DEE6"/>
            </a:solidFill>
            <a:prstDash val="solid"/>
          </a:ln>
        </p:spPr>
        <p:txBody>
          <a:bodyPr/>
          <a:lstStyle/>
          <a:p>
            <a:endParaRPr lang="en-US"/>
          </a:p>
        </p:txBody>
      </p:sp>
      <p:sp>
        <p:nvSpPr>
          <p:cNvPr id="41" name="Text 6">
            <a:extLst>
              <a:ext uri="{FF2B5EF4-FFF2-40B4-BE49-F238E27FC236}">
                <a16:creationId xmlns:a16="http://schemas.microsoft.com/office/drawing/2014/main" id="{5319425B-D0FD-BAB4-AA65-4738CEE23863}"/>
              </a:ext>
            </a:extLst>
          </p:cNvPr>
          <p:cNvSpPr/>
          <p:nvPr/>
        </p:nvSpPr>
        <p:spPr>
          <a:xfrm>
            <a:off x="1293876" y="2942843"/>
            <a:ext cx="2835442" cy="246889"/>
          </a:xfrm>
          <a:prstGeom prst="rect">
            <a:avLst/>
          </a:prstGeom>
          <a:noFill/>
          <a:ln/>
        </p:spPr>
        <p:txBody>
          <a:bodyPr wrap="square" rtlCol="0" anchor="ctr"/>
          <a:lstStyle/>
          <a:p>
            <a:pPr marL="0" indent="0">
              <a:buNone/>
            </a:pPr>
            <a:r>
              <a:rPr lang="en-US" sz="2400" b="1" dirty="0">
                <a:solidFill>
                  <a:srgbClr val="0E7490"/>
                </a:solidFill>
              </a:rPr>
              <a:t>Aggregation tables</a:t>
            </a:r>
            <a:endParaRPr lang="en-US" sz="2400" dirty="0"/>
          </a:p>
        </p:txBody>
      </p:sp>
      <p:sp>
        <p:nvSpPr>
          <p:cNvPr id="43" name="Shape 19">
            <a:extLst>
              <a:ext uri="{FF2B5EF4-FFF2-40B4-BE49-F238E27FC236}">
                <a16:creationId xmlns:a16="http://schemas.microsoft.com/office/drawing/2014/main" id="{651A3C53-A80F-1106-54D9-28EFE9EF2774}"/>
              </a:ext>
            </a:extLst>
          </p:cNvPr>
          <p:cNvSpPr/>
          <p:nvPr/>
        </p:nvSpPr>
        <p:spPr>
          <a:xfrm>
            <a:off x="1266444" y="3403092"/>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45" name="Text 20">
            <a:extLst>
              <a:ext uri="{FF2B5EF4-FFF2-40B4-BE49-F238E27FC236}">
                <a16:creationId xmlns:a16="http://schemas.microsoft.com/office/drawing/2014/main" id="{5D223D47-963F-E53F-8D0B-12E7E0A148AF}"/>
              </a:ext>
            </a:extLst>
          </p:cNvPr>
          <p:cNvSpPr/>
          <p:nvPr/>
        </p:nvSpPr>
        <p:spPr>
          <a:xfrm>
            <a:off x="1495044" y="3372612"/>
            <a:ext cx="2651760" cy="384048"/>
          </a:xfrm>
          <a:prstGeom prst="rect">
            <a:avLst/>
          </a:prstGeom>
          <a:noFill/>
          <a:ln/>
        </p:spPr>
        <p:txBody>
          <a:bodyPr wrap="square" lIns="0" tIns="0" rIns="0" bIns="0" rtlCol="0" anchor="ctr"/>
          <a:lstStyle/>
          <a:p>
            <a:pPr marL="0" indent="0">
              <a:buNone/>
            </a:pPr>
            <a:r>
              <a:rPr lang="en-US" dirty="0">
                <a:solidFill>
                  <a:srgbClr val="0F172A"/>
                </a:solidFill>
              </a:rPr>
              <a:t>Lower granularity for common queries</a:t>
            </a:r>
            <a:endParaRPr lang="en-US" dirty="0"/>
          </a:p>
        </p:txBody>
      </p:sp>
      <p:sp>
        <p:nvSpPr>
          <p:cNvPr id="47" name="Shape 21">
            <a:extLst>
              <a:ext uri="{FF2B5EF4-FFF2-40B4-BE49-F238E27FC236}">
                <a16:creationId xmlns:a16="http://schemas.microsoft.com/office/drawing/2014/main" id="{D9202704-9F91-8879-8DF6-B31773C63013}"/>
              </a:ext>
            </a:extLst>
          </p:cNvPr>
          <p:cNvSpPr/>
          <p:nvPr/>
        </p:nvSpPr>
        <p:spPr>
          <a:xfrm>
            <a:off x="1266444" y="397002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49" name="Text 22">
            <a:extLst>
              <a:ext uri="{FF2B5EF4-FFF2-40B4-BE49-F238E27FC236}">
                <a16:creationId xmlns:a16="http://schemas.microsoft.com/office/drawing/2014/main" id="{42A699A4-19F2-1FC6-1125-FB4C93886B82}"/>
              </a:ext>
            </a:extLst>
          </p:cNvPr>
          <p:cNvSpPr/>
          <p:nvPr/>
        </p:nvSpPr>
        <p:spPr>
          <a:xfrm>
            <a:off x="1495044" y="4104132"/>
            <a:ext cx="2651760" cy="384048"/>
          </a:xfrm>
          <a:prstGeom prst="rect">
            <a:avLst/>
          </a:prstGeom>
          <a:noFill/>
          <a:ln/>
        </p:spPr>
        <p:txBody>
          <a:bodyPr wrap="square" lIns="0" tIns="0" rIns="0" bIns="0" rtlCol="0" anchor="ctr"/>
          <a:lstStyle/>
          <a:p>
            <a:pPr marL="0" indent="0">
              <a:buNone/>
            </a:pPr>
            <a:r>
              <a:rPr lang="en-US" dirty="0">
                <a:solidFill>
                  <a:srgbClr val="0F172A"/>
                </a:solidFill>
              </a:rPr>
              <a:t>Set within the semantic model for high granularity fact tables</a:t>
            </a:r>
            <a:endParaRPr lang="en-US" dirty="0"/>
          </a:p>
        </p:txBody>
      </p:sp>
      <p:sp>
        <p:nvSpPr>
          <p:cNvPr id="51" name="Shape 23">
            <a:extLst>
              <a:ext uri="{FF2B5EF4-FFF2-40B4-BE49-F238E27FC236}">
                <a16:creationId xmlns:a16="http://schemas.microsoft.com/office/drawing/2014/main" id="{95C56B1E-121F-A350-F6B0-712B1FDB40EF}"/>
              </a:ext>
            </a:extLst>
          </p:cNvPr>
          <p:cNvSpPr/>
          <p:nvPr/>
        </p:nvSpPr>
        <p:spPr>
          <a:xfrm>
            <a:off x="1266444" y="4850892"/>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53" name="Text 24">
            <a:extLst>
              <a:ext uri="{FF2B5EF4-FFF2-40B4-BE49-F238E27FC236}">
                <a16:creationId xmlns:a16="http://schemas.microsoft.com/office/drawing/2014/main" id="{FCF7C185-22CD-F040-631C-2A30C8279E1E}"/>
              </a:ext>
            </a:extLst>
          </p:cNvPr>
          <p:cNvSpPr/>
          <p:nvPr/>
        </p:nvSpPr>
        <p:spPr>
          <a:xfrm>
            <a:off x="1495044" y="4835652"/>
            <a:ext cx="2651760" cy="384048"/>
          </a:xfrm>
          <a:prstGeom prst="rect">
            <a:avLst/>
          </a:prstGeom>
          <a:noFill/>
          <a:ln/>
        </p:spPr>
        <p:txBody>
          <a:bodyPr wrap="square" lIns="0" tIns="0" rIns="0" bIns="0" rtlCol="0" anchor="ctr"/>
          <a:lstStyle/>
          <a:p>
            <a:pPr marL="0" indent="0">
              <a:buNone/>
            </a:pPr>
            <a:r>
              <a:rPr lang="en-US" dirty="0">
                <a:solidFill>
                  <a:srgbClr val="0F172A"/>
                </a:solidFill>
              </a:rPr>
              <a:t>Can solve performance issues when viewing reports</a:t>
            </a:r>
            <a:endParaRPr lang="en-US" dirty="0"/>
          </a:p>
        </p:txBody>
      </p:sp>
      <p:sp>
        <p:nvSpPr>
          <p:cNvPr id="40" name="Text 0">
            <a:extLst>
              <a:ext uri="{FF2B5EF4-FFF2-40B4-BE49-F238E27FC236}">
                <a16:creationId xmlns:a16="http://schemas.microsoft.com/office/drawing/2014/main" id="{D6802473-D556-5447-858B-FB1B4CA94A5C}"/>
              </a:ext>
            </a:extLst>
          </p:cNvPr>
          <p:cNvSpPr/>
          <p:nvPr/>
        </p:nvSpPr>
        <p:spPr>
          <a:xfrm>
            <a:off x="944880" y="1391412"/>
            <a:ext cx="14828520" cy="457200"/>
          </a:xfrm>
          <a:prstGeom prst="rect">
            <a:avLst/>
          </a:prstGeom>
          <a:noFill/>
          <a:ln/>
        </p:spPr>
        <p:txBody>
          <a:bodyPr wrap="square" rtlCol="0" anchor="ctr"/>
          <a:lstStyle/>
          <a:p>
            <a:pPr marL="0" indent="0">
              <a:buNone/>
            </a:pPr>
            <a:r>
              <a:rPr lang="en-US" sz="2800" b="1" dirty="0">
                <a:solidFill>
                  <a:schemeClr val="bg1"/>
                </a:solidFill>
                <a:latin typeface="Aptos Display" pitchFamily="34" charset="0"/>
              </a:rPr>
              <a:t>Solving for scale and “freshness”</a:t>
            </a:r>
            <a:endParaRPr lang="en-US" sz="2800" dirty="0">
              <a:solidFill>
                <a:schemeClr val="bg1"/>
              </a:solidFill>
            </a:endParaRPr>
          </a:p>
        </p:txBody>
      </p:sp>
      <p:sp>
        <p:nvSpPr>
          <p:cNvPr id="44" name="Shape 3">
            <a:extLst>
              <a:ext uri="{FF2B5EF4-FFF2-40B4-BE49-F238E27FC236}">
                <a16:creationId xmlns:a16="http://schemas.microsoft.com/office/drawing/2014/main" id="{386B40F8-DE66-8BD3-3F05-13CA33D45359}"/>
              </a:ext>
            </a:extLst>
          </p:cNvPr>
          <p:cNvSpPr/>
          <p:nvPr/>
        </p:nvSpPr>
        <p:spPr>
          <a:xfrm>
            <a:off x="5310418" y="2645961"/>
            <a:ext cx="3383280" cy="4480560"/>
          </a:xfrm>
          <a:prstGeom prst="roundRect">
            <a:avLst>
              <a:gd name="adj" fmla="val 1622"/>
            </a:avLst>
          </a:prstGeom>
          <a:solidFill>
            <a:srgbClr val="FFFFFF"/>
          </a:solidFill>
          <a:ln w="12700">
            <a:solidFill>
              <a:srgbClr val="D7DEE6"/>
            </a:solidFill>
            <a:prstDash val="solid"/>
          </a:ln>
        </p:spPr>
        <p:txBody>
          <a:bodyPr/>
          <a:lstStyle/>
          <a:p>
            <a:endParaRPr lang="en-US"/>
          </a:p>
        </p:txBody>
      </p:sp>
      <p:sp>
        <p:nvSpPr>
          <p:cNvPr id="48" name="Text 6">
            <a:extLst>
              <a:ext uri="{FF2B5EF4-FFF2-40B4-BE49-F238E27FC236}">
                <a16:creationId xmlns:a16="http://schemas.microsoft.com/office/drawing/2014/main" id="{001684AA-C7BC-1E4E-A8A9-FF7EB950C8B3}"/>
              </a:ext>
            </a:extLst>
          </p:cNvPr>
          <p:cNvSpPr/>
          <p:nvPr/>
        </p:nvSpPr>
        <p:spPr>
          <a:xfrm>
            <a:off x="5575594" y="2947712"/>
            <a:ext cx="2730206" cy="246889"/>
          </a:xfrm>
          <a:prstGeom prst="rect">
            <a:avLst/>
          </a:prstGeom>
          <a:noFill/>
          <a:ln/>
        </p:spPr>
        <p:txBody>
          <a:bodyPr wrap="square" rtlCol="0" anchor="ctr"/>
          <a:lstStyle/>
          <a:p>
            <a:pPr marL="0" indent="0">
              <a:buNone/>
            </a:pPr>
            <a:r>
              <a:rPr lang="en-US" sz="2400" b="1" dirty="0">
                <a:solidFill>
                  <a:srgbClr val="0E7490"/>
                </a:solidFill>
              </a:rPr>
              <a:t>Incremental refresh</a:t>
            </a:r>
            <a:endParaRPr lang="en-US" sz="2400" dirty="0"/>
          </a:p>
        </p:txBody>
      </p:sp>
      <p:sp>
        <p:nvSpPr>
          <p:cNvPr id="52" name="Shape 19">
            <a:extLst>
              <a:ext uri="{FF2B5EF4-FFF2-40B4-BE49-F238E27FC236}">
                <a16:creationId xmlns:a16="http://schemas.microsoft.com/office/drawing/2014/main" id="{CE4D9FC3-C3B9-3D90-686E-E0E0213FF59F}"/>
              </a:ext>
            </a:extLst>
          </p:cNvPr>
          <p:cNvSpPr/>
          <p:nvPr/>
        </p:nvSpPr>
        <p:spPr>
          <a:xfrm>
            <a:off x="5548162" y="3517689"/>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55" name="Text 20">
            <a:extLst>
              <a:ext uri="{FF2B5EF4-FFF2-40B4-BE49-F238E27FC236}">
                <a16:creationId xmlns:a16="http://schemas.microsoft.com/office/drawing/2014/main" id="{4014DBE1-98E8-B15A-DAC6-945C562873D1}"/>
              </a:ext>
            </a:extLst>
          </p:cNvPr>
          <p:cNvSpPr/>
          <p:nvPr/>
        </p:nvSpPr>
        <p:spPr>
          <a:xfrm>
            <a:off x="5776762" y="3377481"/>
            <a:ext cx="2651760" cy="384048"/>
          </a:xfrm>
          <a:prstGeom prst="rect">
            <a:avLst/>
          </a:prstGeom>
          <a:noFill/>
          <a:ln/>
        </p:spPr>
        <p:txBody>
          <a:bodyPr wrap="square" lIns="0" tIns="0" rIns="0" bIns="0" rtlCol="0" anchor="ctr"/>
          <a:lstStyle/>
          <a:p>
            <a:pPr marL="0" indent="0">
              <a:buNone/>
            </a:pPr>
            <a:r>
              <a:rPr lang="en-US" dirty="0">
                <a:solidFill>
                  <a:srgbClr val="0F172A"/>
                </a:solidFill>
              </a:rPr>
              <a:t>Common enterprise pattern</a:t>
            </a:r>
            <a:endParaRPr lang="en-US" dirty="0"/>
          </a:p>
        </p:txBody>
      </p:sp>
      <p:sp>
        <p:nvSpPr>
          <p:cNvPr id="57" name="Shape 21">
            <a:extLst>
              <a:ext uri="{FF2B5EF4-FFF2-40B4-BE49-F238E27FC236}">
                <a16:creationId xmlns:a16="http://schemas.microsoft.com/office/drawing/2014/main" id="{A35159FE-D4E4-E0A0-916D-3CB3EAA3A712}"/>
              </a:ext>
            </a:extLst>
          </p:cNvPr>
          <p:cNvSpPr/>
          <p:nvPr/>
        </p:nvSpPr>
        <p:spPr>
          <a:xfrm>
            <a:off x="5548162" y="4127289"/>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59" name="Text 22">
            <a:extLst>
              <a:ext uri="{FF2B5EF4-FFF2-40B4-BE49-F238E27FC236}">
                <a16:creationId xmlns:a16="http://schemas.microsoft.com/office/drawing/2014/main" id="{EFC5ABFA-B25C-EAE9-4ACD-5D563C1529F6}"/>
              </a:ext>
            </a:extLst>
          </p:cNvPr>
          <p:cNvSpPr/>
          <p:nvPr/>
        </p:nvSpPr>
        <p:spPr>
          <a:xfrm>
            <a:off x="5776762" y="3997452"/>
            <a:ext cx="2651760" cy="384048"/>
          </a:xfrm>
          <a:prstGeom prst="rect">
            <a:avLst/>
          </a:prstGeom>
          <a:noFill/>
          <a:ln/>
        </p:spPr>
        <p:txBody>
          <a:bodyPr wrap="square" lIns="0" tIns="0" rIns="0" bIns="0" rtlCol="0" anchor="ctr"/>
          <a:lstStyle/>
          <a:p>
            <a:pPr marL="0" indent="0">
              <a:buNone/>
            </a:pPr>
            <a:r>
              <a:rPr lang="en-US" dirty="0">
                <a:solidFill>
                  <a:srgbClr val="0F172A"/>
                </a:solidFill>
              </a:rPr>
              <a:t>Creates multiple partitions</a:t>
            </a:r>
            <a:endParaRPr lang="en-US" dirty="0"/>
          </a:p>
        </p:txBody>
      </p:sp>
      <p:sp>
        <p:nvSpPr>
          <p:cNvPr id="61" name="Shape 23">
            <a:extLst>
              <a:ext uri="{FF2B5EF4-FFF2-40B4-BE49-F238E27FC236}">
                <a16:creationId xmlns:a16="http://schemas.microsoft.com/office/drawing/2014/main" id="{8A8F032E-BEBF-267A-8088-ADEA8C033970}"/>
              </a:ext>
            </a:extLst>
          </p:cNvPr>
          <p:cNvSpPr/>
          <p:nvPr/>
        </p:nvSpPr>
        <p:spPr>
          <a:xfrm>
            <a:off x="5548162" y="47198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63" name="Text 24">
            <a:extLst>
              <a:ext uri="{FF2B5EF4-FFF2-40B4-BE49-F238E27FC236}">
                <a16:creationId xmlns:a16="http://schemas.microsoft.com/office/drawing/2014/main" id="{84429841-5160-9A9C-9B9B-73830F5723D5}"/>
              </a:ext>
            </a:extLst>
          </p:cNvPr>
          <p:cNvSpPr/>
          <p:nvPr/>
        </p:nvSpPr>
        <p:spPr>
          <a:xfrm>
            <a:off x="5776762" y="4840521"/>
            <a:ext cx="2651760" cy="384048"/>
          </a:xfrm>
          <a:prstGeom prst="rect">
            <a:avLst/>
          </a:prstGeom>
          <a:noFill/>
          <a:ln/>
        </p:spPr>
        <p:txBody>
          <a:bodyPr wrap="square" lIns="0" tIns="0" rIns="0" bIns="0" rtlCol="0" anchor="ctr"/>
          <a:lstStyle/>
          <a:p>
            <a:pPr marL="0" indent="0">
              <a:buNone/>
            </a:pPr>
            <a:r>
              <a:rPr lang="en-US" dirty="0">
                <a:solidFill>
                  <a:srgbClr val="0F172A"/>
                </a:solidFill>
              </a:rPr>
              <a:t>Can solve scaling problems in import models during data refresh</a:t>
            </a:r>
            <a:endParaRPr lang="en-US" dirty="0"/>
          </a:p>
        </p:txBody>
      </p:sp>
    </p:spTree>
    <p:extLst>
      <p:ext uri="{BB962C8B-B14F-4D97-AF65-F5344CB8AC3E}">
        <p14:creationId xmlns:p14="http://schemas.microsoft.com/office/powerpoint/2010/main" val="354333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6377F90-5422-FA2A-20F1-2F3492895B1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620CCF1-17EA-8855-5E67-8F5201608EC9}"/>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C1DCE1A9-14AB-0A3B-7840-BBCEFBFF69D9}"/>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28492313-5770-159E-978C-A8C0F10BC0B3}"/>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42F63896-A8A9-DA39-B750-308705AA887F}"/>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E07411E3-C226-B2E8-854F-6DC6C4963650}"/>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C2A69AA1-AE91-CC3E-409E-FDE4336A324B}"/>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D89386B5-4C5D-9481-2C53-494A4CA79EE4}"/>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EAC1A770-BFE3-ACD8-45BB-961EE8D7F4D5}"/>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CD775E82-BCE0-7A21-DC43-F8C39D1241B7}"/>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42</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64943775-1E1D-FD45-662B-5BA5E946F24A}"/>
              </a:ext>
            </a:extLst>
          </p:cNvPr>
          <p:cNvSpPr/>
          <p:nvPr/>
        </p:nvSpPr>
        <p:spPr>
          <a:xfrm>
            <a:off x="921425" y="1504188"/>
            <a:ext cx="713232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Incremental refresh + hybrid tables</a:t>
            </a:r>
            <a:endParaRPr lang="en-US" sz="3600" dirty="0">
              <a:solidFill>
                <a:schemeClr val="bg1"/>
              </a:solidFill>
            </a:endParaRPr>
          </a:p>
        </p:txBody>
      </p:sp>
      <p:sp>
        <p:nvSpPr>
          <p:cNvPr id="12" name="Text 1">
            <a:extLst>
              <a:ext uri="{FF2B5EF4-FFF2-40B4-BE49-F238E27FC236}">
                <a16:creationId xmlns:a16="http://schemas.microsoft.com/office/drawing/2014/main" id="{6B9C2A0B-EEAC-5FDE-F082-167D0A097A8E}"/>
              </a:ext>
            </a:extLst>
          </p:cNvPr>
          <p:cNvSpPr/>
          <p:nvPr/>
        </p:nvSpPr>
        <p:spPr>
          <a:xfrm>
            <a:off x="939712" y="1988820"/>
            <a:ext cx="9880687" cy="292608"/>
          </a:xfrm>
          <a:prstGeom prst="rect">
            <a:avLst/>
          </a:prstGeom>
          <a:noFill/>
          <a:ln/>
        </p:spPr>
        <p:txBody>
          <a:bodyPr wrap="square" rtlCol="0" anchor="ctr"/>
          <a:lstStyle/>
          <a:p>
            <a:pPr marL="0" indent="0">
              <a:buNone/>
            </a:pPr>
            <a:r>
              <a:rPr lang="en-US" sz="2800" dirty="0">
                <a:solidFill>
                  <a:schemeClr val="bg1"/>
                </a:solidFill>
              </a:rPr>
              <a:t>Scale problems are often refresh and concurrency problems.</a:t>
            </a:r>
          </a:p>
        </p:txBody>
      </p:sp>
      <p:sp>
        <p:nvSpPr>
          <p:cNvPr id="13" name="Shape 2">
            <a:extLst>
              <a:ext uri="{FF2B5EF4-FFF2-40B4-BE49-F238E27FC236}">
                <a16:creationId xmlns:a16="http://schemas.microsoft.com/office/drawing/2014/main" id="{02554B0D-4749-2F79-FA6C-17CF828AE7D2}"/>
              </a:ext>
            </a:extLst>
          </p:cNvPr>
          <p:cNvSpPr/>
          <p:nvPr/>
        </p:nvSpPr>
        <p:spPr>
          <a:xfrm>
            <a:off x="1104305" y="2628900"/>
            <a:ext cx="10972800" cy="4297680"/>
          </a:xfrm>
          <a:prstGeom prst="roundRect">
            <a:avLst>
              <a:gd name="adj" fmla="val 1702"/>
            </a:avLst>
          </a:prstGeom>
          <a:solidFill>
            <a:srgbClr val="FFFFFF"/>
          </a:solidFill>
          <a:ln w="12700">
            <a:solidFill>
              <a:srgbClr val="D7DEE6"/>
            </a:solidFill>
            <a:prstDash val="solid"/>
          </a:ln>
        </p:spPr>
        <p:txBody>
          <a:bodyPr/>
          <a:lstStyle/>
          <a:p>
            <a:endParaRPr lang="en-US"/>
          </a:p>
        </p:txBody>
      </p:sp>
      <p:sp>
        <p:nvSpPr>
          <p:cNvPr id="14" name="Shape 3">
            <a:extLst>
              <a:ext uri="{FF2B5EF4-FFF2-40B4-BE49-F238E27FC236}">
                <a16:creationId xmlns:a16="http://schemas.microsoft.com/office/drawing/2014/main" id="{024904B2-4768-3EF4-BF75-7F31BB91F2CA}"/>
              </a:ext>
            </a:extLst>
          </p:cNvPr>
          <p:cNvSpPr/>
          <p:nvPr/>
        </p:nvSpPr>
        <p:spPr>
          <a:xfrm>
            <a:off x="1470065" y="4183380"/>
            <a:ext cx="2103120" cy="960120"/>
          </a:xfrm>
          <a:prstGeom prst="roundRect">
            <a:avLst>
              <a:gd name="adj" fmla="val 3810"/>
            </a:avLst>
          </a:prstGeom>
          <a:solidFill>
            <a:srgbClr val="E2E8F0"/>
          </a:solidFill>
          <a:ln w="12700">
            <a:solidFill>
              <a:srgbClr val="E2E8F0"/>
            </a:solidFill>
            <a:prstDash val="solid"/>
          </a:ln>
        </p:spPr>
        <p:txBody>
          <a:bodyPr/>
          <a:lstStyle/>
          <a:p>
            <a:endParaRPr lang="en-US"/>
          </a:p>
        </p:txBody>
      </p:sp>
      <p:sp>
        <p:nvSpPr>
          <p:cNvPr id="15" name="Text 4">
            <a:extLst>
              <a:ext uri="{FF2B5EF4-FFF2-40B4-BE49-F238E27FC236}">
                <a16:creationId xmlns:a16="http://schemas.microsoft.com/office/drawing/2014/main" id="{8B700239-DD23-279B-7B25-66994E804798}"/>
              </a:ext>
            </a:extLst>
          </p:cNvPr>
          <p:cNvSpPr/>
          <p:nvPr/>
        </p:nvSpPr>
        <p:spPr>
          <a:xfrm>
            <a:off x="1561505" y="4402836"/>
            <a:ext cx="1920240" cy="457200"/>
          </a:xfrm>
          <a:prstGeom prst="rect">
            <a:avLst/>
          </a:prstGeom>
          <a:noFill/>
          <a:ln/>
        </p:spPr>
        <p:txBody>
          <a:bodyPr wrap="square" rtlCol="0" anchor="ctr"/>
          <a:lstStyle/>
          <a:p>
            <a:pPr marL="0" indent="0" algn="ctr">
              <a:buNone/>
            </a:pPr>
            <a:r>
              <a:rPr lang="en-US" sz="1600" b="1" dirty="0">
                <a:solidFill>
                  <a:srgbClr val="0F172A"/>
                </a:solidFill>
              </a:rPr>
              <a:t>Historical</a:t>
            </a:r>
            <a:endParaRPr lang="en-US" sz="1600" dirty="0"/>
          </a:p>
          <a:p>
            <a:pPr marL="0" indent="0" algn="ctr">
              <a:buNone/>
            </a:pPr>
            <a:r>
              <a:rPr lang="en-US" sz="1600" b="1" dirty="0">
                <a:solidFill>
                  <a:srgbClr val="0F172A"/>
                </a:solidFill>
              </a:rPr>
              <a:t>import</a:t>
            </a:r>
            <a:endParaRPr lang="en-US" sz="1600" dirty="0"/>
          </a:p>
        </p:txBody>
      </p:sp>
      <p:sp>
        <p:nvSpPr>
          <p:cNvPr id="16" name="Shape 5">
            <a:extLst>
              <a:ext uri="{FF2B5EF4-FFF2-40B4-BE49-F238E27FC236}">
                <a16:creationId xmlns:a16="http://schemas.microsoft.com/office/drawing/2014/main" id="{FA098B84-F5B0-9691-8F78-28E608C26B0F}"/>
              </a:ext>
            </a:extLst>
          </p:cNvPr>
          <p:cNvSpPr/>
          <p:nvPr/>
        </p:nvSpPr>
        <p:spPr>
          <a:xfrm>
            <a:off x="3710345" y="4183380"/>
            <a:ext cx="1920240" cy="960120"/>
          </a:xfrm>
          <a:prstGeom prst="roundRect">
            <a:avLst>
              <a:gd name="adj" fmla="val 3810"/>
            </a:avLst>
          </a:prstGeom>
          <a:solidFill>
            <a:srgbClr val="C7D2FE"/>
          </a:solidFill>
          <a:ln w="12700">
            <a:solidFill>
              <a:srgbClr val="C7D2FE"/>
            </a:solidFill>
            <a:prstDash val="solid"/>
          </a:ln>
        </p:spPr>
        <p:txBody>
          <a:bodyPr/>
          <a:lstStyle/>
          <a:p>
            <a:endParaRPr lang="en-US"/>
          </a:p>
        </p:txBody>
      </p:sp>
      <p:sp>
        <p:nvSpPr>
          <p:cNvPr id="17" name="Text 6">
            <a:extLst>
              <a:ext uri="{FF2B5EF4-FFF2-40B4-BE49-F238E27FC236}">
                <a16:creationId xmlns:a16="http://schemas.microsoft.com/office/drawing/2014/main" id="{F546757F-9FF0-4F3B-D091-7AF1F2C1A010}"/>
              </a:ext>
            </a:extLst>
          </p:cNvPr>
          <p:cNvSpPr/>
          <p:nvPr/>
        </p:nvSpPr>
        <p:spPr>
          <a:xfrm>
            <a:off x="3801785" y="4402836"/>
            <a:ext cx="1737360" cy="457200"/>
          </a:xfrm>
          <a:prstGeom prst="rect">
            <a:avLst/>
          </a:prstGeom>
          <a:noFill/>
          <a:ln/>
        </p:spPr>
        <p:txBody>
          <a:bodyPr wrap="square" rtlCol="0" anchor="ctr"/>
          <a:lstStyle/>
          <a:p>
            <a:pPr marL="0" indent="0" algn="ctr">
              <a:buNone/>
            </a:pPr>
            <a:r>
              <a:rPr lang="en-US" sz="1600" b="1" dirty="0">
                <a:solidFill>
                  <a:srgbClr val="0F172A"/>
                </a:solidFill>
              </a:rPr>
              <a:t>Older</a:t>
            </a:r>
            <a:endParaRPr lang="en-US" sz="1600" dirty="0"/>
          </a:p>
          <a:p>
            <a:pPr marL="0" indent="0" algn="ctr">
              <a:buNone/>
            </a:pPr>
            <a:r>
              <a:rPr lang="en-US" sz="1600" b="1" dirty="0">
                <a:solidFill>
                  <a:srgbClr val="0F172A"/>
                </a:solidFill>
              </a:rPr>
              <a:t>import</a:t>
            </a:r>
            <a:endParaRPr lang="en-US" sz="1600" dirty="0"/>
          </a:p>
        </p:txBody>
      </p:sp>
      <p:sp>
        <p:nvSpPr>
          <p:cNvPr id="18" name="Shape 7">
            <a:extLst>
              <a:ext uri="{FF2B5EF4-FFF2-40B4-BE49-F238E27FC236}">
                <a16:creationId xmlns:a16="http://schemas.microsoft.com/office/drawing/2014/main" id="{B6581FAE-BA3A-EF66-0436-74D891609AE2}"/>
              </a:ext>
            </a:extLst>
          </p:cNvPr>
          <p:cNvSpPr/>
          <p:nvPr/>
        </p:nvSpPr>
        <p:spPr>
          <a:xfrm>
            <a:off x="5767745" y="4183380"/>
            <a:ext cx="1828800" cy="960120"/>
          </a:xfrm>
          <a:prstGeom prst="roundRect">
            <a:avLst>
              <a:gd name="adj" fmla="val 3810"/>
            </a:avLst>
          </a:prstGeom>
          <a:solidFill>
            <a:srgbClr val="BAE6FD"/>
          </a:solidFill>
          <a:ln w="12700">
            <a:solidFill>
              <a:srgbClr val="BAE6FD"/>
            </a:solidFill>
            <a:prstDash val="solid"/>
          </a:ln>
        </p:spPr>
        <p:txBody>
          <a:bodyPr/>
          <a:lstStyle/>
          <a:p>
            <a:endParaRPr lang="en-US"/>
          </a:p>
        </p:txBody>
      </p:sp>
      <p:sp>
        <p:nvSpPr>
          <p:cNvPr id="19" name="Text 8">
            <a:extLst>
              <a:ext uri="{FF2B5EF4-FFF2-40B4-BE49-F238E27FC236}">
                <a16:creationId xmlns:a16="http://schemas.microsoft.com/office/drawing/2014/main" id="{793ED040-086F-AB0E-A16F-58C218C3918E}"/>
              </a:ext>
            </a:extLst>
          </p:cNvPr>
          <p:cNvSpPr/>
          <p:nvPr/>
        </p:nvSpPr>
        <p:spPr>
          <a:xfrm>
            <a:off x="5859185" y="4402836"/>
            <a:ext cx="1645920" cy="457200"/>
          </a:xfrm>
          <a:prstGeom prst="rect">
            <a:avLst/>
          </a:prstGeom>
          <a:noFill/>
          <a:ln/>
        </p:spPr>
        <p:txBody>
          <a:bodyPr wrap="square" rtlCol="0" anchor="ctr"/>
          <a:lstStyle/>
          <a:p>
            <a:pPr marL="0" indent="0" algn="ctr">
              <a:buNone/>
            </a:pPr>
            <a:r>
              <a:rPr lang="en-US" sz="1600" b="1" dirty="0">
                <a:solidFill>
                  <a:srgbClr val="0F172A"/>
                </a:solidFill>
              </a:rPr>
              <a:t>Recent</a:t>
            </a:r>
            <a:endParaRPr lang="en-US" sz="1600" dirty="0"/>
          </a:p>
          <a:p>
            <a:pPr marL="0" indent="0" algn="ctr">
              <a:buNone/>
            </a:pPr>
            <a:r>
              <a:rPr lang="en-US" sz="1600" b="1" dirty="0">
                <a:solidFill>
                  <a:srgbClr val="0F172A"/>
                </a:solidFill>
              </a:rPr>
              <a:t>import</a:t>
            </a:r>
            <a:endParaRPr lang="en-US" sz="1600" dirty="0"/>
          </a:p>
        </p:txBody>
      </p:sp>
      <p:sp>
        <p:nvSpPr>
          <p:cNvPr id="20" name="Shape 9">
            <a:extLst>
              <a:ext uri="{FF2B5EF4-FFF2-40B4-BE49-F238E27FC236}">
                <a16:creationId xmlns:a16="http://schemas.microsoft.com/office/drawing/2014/main" id="{4E727DC7-FE19-9239-26AC-63E6907CE212}"/>
              </a:ext>
            </a:extLst>
          </p:cNvPr>
          <p:cNvSpPr/>
          <p:nvPr/>
        </p:nvSpPr>
        <p:spPr>
          <a:xfrm>
            <a:off x="7733705" y="4183380"/>
            <a:ext cx="2286000" cy="960120"/>
          </a:xfrm>
          <a:prstGeom prst="roundRect">
            <a:avLst>
              <a:gd name="adj" fmla="val 3810"/>
            </a:avLst>
          </a:prstGeom>
          <a:solidFill>
            <a:srgbClr val="99F6E4"/>
          </a:solidFill>
          <a:ln w="12700">
            <a:solidFill>
              <a:srgbClr val="99F6E4"/>
            </a:solidFill>
            <a:prstDash val="solid"/>
          </a:ln>
        </p:spPr>
        <p:txBody>
          <a:bodyPr/>
          <a:lstStyle/>
          <a:p>
            <a:endParaRPr lang="en-US"/>
          </a:p>
        </p:txBody>
      </p:sp>
      <p:sp>
        <p:nvSpPr>
          <p:cNvPr id="21" name="Text 10">
            <a:extLst>
              <a:ext uri="{FF2B5EF4-FFF2-40B4-BE49-F238E27FC236}">
                <a16:creationId xmlns:a16="http://schemas.microsoft.com/office/drawing/2014/main" id="{326659E2-DE04-25A1-56AA-0EF1B18D8AFB}"/>
              </a:ext>
            </a:extLst>
          </p:cNvPr>
          <p:cNvSpPr/>
          <p:nvPr/>
        </p:nvSpPr>
        <p:spPr>
          <a:xfrm>
            <a:off x="7825145" y="4402836"/>
            <a:ext cx="2103120" cy="457200"/>
          </a:xfrm>
          <a:prstGeom prst="rect">
            <a:avLst/>
          </a:prstGeom>
          <a:noFill/>
          <a:ln/>
        </p:spPr>
        <p:txBody>
          <a:bodyPr wrap="square" rtlCol="0" anchor="ctr"/>
          <a:lstStyle/>
          <a:p>
            <a:pPr marL="0" indent="0" algn="ctr">
              <a:buNone/>
            </a:pPr>
            <a:r>
              <a:rPr lang="en-US" sz="1600" b="1" dirty="0">
                <a:solidFill>
                  <a:srgbClr val="0F172A"/>
                </a:solidFill>
              </a:rPr>
              <a:t>Refresh</a:t>
            </a:r>
            <a:endParaRPr lang="en-US" sz="1600" dirty="0"/>
          </a:p>
          <a:p>
            <a:pPr marL="0" indent="0" algn="ctr">
              <a:buNone/>
            </a:pPr>
            <a:r>
              <a:rPr lang="en-US" sz="1600" b="1" dirty="0">
                <a:solidFill>
                  <a:srgbClr val="0F172A"/>
                </a:solidFill>
              </a:rPr>
              <a:t>window</a:t>
            </a:r>
            <a:endParaRPr lang="en-US" sz="1600" dirty="0"/>
          </a:p>
        </p:txBody>
      </p:sp>
      <p:sp>
        <p:nvSpPr>
          <p:cNvPr id="22" name="Shape 11">
            <a:extLst>
              <a:ext uri="{FF2B5EF4-FFF2-40B4-BE49-F238E27FC236}">
                <a16:creationId xmlns:a16="http://schemas.microsoft.com/office/drawing/2014/main" id="{562988DE-C029-32AA-50DC-88F30A6C4A4C}"/>
              </a:ext>
            </a:extLst>
          </p:cNvPr>
          <p:cNvSpPr/>
          <p:nvPr/>
        </p:nvSpPr>
        <p:spPr>
          <a:xfrm>
            <a:off x="10156865" y="4183380"/>
            <a:ext cx="1005840" cy="960120"/>
          </a:xfrm>
          <a:prstGeom prst="roundRect">
            <a:avLst>
              <a:gd name="adj" fmla="val 3810"/>
            </a:avLst>
          </a:prstGeom>
          <a:solidFill>
            <a:srgbClr val="FDE68A"/>
          </a:solidFill>
          <a:ln w="12700">
            <a:solidFill>
              <a:srgbClr val="FDE68A"/>
            </a:solidFill>
            <a:prstDash val="solid"/>
          </a:ln>
        </p:spPr>
        <p:txBody>
          <a:bodyPr/>
          <a:lstStyle/>
          <a:p>
            <a:endParaRPr lang="en-US"/>
          </a:p>
        </p:txBody>
      </p:sp>
      <p:sp>
        <p:nvSpPr>
          <p:cNvPr id="23" name="Text 12">
            <a:extLst>
              <a:ext uri="{FF2B5EF4-FFF2-40B4-BE49-F238E27FC236}">
                <a16:creationId xmlns:a16="http://schemas.microsoft.com/office/drawing/2014/main" id="{195A03A6-66A3-8022-1512-EB22D5B66B5D}"/>
              </a:ext>
            </a:extLst>
          </p:cNvPr>
          <p:cNvSpPr/>
          <p:nvPr/>
        </p:nvSpPr>
        <p:spPr>
          <a:xfrm>
            <a:off x="10248305" y="4402836"/>
            <a:ext cx="822960" cy="457200"/>
          </a:xfrm>
          <a:prstGeom prst="rect">
            <a:avLst/>
          </a:prstGeom>
          <a:noFill/>
          <a:ln/>
        </p:spPr>
        <p:txBody>
          <a:bodyPr wrap="square" rtlCol="0" anchor="ctr"/>
          <a:lstStyle/>
          <a:p>
            <a:pPr marL="0" indent="0" algn="ctr">
              <a:buNone/>
            </a:pPr>
            <a:r>
              <a:rPr lang="en-US" sz="1600" b="1" dirty="0">
                <a:solidFill>
                  <a:srgbClr val="0F172A"/>
                </a:solidFill>
              </a:rPr>
              <a:t>Real-time</a:t>
            </a:r>
            <a:endParaRPr lang="en-US" sz="1600" dirty="0"/>
          </a:p>
          <a:p>
            <a:pPr marL="0" indent="0" algn="ctr">
              <a:buNone/>
            </a:pPr>
            <a:r>
              <a:rPr lang="en-US" sz="1600" b="1" dirty="0">
                <a:solidFill>
                  <a:srgbClr val="0F172A"/>
                </a:solidFill>
              </a:rPr>
              <a:t>DQ</a:t>
            </a:r>
            <a:endParaRPr lang="en-US" sz="1600" dirty="0"/>
          </a:p>
        </p:txBody>
      </p:sp>
      <p:sp>
        <p:nvSpPr>
          <p:cNvPr id="24" name="Text 13">
            <a:extLst>
              <a:ext uri="{FF2B5EF4-FFF2-40B4-BE49-F238E27FC236}">
                <a16:creationId xmlns:a16="http://schemas.microsoft.com/office/drawing/2014/main" id="{2A1D2356-AE8F-3C8E-D35F-CFCAB3650B5C}"/>
              </a:ext>
            </a:extLst>
          </p:cNvPr>
          <p:cNvSpPr/>
          <p:nvPr/>
        </p:nvSpPr>
        <p:spPr>
          <a:xfrm>
            <a:off x="1451777" y="2781300"/>
            <a:ext cx="274320" cy="274320"/>
          </a:xfrm>
          <a:prstGeom prst="rect">
            <a:avLst/>
          </a:prstGeom>
          <a:noFill/>
          <a:ln/>
        </p:spPr>
        <p:txBody>
          <a:bodyPr wrap="square" rtlCol="0" anchor="ctr"/>
          <a:lstStyle/>
          <a:p>
            <a:pPr marL="0" indent="0">
              <a:buNone/>
            </a:pPr>
            <a:r>
              <a:rPr lang="en-US" sz="2200" b="1" dirty="0">
                <a:solidFill>
                  <a:srgbClr val="0E7490"/>
                </a:solidFill>
              </a:rPr>
              <a:t>1</a:t>
            </a:r>
            <a:endParaRPr lang="en-US" sz="2200" dirty="0"/>
          </a:p>
        </p:txBody>
      </p:sp>
      <p:sp>
        <p:nvSpPr>
          <p:cNvPr id="25" name="Text 14">
            <a:extLst>
              <a:ext uri="{FF2B5EF4-FFF2-40B4-BE49-F238E27FC236}">
                <a16:creationId xmlns:a16="http://schemas.microsoft.com/office/drawing/2014/main" id="{3258C0E8-634F-7AC4-358C-73C15CA6A5C0}"/>
              </a:ext>
            </a:extLst>
          </p:cNvPr>
          <p:cNvSpPr/>
          <p:nvPr/>
        </p:nvSpPr>
        <p:spPr>
          <a:xfrm>
            <a:off x="1744385" y="2781300"/>
            <a:ext cx="4754880" cy="274320"/>
          </a:xfrm>
          <a:prstGeom prst="rect">
            <a:avLst/>
          </a:prstGeom>
          <a:noFill/>
          <a:ln/>
        </p:spPr>
        <p:txBody>
          <a:bodyPr wrap="square" rtlCol="0" anchor="ctr"/>
          <a:lstStyle/>
          <a:p>
            <a:pPr marL="0" indent="0">
              <a:buNone/>
            </a:pPr>
            <a:r>
              <a:rPr lang="en-US" dirty="0">
                <a:solidFill>
                  <a:srgbClr val="0F172A"/>
                </a:solidFill>
              </a:rPr>
              <a:t>Incremental refresh partitions the table and refreshes only the hot window</a:t>
            </a:r>
            <a:endParaRPr lang="en-US" dirty="0"/>
          </a:p>
        </p:txBody>
      </p:sp>
      <p:sp>
        <p:nvSpPr>
          <p:cNvPr id="26" name="Text 15">
            <a:extLst>
              <a:ext uri="{FF2B5EF4-FFF2-40B4-BE49-F238E27FC236}">
                <a16:creationId xmlns:a16="http://schemas.microsoft.com/office/drawing/2014/main" id="{3EB1F5F7-EE03-3FF5-BE2B-BFEE1AD014A3}"/>
              </a:ext>
            </a:extLst>
          </p:cNvPr>
          <p:cNvSpPr/>
          <p:nvPr/>
        </p:nvSpPr>
        <p:spPr>
          <a:xfrm>
            <a:off x="1451777" y="3296412"/>
            <a:ext cx="274320" cy="274320"/>
          </a:xfrm>
          <a:prstGeom prst="rect">
            <a:avLst/>
          </a:prstGeom>
          <a:noFill/>
          <a:ln/>
        </p:spPr>
        <p:txBody>
          <a:bodyPr wrap="square" rtlCol="0" anchor="ctr"/>
          <a:lstStyle/>
          <a:p>
            <a:pPr marL="0" indent="0">
              <a:buNone/>
            </a:pPr>
            <a:r>
              <a:rPr lang="en-US" sz="2200" b="1" dirty="0">
                <a:solidFill>
                  <a:srgbClr val="0E7490"/>
                </a:solidFill>
              </a:rPr>
              <a:t>2</a:t>
            </a:r>
            <a:endParaRPr lang="en-US" sz="2200" dirty="0"/>
          </a:p>
        </p:txBody>
      </p:sp>
      <p:sp>
        <p:nvSpPr>
          <p:cNvPr id="27" name="Text 16">
            <a:extLst>
              <a:ext uri="{FF2B5EF4-FFF2-40B4-BE49-F238E27FC236}">
                <a16:creationId xmlns:a16="http://schemas.microsoft.com/office/drawing/2014/main" id="{B553FA40-ACBD-E510-85CF-64FAC99682E9}"/>
              </a:ext>
            </a:extLst>
          </p:cNvPr>
          <p:cNvSpPr/>
          <p:nvPr/>
        </p:nvSpPr>
        <p:spPr>
          <a:xfrm>
            <a:off x="1744385" y="3421380"/>
            <a:ext cx="4389120" cy="274320"/>
          </a:xfrm>
          <a:prstGeom prst="rect">
            <a:avLst/>
          </a:prstGeom>
          <a:noFill/>
          <a:ln/>
        </p:spPr>
        <p:txBody>
          <a:bodyPr wrap="square" rtlCol="0" anchor="ctr"/>
          <a:lstStyle/>
          <a:p>
            <a:pPr marL="0" indent="0">
              <a:buNone/>
            </a:pPr>
            <a:r>
              <a:rPr lang="en-US" dirty="0">
                <a:solidFill>
                  <a:srgbClr val="0F172A"/>
                </a:solidFill>
              </a:rPr>
              <a:t>Hybrid tables add a DirectQuery partition for the newest data</a:t>
            </a:r>
            <a:endParaRPr lang="en-US" dirty="0"/>
          </a:p>
        </p:txBody>
      </p:sp>
      <p:sp>
        <p:nvSpPr>
          <p:cNvPr id="28" name="Text 17">
            <a:extLst>
              <a:ext uri="{FF2B5EF4-FFF2-40B4-BE49-F238E27FC236}">
                <a16:creationId xmlns:a16="http://schemas.microsoft.com/office/drawing/2014/main" id="{FD645D7F-826F-1D49-5AAE-EAA8047F0CFF}"/>
              </a:ext>
            </a:extLst>
          </p:cNvPr>
          <p:cNvSpPr/>
          <p:nvPr/>
        </p:nvSpPr>
        <p:spPr>
          <a:xfrm>
            <a:off x="7185065" y="2781300"/>
            <a:ext cx="274320" cy="274320"/>
          </a:xfrm>
          <a:prstGeom prst="rect">
            <a:avLst/>
          </a:prstGeom>
          <a:noFill/>
          <a:ln/>
        </p:spPr>
        <p:txBody>
          <a:bodyPr wrap="square" rtlCol="0" anchor="ctr"/>
          <a:lstStyle/>
          <a:p>
            <a:pPr marL="0" indent="0">
              <a:buNone/>
            </a:pPr>
            <a:r>
              <a:rPr lang="en-US" sz="2200" b="1" dirty="0">
                <a:solidFill>
                  <a:srgbClr val="0E7490"/>
                </a:solidFill>
              </a:rPr>
              <a:t>3</a:t>
            </a:r>
            <a:endParaRPr lang="en-US" sz="2200" dirty="0"/>
          </a:p>
        </p:txBody>
      </p:sp>
      <p:sp>
        <p:nvSpPr>
          <p:cNvPr id="29" name="Text 18">
            <a:extLst>
              <a:ext uri="{FF2B5EF4-FFF2-40B4-BE49-F238E27FC236}">
                <a16:creationId xmlns:a16="http://schemas.microsoft.com/office/drawing/2014/main" id="{3BE1D725-D2B2-8081-A674-3E9C2F917381}"/>
              </a:ext>
            </a:extLst>
          </p:cNvPr>
          <p:cNvSpPr/>
          <p:nvPr/>
        </p:nvSpPr>
        <p:spPr>
          <a:xfrm>
            <a:off x="7486817" y="2781300"/>
            <a:ext cx="3977640" cy="502920"/>
          </a:xfrm>
          <a:prstGeom prst="rect">
            <a:avLst/>
          </a:prstGeom>
          <a:noFill/>
          <a:ln/>
        </p:spPr>
        <p:txBody>
          <a:bodyPr wrap="square" rtlCol="0" anchor="ctr"/>
          <a:lstStyle/>
          <a:p>
            <a:pPr marL="0" indent="0">
              <a:buNone/>
            </a:pPr>
            <a:r>
              <a:rPr lang="en-US" sz="1650" dirty="0">
                <a:solidFill>
                  <a:srgbClr val="0F172A"/>
                </a:solidFill>
              </a:rPr>
              <a:t>Use Dual dimensions so filters work efficiently </a:t>
            </a:r>
            <a:r>
              <a:rPr lang="en-US" dirty="0">
                <a:solidFill>
                  <a:srgbClr val="0F172A"/>
                </a:solidFill>
              </a:rPr>
              <a:t>against</a:t>
            </a:r>
            <a:r>
              <a:rPr lang="en-US" sz="1650" dirty="0">
                <a:solidFill>
                  <a:srgbClr val="0F172A"/>
                </a:solidFill>
              </a:rPr>
              <a:t> both import and DQ partitions</a:t>
            </a:r>
            <a:endParaRPr lang="en-US" sz="1650" dirty="0"/>
          </a:p>
        </p:txBody>
      </p:sp>
      <p:sp>
        <p:nvSpPr>
          <p:cNvPr id="30" name="Text 19">
            <a:extLst>
              <a:ext uri="{FF2B5EF4-FFF2-40B4-BE49-F238E27FC236}">
                <a16:creationId xmlns:a16="http://schemas.microsoft.com/office/drawing/2014/main" id="{F6903257-31C0-99A0-BD1C-263B319E7E07}"/>
              </a:ext>
            </a:extLst>
          </p:cNvPr>
          <p:cNvSpPr/>
          <p:nvPr/>
        </p:nvSpPr>
        <p:spPr>
          <a:xfrm>
            <a:off x="7185065" y="3479292"/>
            <a:ext cx="274320" cy="274320"/>
          </a:xfrm>
          <a:prstGeom prst="rect">
            <a:avLst/>
          </a:prstGeom>
          <a:noFill/>
          <a:ln/>
        </p:spPr>
        <p:txBody>
          <a:bodyPr wrap="square" rtlCol="0" anchor="ctr"/>
          <a:lstStyle/>
          <a:p>
            <a:pPr marL="0" indent="0">
              <a:buNone/>
            </a:pPr>
            <a:r>
              <a:rPr lang="en-US" sz="2200" b="1" dirty="0">
                <a:solidFill>
                  <a:srgbClr val="0E7490"/>
                </a:solidFill>
              </a:rPr>
              <a:t>4</a:t>
            </a:r>
            <a:endParaRPr lang="en-US" sz="2200" dirty="0"/>
          </a:p>
        </p:txBody>
      </p:sp>
      <p:sp>
        <p:nvSpPr>
          <p:cNvPr id="31" name="Text 20">
            <a:extLst>
              <a:ext uri="{FF2B5EF4-FFF2-40B4-BE49-F238E27FC236}">
                <a16:creationId xmlns:a16="http://schemas.microsoft.com/office/drawing/2014/main" id="{BCC675F7-3B9F-7F80-3882-02C96AD65B72}"/>
              </a:ext>
            </a:extLst>
          </p:cNvPr>
          <p:cNvSpPr/>
          <p:nvPr/>
        </p:nvSpPr>
        <p:spPr>
          <a:xfrm>
            <a:off x="7486817" y="3479292"/>
            <a:ext cx="3794760" cy="411480"/>
          </a:xfrm>
          <a:prstGeom prst="rect">
            <a:avLst/>
          </a:prstGeom>
          <a:noFill/>
          <a:ln/>
        </p:spPr>
        <p:txBody>
          <a:bodyPr wrap="square" rtlCol="0" anchor="ctr"/>
          <a:lstStyle/>
          <a:p>
            <a:pPr marL="0" indent="0">
              <a:buNone/>
            </a:pPr>
            <a:r>
              <a:rPr lang="en-US" sz="1650" dirty="0">
                <a:solidFill>
                  <a:srgbClr val="0F172A"/>
                </a:solidFill>
              </a:rPr>
              <a:t>Query folding is non-negotiable for an incremental </a:t>
            </a:r>
            <a:r>
              <a:rPr lang="en-US" dirty="0">
                <a:solidFill>
                  <a:srgbClr val="0F172A"/>
                </a:solidFill>
              </a:rPr>
              <a:t>pattern</a:t>
            </a:r>
            <a:r>
              <a:rPr lang="en-US" sz="1650" dirty="0">
                <a:solidFill>
                  <a:srgbClr val="0F172A"/>
                </a:solidFill>
              </a:rPr>
              <a:t> to pay off</a:t>
            </a:r>
            <a:endParaRPr lang="en-US" sz="1650" dirty="0"/>
          </a:p>
        </p:txBody>
      </p:sp>
      <p:sp>
        <p:nvSpPr>
          <p:cNvPr id="32" name="Text 21">
            <a:extLst>
              <a:ext uri="{FF2B5EF4-FFF2-40B4-BE49-F238E27FC236}">
                <a16:creationId xmlns:a16="http://schemas.microsoft.com/office/drawing/2014/main" id="{AAA3CF6D-5BC2-818E-C66B-579429EABD94}"/>
              </a:ext>
            </a:extLst>
          </p:cNvPr>
          <p:cNvSpPr/>
          <p:nvPr/>
        </p:nvSpPr>
        <p:spPr>
          <a:xfrm>
            <a:off x="1378625" y="5920740"/>
            <a:ext cx="10149840" cy="320040"/>
          </a:xfrm>
          <a:prstGeom prst="rect">
            <a:avLst/>
          </a:prstGeom>
          <a:noFill/>
          <a:ln/>
        </p:spPr>
        <p:txBody>
          <a:bodyPr wrap="square" rtlCol="0" anchor="ctr"/>
          <a:lstStyle/>
          <a:p>
            <a:pPr marL="0" indent="0" algn="ctr">
              <a:buNone/>
            </a:pPr>
            <a:r>
              <a:rPr lang="en-US" b="1" dirty="0">
                <a:solidFill>
                  <a:srgbClr val="0E7490"/>
                </a:solidFill>
              </a:rPr>
              <a:t>Outcome: shorter refresh windows, lower memory pressure, and better shared-user responsiveness.</a:t>
            </a:r>
            <a:endParaRPr lang="en-US" dirty="0"/>
          </a:p>
        </p:txBody>
      </p:sp>
    </p:spTree>
    <p:extLst>
      <p:ext uri="{BB962C8B-B14F-4D97-AF65-F5344CB8AC3E}">
        <p14:creationId xmlns:p14="http://schemas.microsoft.com/office/powerpoint/2010/main" val="24017700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72E27C3-B487-034A-E916-3D661225811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081AC7D-E6B8-1769-BB35-C897E1C5C69E}"/>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07E67B08-0B26-07C1-7D59-5B322CE315F6}"/>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4D17E464-D329-A95B-27E9-0C61575C3F27}"/>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441037BF-285F-EAD6-1F21-F4516DEB3B9D}"/>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A93943DC-70FF-F8C3-AB84-DF87C5D4B326}"/>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00B118FC-D4DC-02CD-871F-EA80A94B84A8}"/>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8DF828F0-B226-1DF8-F6F5-47D3BFB47763}"/>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5DABCA66-0FC4-0545-8B98-4970B95F4764}"/>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18EEB365-7E39-C705-B277-349936AEC6E3}"/>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43</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74735E6E-829C-F285-D71C-FCDB663346CD}"/>
              </a:ext>
            </a:extLst>
          </p:cNvPr>
          <p:cNvSpPr/>
          <p:nvPr/>
        </p:nvSpPr>
        <p:spPr>
          <a:xfrm>
            <a:off x="918972" y="1595628"/>
            <a:ext cx="713232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DAX patterns that scale</a:t>
            </a:r>
            <a:endParaRPr lang="en-US" sz="3600" dirty="0">
              <a:solidFill>
                <a:schemeClr val="bg1"/>
              </a:solidFill>
            </a:endParaRPr>
          </a:p>
        </p:txBody>
      </p:sp>
      <p:sp>
        <p:nvSpPr>
          <p:cNvPr id="12" name="Shape 1">
            <a:extLst>
              <a:ext uri="{FF2B5EF4-FFF2-40B4-BE49-F238E27FC236}">
                <a16:creationId xmlns:a16="http://schemas.microsoft.com/office/drawing/2014/main" id="{9793185D-4C9F-62FB-4C77-B3ED9A400645}"/>
              </a:ext>
            </a:extLst>
          </p:cNvPr>
          <p:cNvSpPr/>
          <p:nvPr/>
        </p:nvSpPr>
        <p:spPr>
          <a:xfrm>
            <a:off x="1028700" y="2628900"/>
            <a:ext cx="5394960" cy="4526280"/>
          </a:xfrm>
          <a:prstGeom prst="roundRect">
            <a:avLst>
              <a:gd name="adj" fmla="val 1414"/>
            </a:avLst>
          </a:prstGeom>
          <a:solidFill>
            <a:srgbClr val="FFF7ED"/>
          </a:solidFill>
          <a:ln w="12700">
            <a:solidFill>
              <a:srgbClr val="FCD34D"/>
            </a:solidFill>
            <a:prstDash val="solid"/>
          </a:ln>
        </p:spPr>
        <p:txBody>
          <a:bodyPr/>
          <a:lstStyle/>
          <a:p>
            <a:endParaRPr lang="en-US"/>
          </a:p>
        </p:txBody>
      </p:sp>
      <p:sp>
        <p:nvSpPr>
          <p:cNvPr id="13" name="Shape 2">
            <a:extLst>
              <a:ext uri="{FF2B5EF4-FFF2-40B4-BE49-F238E27FC236}">
                <a16:creationId xmlns:a16="http://schemas.microsoft.com/office/drawing/2014/main" id="{A61AFE6A-9773-4FC6-53F1-3EB61F705EF9}"/>
              </a:ext>
            </a:extLst>
          </p:cNvPr>
          <p:cNvSpPr/>
          <p:nvPr/>
        </p:nvSpPr>
        <p:spPr>
          <a:xfrm>
            <a:off x="6569964" y="2628900"/>
            <a:ext cx="5303520" cy="4526280"/>
          </a:xfrm>
          <a:prstGeom prst="roundRect">
            <a:avLst>
              <a:gd name="adj" fmla="val 1414"/>
            </a:avLst>
          </a:prstGeom>
          <a:solidFill>
            <a:srgbClr val="F0FDF4"/>
          </a:solidFill>
          <a:ln w="12700">
            <a:solidFill>
              <a:srgbClr val="86EFAC"/>
            </a:solidFill>
            <a:prstDash val="solid"/>
          </a:ln>
        </p:spPr>
        <p:txBody>
          <a:bodyPr/>
          <a:lstStyle/>
          <a:p>
            <a:endParaRPr lang="en-US"/>
          </a:p>
        </p:txBody>
      </p:sp>
      <p:sp>
        <p:nvSpPr>
          <p:cNvPr id="14" name="Text 3">
            <a:extLst>
              <a:ext uri="{FF2B5EF4-FFF2-40B4-BE49-F238E27FC236}">
                <a16:creationId xmlns:a16="http://schemas.microsoft.com/office/drawing/2014/main" id="{02133F38-206F-7CCF-15D7-7328E0F07790}"/>
              </a:ext>
            </a:extLst>
          </p:cNvPr>
          <p:cNvSpPr/>
          <p:nvPr/>
        </p:nvSpPr>
        <p:spPr>
          <a:xfrm>
            <a:off x="1303020" y="2967228"/>
            <a:ext cx="4107180" cy="274320"/>
          </a:xfrm>
          <a:prstGeom prst="rect">
            <a:avLst/>
          </a:prstGeom>
          <a:noFill/>
          <a:ln/>
        </p:spPr>
        <p:txBody>
          <a:bodyPr wrap="square" rtlCol="0" anchor="ctr"/>
          <a:lstStyle/>
          <a:p>
            <a:pPr marL="0" indent="0">
              <a:buNone/>
            </a:pPr>
            <a:r>
              <a:rPr lang="en-US" sz="2400" b="1" dirty="0">
                <a:solidFill>
                  <a:srgbClr val="9A3412"/>
                </a:solidFill>
              </a:rPr>
              <a:t>Patterns that often hurt</a:t>
            </a:r>
            <a:endParaRPr lang="en-US" sz="2400" dirty="0"/>
          </a:p>
        </p:txBody>
      </p:sp>
      <p:sp>
        <p:nvSpPr>
          <p:cNvPr id="15" name="Shape 4">
            <a:extLst>
              <a:ext uri="{FF2B5EF4-FFF2-40B4-BE49-F238E27FC236}">
                <a16:creationId xmlns:a16="http://schemas.microsoft.com/office/drawing/2014/main" id="{8690FBB2-BCA7-F0FF-0DAF-E7C969589006}"/>
              </a:ext>
            </a:extLst>
          </p:cNvPr>
          <p:cNvSpPr/>
          <p:nvPr/>
        </p:nvSpPr>
        <p:spPr>
          <a:xfrm>
            <a:off x="1330452" y="35006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16" name="Text 5">
            <a:extLst>
              <a:ext uri="{FF2B5EF4-FFF2-40B4-BE49-F238E27FC236}">
                <a16:creationId xmlns:a16="http://schemas.microsoft.com/office/drawing/2014/main" id="{512A8B7E-9E54-2A8D-4B75-1325BE20AA75}"/>
              </a:ext>
            </a:extLst>
          </p:cNvPr>
          <p:cNvSpPr/>
          <p:nvPr/>
        </p:nvSpPr>
        <p:spPr>
          <a:xfrm>
            <a:off x="1559052" y="3360420"/>
            <a:ext cx="4480560" cy="384048"/>
          </a:xfrm>
          <a:prstGeom prst="rect">
            <a:avLst/>
          </a:prstGeom>
          <a:noFill/>
          <a:ln/>
        </p:spPr>
        <p:txBody>
          <a:bodyPr wrap="square" lIns="0" tIns="0" rIns="0" bIns="0" rtlCol="0" anchor="ctr"/>
          <a:lstStyle/>
          <a:p>
            <a:pPr marL="0" indent="0">
              <a:buNone/>
            </a:pPr>
            <a:r>
              <a:rPr lang="en-US" dirty="0">
                <a:solidFill>
                  <a:srgbClr val="7C2D12"/>
                </a:solidFill>
              </a:rPr>
              <a:t>Heavy iterators over large fact tables</a:t>
            </a:r>
            <a:endParaRPr lang="en-US" dirty="0"/>
          </a:p>
        </p:txBody>
      </p:sp>
      <p:sp>
        <p:nvSpPr>
          <p:cNvPr id="17" name="Shape 6">
            <a:extLst>
              <a:ext uri="{FF2B5EF4-FFF2-40B4-BE49-F238E27FC236}">
                <a16:creationId xmlns:a16="http://schemas.microsoft.com/office/drawing/2014/main" id="{7EE2350D-FD90-F946-71E3-127367BBBE84}"/>
              </a:ext>
            </a:extLst>
          </p:cNvPr>
          <p:cNvSpPr/>
          <p:nvPr/>
        </p:nvSpPr>
        <p:spPr>
          <a:xfrm>
            <a:off x="1330452" y="40340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18" name="Text 7">
            <a:extLst>
              <a:ext uri="{FF2B5EF4-FFF2-40B4-BE49-F238E27FC236}">
                <a16:creationId xmlns:a16="http://schemas.microsoft.com/office/drawing/2014/main" id="{BFD3B8C6-0F75-4A6C-8B7D-E61E78C61712}"/>
              </a:ext>
            </a:extLst>
          </p:cNvPr>
          <p:cNvSpPr/>
          <p:nvPr/>
        </p:nvSpPr>
        <p:spPr>
          <a:xfrm>
            <a:off x="1559052" y="4037076"/>
            <a:ext cx="4480560" cy="384048"/>
          </a:xfrm>
          <a:prstGeom prst="rect">
            <a:avLst/>
          </a:prstGeom>
          <a:noFill/>
          <a:ln/>
        </p:spPr>
        <p:txBody>
          <a:bodyPr wrap="square" lIns="0" tIns="0" rIns="0" bIns="0" rtlCol="0" anchor="ctr"/>
          <a:lstStyle/>
          <a:p>
            <a:pPr marL="0" indent="0">
              <a:buNone/>
            </a:pPr>
            <a:r>
              <a:rPr lang="en-US" dirty="0">
                <a:solidFill>
                  <a:srgbClr val="7C2D12"/>
                </a:solidFill>
              </a:rPr>
              <a:t>Calculated columns for logic that belongs upstream</a:t>
            </a:r>
            <a:endParaRPr lang="en-US" dirty="0"/>
          </a:p>
        </p:txBody>
      </p:sp>
      <p:sp>
        <p:nvSpPr>
          <p:cNvPr id="19" name="Shape 8">
            <a:extLst>
              <a:ext uri="{FF2B5EF4-FFF2-40B4-BE49-F238E27FC236}">
                <a16:creationId xmlns:a16="http://schemas.microsoft.com/office/drawing/2014/main" id="{490E4814-2541-BCCF-608A-61CF35F05521}"/>
              </a:ext>
            </a:extLst>
          </p:cNvPr>
          <p:cNvSpPr/>
          <p:nvPr/>
        </p:nvSpPr>
        <p:spPr>
          <a:xfrm>
            <a:off x="1330452" y="46863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0" name="Text 9">
            <a:extLst>
              <a:ext uri="{FF2B5EF4-FFF2-40B4-BE49-F238E27FC236}">
                <a16:creationId xmlns:a16="http://schemas.microsoft.com/office/drawing/2014/main" id="{341AD924-64A7-31A0-760E-BB53527D22B9}"/>
              </a:ext>
            </a:extLst>
          </p:cNvPr>
          <p:cNvSpPr/>
          <p:nvPr/>
        </p:nvSpPr>
        <p:spPr>
          <a:xfrm>
            <a:off x="1559052" y="4713732"/>
            <a:ext cx="4480560" cy="384048"/>
          </a:xfrm>
          <a:prstGeom prst="rect">
            <a:avLst/>
          </a:prstGeom>
          <a:noFill/>
          <a:ln/>
        </p:spPr>
        <p:txBody>
          <a:bodyPr wrap="square" lIns="0" tIns="0" rIns="0" bIns="0" rtlCol="0" anchor="ctr"/>
          <a:lstStyle/>
          <a:p>
            <a:pPr marL="0" indent="0">
              <a:buNone/>
            </a:pPr>
            <a:r>
              <a:rPr lang="en-US" dirty="0">
                <a:solidFill>
                  <a:srgbClr val="7C2D12"/>
                </a:solidFill>
              </a:rPr>
              <a:t>Many-to-many + bidirectional filters as the default answer</a:t>
            </a:r>
            <a:endParaRPr lang="en-US" dirty="0"/>
          </a:p>
        </p:txBody>
      </p:sp>
      <p:sp>
        <p:nvSpPr>
          <p:cNvPr id="21" name="Shape 10">
            <a:extLst>
              <a:ext uri="{FF2B5EF4-FFF2-40B4-BE49-F238E27FC236}">
                <a16:creationId xmlns:a16="http://schemas.microsoft.com/office/drawing/2014/main" id="{09C49328-B169-40E5-9D64-64EEE471C11E}"/>
              </a:ext>
            </a:extLst>
          </p:cNvPr>
          <p:cNvSpPr/>
          <p:nvPr/>
        </p:nvSpPr>
        <p:spPr>
          <a:xfrm>
            <a:off x="1330452" y="53721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2" name="Text 11">
            <a:extLst>
              <a:ext uri="{FF2B5EF4-FFF2-40B4-BE49-F238E27FC236}">
                <a16:creationId xmlns:a16="http://schemas.microsoft.com/office/drawing/2014/main" id="{33675223-7122-8FB0-62EC-65925D99EE9F}"/>
              </a:ext>
            </a:extLst>
          </p:cNvPr>
          <p:cNvSpPr/>
          <p:nvPr/>
        </p:nvSpPr>
        <p:spPr>
          <a:xfrm>
            <a:off x="1559052" y="5390388"/>
            <a:ext cx="4480560" cy="384048"/>
          </a:xfrm>
          <a:prstGeom prst="rect">
            <a:avLst/>
          </a:prstGeom>
          <a:noFill/>
          <a:ln/>
        </p:spPr>
        <p:txBody>
          <a:bodyPr wrap="square" lIns="0" tIns="0" rIns="0" bIns="0" rtlCol="0" anchor="ctr"/>
          <a:lstStyle/>
          <a:p>
            <a:pPr marL="0" indent="0">
              <a:buNone/>
            </a:pPr>
            <a:r>
              <a:rPr lang="en-US" dirty="0">
                <a:solidFill>
                  <a:srgbClr val="7C2D12"/>
                </a:solidFill>
              </a:rPr>
              <a:t>Broad ALL() patterns that wipe out useful filter context</a:t>
            </a:r>
            <a:endParaRPr lang="en-US" dirty="0"/>
          </a:p>
        </p:txBody>
      </p:sp>
      <p:sp>
        <p:nvSpPr>
          <p:cNvPr id="23" name="Shape 12">
            <a:extLst>
              <a:ext uri="{FF2B5EF4-FFF2-40B4-BE49-F238E27FC236}">
                <a16:creationId xmlns:a16="http://schemas.microsoft.com/office/drawing/2014/main" id="{AABB4FA7-BF80-EF96-1E26-F690AC03CFC5}"/>
              </a:ext>
            </a:extLst>
          </p:cNvPr>
          <p:cNvSpPr/>
          <p:nvPr/>
        </p:nvSpPr>
        <p:spPr>
          <a:xfrm>
            <a:off x="1330452" y="60579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4" name="Text 13">
            <a:extLst>
              <a:ext uri="{FF2B5EF4-FFF2-40B4-BE49-F238E27FC236}">
                <a16:creationId xmlns:a16="http://schemas.microsoft.com/office/drawing/2014/main" id="{68204C33-66D9-25CA-E1CE-513C735853AD}"/>
              </a:ext>
            </a:extLst>
          </p:cNvPr>
          <p:cNvSpPr/>
          <p:nvPr/>
        </p:nvSpPr>
        <p:spPr>
          <a:xfrm>
            <a:off x="1559052" y="6067044"/>
            <a:ext cx="4480560" cy="384048"/>
          </a:xfrm>
          <a:prstGeom prst="rect">
            <a:avLst/>
          </a:prstGeom>
          <a:noFill/>
          <a:ln/>
        </p:spPr>
        <p:txBody>
          <a:bodyPr wrap="square" lIns="0" tIns="0" rIns="0" bIns="0" rtlCol="0" anchor="ctr"/>
          <a:lstStyle/>
          <a:p>
            <a:pPr marL="0" indent="0">
              <a:buNone/>
            </a:pPr>
            <a:r>
              <a:rPr lang="en-US" dirty="0">
                <a:solidFill>
                  <a:srgbClr val="7C2D12"/>
                </a:solidFill>
              </a:rPr>
              <a:t>Measures written to compensate for a weak model</a:t>
            </a:r>
            <a:endParaRPr lang="en-US" dirty="0"/>
          </a:p>
        </p:txBody>
      </p:sp>
      <p:sp>
        <p:nvSpPr>
          <p:cNvPr id="25" name="Text 14">
            <a:extLst>
              <a:ext uri="{FF2B5EF4-FFF2-40B4-BE49-F238E27FC236}">
                <a16:creationId xmlns:a16="http://schemas.microsoft.com/office/drawing/2014/main" id="{BC364769-0DBC-A61D-CBE9-E0CAE133E52E}"/>
              </a:ext>
            </a:extLst>
          </p:cNvPr>
          <p:cNvSpPr/>
          <p:nvPr/>
        </p:nvSpPr>
        <p:spPr>
          <a:xfrm>
            <a:off x="6844284" y="2967228"/>
            <a:ext cx="4280916" cy="274320"/>
          </a:xfrm>
          <a:prstGeom prst="rect">
            <a:avLst/>
          </a:prstGeom>
          <a:noFill/>
          <a:ln/>
        </p:spPr>
        <p:txBody>
          <a:bodyPr wrap="square" rtlCol="0" anchor="ctr"/>
          <a:lstStyle/>
          <a:p>
            <a:pPr marL="0" indent="0">
              <a:buNone/>
            </a:pPr>
            <a:r>
              <a:rPr lang="en-US" sz="2400" b="1" dirty="0">
                <a:solidFill>
                  <a:srgbClr val="166534"/>
                </a:solidFill>
              </a:rPr>
              <a:t>Patterns that usually hold up</a:t>
            </a:r>
            <a:endParaRPr lang="en-US" sz="2400" dirty="0"/>
          </a:p>
        </p:txBody>
      </p:sp>
      <p:sp>
        <p:nvSpPr>
          <p:cNvPr id="26" name="Shape 15">
            <a:extLst>
              <a:ext uri="{FF2B5EF4-FFF2-40B4-BE49-F238E27FC236}">
                <a16:creationId xmlns:a16="http://schemas.microsoft.com/office/drawing/2014/main" id="{46208C81-CA01-934B-E8F5-FFEF75588D34}"/>
              </a:ext>
            </a:extLst>
          </p:cNvPr>
          <p:cNvSpPr/>
          <p:nvPr/>
        </p:nvSpPr>
        <p:spPr>
          <a:xfrm>
            <a:off x="6862572" y="35006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7" name="Text 16">
            <a:extLst>
              <a:ext uri="{FF2B5EF4-FFF2-40B4-BE49-F238E27FC236}">
                <a16:creationId xmlns:a16="http://schemas.microsoft.com/office/drawing/2014/main" id="{2E2D524C-A4DA-992C-BBEB-261C3F5B717E}"/>
              </a:ext>
            </a:extLst>
          </p:cNvPr>
          <p:cNvSpPr/>
          <p:nvPr/>
        </p:nvSpPr>
        <p:spPr>
          <a:xfrm>
            <a:off x="7091172" y="3360420"/>
            <a:ext cx="4389120" cy="384048"/>
          </a:xfrm>
          <a:prstGeom prst="rect">
            <a:avLst/>
          </a:prstGeom>
          <a:noFill/>
          <a:ln/>
        </p:spPr>
        <p:txBody>
          <a:bodyPr wrap="square" lIns="0" tIns="0" rIns="0" bIns="0" rtlCol="0" anchor="ctr"/>
          <a:lstStyle/>
          <a:p>
            <a:pPr marL="0" indent="0">
              <a:buNone/>
            </a:pPr>
            <a:r>
              <a:rPr lang="en-US" dirty="0">
                <a:solidFill>
                  <a:srgbClr val="14532D"/>
                </a:solidFill>
              </a:rPr>
              <a:t>Measures on top of a clean star schema</a:t>
            </a:r>
            <a:endParaRPr lang="en-US" dirty="0"/>
          </a:p>
        </p:txBody>
      </p:sp>
      <p:sp>
        <p:nvSpPr>
          <p:cNvPr id="28" name="Shape 17">
            <a:extLst>
              <a:ext uri="{FF2B5EF4-FFF2-40B4-BE49-F238E27FC236}">
                <a16:creationId xmlns:a16="http://schemas.microsoft.com/office/drawing/2014/main" id="{A8A04BF6-D114-714E-F53E-97690966AD8D}"/>
              </a:ext>
            </a:extLst>
          </p:cNvPr>
          <p:cNvSpPr/>
          <p:nvPr/>
        </p:nvSpPr>
        <p:spPr>
          <a:xfrm>
            <a:off x="6844284" y="40767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9" name="Text 18">
            <a:extLst>
              <a:ext uri="{FF2B5EF4-FFF2-40B4-BE49-F238E27FC236}">
                <a16:creationId xmlns:a16="http://schemas.microsoft.com/office/drawing/2014/main" id="{1014319D-EA21-578E-19EF-07A9E29C07F3}"/>
              </a:ext>
            </a:extLst>
          </p:cNvPr>
          <p:cNvSpPr/>
          <p:nvPr/>
        </p:nvSpPr>
        <p:spPr>
          <a:xfrm>
            <a:off x="7091172" y="4037076"/>
            <a:ext cx="4389120" cy="384048"/>
          </a:xfrm>
          <a:prstGeom prst="rect">
            <a:avLst/>
          </a:prstGeom>
          <a:noFill/>
          <a:ln/>
        </p:spPr>
        <p:txBody>
          <a:bodyPr wrap="square" lIns="0" tIns="0" rIns="0" bIns="0" rtlCol="0" anchor="ctr"/>
          <a:lstStyle/>
          <a:p>
            <a:pPr marL="0" indent="0">
              <a:buNone/>
            </a:pPr>
            <a:r>
              <a:rPr lang="en-US" dirty="0">
                <a:solidFill>
                  <a:srgbClr val="14532D"/>
                </a:solidFill>
              </a:rPr>
              <a:t>Explicit filter behavior and simple relationship paths</a:t>
            </a:r>
            <a:endParaRPr lang="en-US" dirty="0"/>
          </a:p>
        </p:txBody>
      </p:sp>
      <p:sp>
        <p:nvSpPr>
          <p:cNvPr id="30" name="Shape 19">
            <a:extLst>
              <a:ext uri="{FF2B5EF4-FFF2-40B4-BE49-F238E27FC236}">
                <a16:creationId xmlns:a16="http://schemas.microsoft.com/office/drawing/2014/main" id="{A929D585-7047-258E-8AE8-784528ACDA38}"/>
              </a:ext>
            </a:extLst>
          </p:cNvPr>
          <p:cNvSpPr/>
          <p:nvPr/>
        </p:nvSpPr>
        <p:spPr>
          <a:xfrm>
            <a:off x="6862572" y="48722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31" name="Text 20">
            <a:extLst>
              <a:ext uri="{FF2B5EF4-FFF2-40B4-BE49-F238E27FC236}">
                <a16:creationId xmlns:a16="http://schemas.microsoft.com/office/drawing/2014/main" id="{31B192A4-C531-5C7D-2BE6-F6D92CD9EE30}"/>
              </a:ext>
            </a:extLst>
          </p:cNvPr>
          <p:cNvSpPr/>
          <p:nvPr/>
        </p:nvSpPr>
        <p:spPr>
          <a:xfrm>
            <a:off x="7091172" y="4713732"/>
            <a:ext cx="4389120" cy="384048"/>
          </a:xfrm>
          <a:prstGeom prst="rect">
            <a:avLst/>
          </a:prstGeom>
          <a:noFill/>
          <a:ln/>
        </p:spPr>
        <p:txBody>
          <a:bodyPr wrap="square" lIns="0" tIns="0" rIns="0" bIns="0" rtlCol="0" anchor="ctr"/>
          <a:lstStyle/>
          <a:p>
            <a:pPr marL="0" indent="0">
              <a:buNone/>
            </a:pPr>
            <a:r>
              <a:rPr lang="en-US" dirty="0">
                <a:solidFill>
                  <a:srgbClr val="14532D"/>
                </a:solidFill>
              </a:rPr>
              <a:t>Dimension-led slicing with fact-led aggregation</a:t>
            </a:r>
            <a:endParaRPr lang="en-US" dirty="0"/>
          </a:p>
        </p:txBody>
      </p:sp>
      <p:sp>
        <p:nvSpPr>
          <p:cNvPr id="32" name="Shape 21">
            <a:extLst>
              <a:ext uri="{FF2B5EF4-FFF2-40B4-BE49-F238E27FC236}">
                <a16:creationId xmlns:a16="http://schemas.microsoft.com/office/drawing/2014/main" id="{8DA4C441-95E8-5B67-340C-AEBB7291AC10}"/>
              </a:ext>
            </a:extLst>
          </p:cNvPr>
          <p:cNvSpPr/>
          <p:nvPr/>
        </p:nvSpPr>
        <p:spPr>
          <a:xfrm>
            <a:off x="6862572" y="53721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33" name="Text 22">
            <a:extLst>
              <a:ext uri="{FF2B5EF4-FFF2-40B4-BE49-F238E27FC236}">
                <a16:creationId xmlns:a16="http://schemas.microsoft.com/office/drawing/2014/main" id="{C3056F34-509A-E3F4-EBB6-DB695A330695}"/>
              </a:ext>
            </a:extLst>
          </p:cNvPr>
          <p:cNvSpPr/>
          <p:nvPr/>
        </p:nvSpPr>
        <p:spPr>
          <a:xfrm>
            <a:off x="7091172" y="5390388"/>
            <a:ext cx="4389120" cy="384048"/>
          </a:xfrm>
          <a:prstGeom prst="rect">
            <a:avLst/>
          </a:prstGeom>
          <a:noFill/>
          <a:ln/>
        </p:spPr>
        <p:txBody>
          <a:bodyPr wrap="square" lIns="0" tIns="0" rIns="0" bIns="0" rtlCol="0" anchor="ctr"/>
          <a:lstStyle/>
          <a:p>
            <a:pPr marL="0" indent="0">
              <a:buNone/>
            </a:pPr>
            <a:r>
              <a:rPr lang="en-US" dirty="0">
                <a:solidFill>
                  <a:srgbClr val="14532D"/>
                </a:solidFill>
              </a:rPr>
              <a:t>Upstream transformations in Power Query or the warehouse</a:t>
            </a:r>
            <a:endParaRPr lang="en-US" dirty="0"/>
          </a:p>
        </p:txBody>
      </p:sp>
      <p:sp>
        <p:nvSpPr>
          <p:cNvPr id="34" name="Shape 23">
            <a:extLst>
              <a:ext uri="{FF2B5EF4-FFF2-40B4-BE49-F238E27FC236}">
                <a16:creationId xmlns:a16="http://schemas.microsoft.com/office/drawing/2014/main" id="{37CA5D5F-27B8-1938-E578-5E9160AC4A20}"/>
              </a:ext>
            </a:extLst>
          </p:cNvPr>
          <p:cNvSpPr/>
          <p:nvPr/>
        </p:nvSpPr>
        <p:spPr>
          <a:xfrm>
            <a:off x="6862572" y="62103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35" name="Text 24">
            <a:extLst>
              <a:ext uri="{FF2B5EF4-FFF2-40B4-BE49-F238E27FC236}">
                <a16:creationId xmlns:a16="http://schemas.microsoft.com/office/drawing/2014/main" id="{E3C21DD6-B357-50FA-F0A9-C242E6DBEACE}"/>
              </a:ext>
            </a:extLst>
          </p:cNvPr>
          <p:cNvSpPr/>
          <p:nvPr/>
        </p:nvSpPr>
        <p:spPr>
          <a:xfrm>
            <a:off x="7091172" y="6067044"/>
            <a:ext cx="4389120" cy="384048"/>
          </a:xfrm>
          <a:prstGeom prst="rect">
            <a:avLst/>
          </a:prstGeom>
          <a:noFill/>
          <a:ln/>
        </p:spPr>
        <p:txBody>
          <a:bodyPr wrap="square" lIns="0" tIns="0" rIns="0" bIns="0" rtlCol="0" anchor="ctr"/>
          <a:lstStyle/>
          <a:p>
            <a:pPr marL="0" indent="0">
              <a:buNone/>
            </a:pPr>
            <a:r>
              <a:rPr lang="en-US" dirty="0">
                <a:solidFill>
                  <a:srgbClr val="14532D"/>
                </a:solidFill>
              </a:rPr>
              <a:t>Refactoring logic to reduce row-by-row work</a:t>
            </a:r>
            <a:endParaRPr lang="en-US" dirty="0"/>
          </a:p>
        </p:txBody>
      </p:sp>
      <p:sp>
        <p:nvSpPr>
          <p:cNvPr id="36" name="Text 25">
            <a:extLst>
              <a:ext uri="{FF2B5EF4-FFF2-40B4-BE49-F238E27FC236}">
                <a16:creationId xmlns:a16="http://schemas.microsoft.com/office/drawing/2014/main" id="{CC7BE9DE-7C7B-7A74-3927-D8E072086FEC}"/>
              </a:ext>
            </a:extLst>
          </p:cNvPr>
          <p:cNvSpPr/>
          <p:nvPr/>
        </p:nvSpPr>
        <p:spPr>
          <a:xfrm>
            <a:off x="914400" y="7200900"/>
            <a:ext cx="11074908" cy="365760"/>
          </a:xfrm>
          <a:prstGeom prst="rect">
            <a:avLst/>
          </a:prstGeom>
          <a:noFill/>
          <a:ln/>
        </p:spPr>
        <p:txBody>
          <a:bodyPr wrap="square" rtlCol="0" anchor="ctr"/>
          <a:lstStyle/>
          <a:p>
            <a:pPr marL="0" indent="0" algn="ctr">
              <a:buNone/>
            </a:pPr>
            <a:r>
              <a:rPr lang="en-US" b="1" dirty="0">
                <a:solidFill>
                  <a:schemeClr val="bg1"/>
                </a:solidFill>
              </a:rPr>
              <a:t>Best takeaway: the fastest DAX is often the DAX you didn’t need to write because the model was shaped correctly.</a:t>
            </a:r>
            <a:endParaRPr lang="en-US" dirty="0">
              <a:solidFill>
                <a:schemeClr val="bg1"/>
              </a:solidFill>
            </a:endParaRPr>
          </a:p>
        </p:txBody>
      </p:sp>
    </p:spTree>
    <p:extLst>
      <p:ext uri="{BB962C8B-B14F-4D97-AF65-F5344CB8AC3E}">
        <p14:creationId xmlns:p14="http://schemas.microsoft.com/office/powerpoint/2010/main" val="23279555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BCD0A03-8A0B-C7FA-BE16-4BA8325CF1E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124409C-B47E-6516-EF6E-6F37DBCDF637}"/>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C2D2840D-E15C-31C5-3917-128022A75256}"/>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E6018257-0A8B-62D4-B689-213633917F67}"/>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6865F914-B009-BC77-F8E0-40F159E26076}"/>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6DE9A175-B9AE-2E9A-1C54-1B2296CE31C4}"/>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69C0F036-5CB2-4A3E-E9C5-65D835E1295F}"/>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16F6E925-405E-FBF5-0074-B7E2E0238DF9}"/>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C2A51193-96C6-FE52-78A7-67E5F1150BFE}"/>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78B58206-9D3F-CAF6-3F72-7AE41D3B0A7D}"/>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44</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E4BAB42D-C17B-0252-FE65-CE71FA6583A1}"/>
              </a:ext>
            </a:extLst>
          </p:cNvPr>
          <p:cNvSpPr/>
          <p:nvPr/>
        </p:nvSpPr>
        <p:spPr>
          <a:xfrm>
            <a:off x="937260" y="1763268"/>
            <a:ext cx="1140714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Hands-on modeling sprint: redesign a problematic model</a:t>
            </a:r>
            <a:endParaRPr lang="en-US" sz="3600" dirty="0">
              <a:solidFill>
                <a:schemeClr val="bg1"/>
              </a:solidFill>
            </a:endParaRPr>
          </a:p>
        </p:txBody>
      </p:sp>
      <p:pic>
        <p:nvPicPr>
          <p:cNvPr id="12" name="Image 0" descr="/mnt/data/workshop-team.jpg">
            <a:extLst>
              <a:ext uri="{FF2B5EF4-FFF2-40B4-BE49-F238E27FC236}">
                <a16:creationId xmlns:a16="http://schemas.microsoft.com/office/drawing/2014/main" id="{023039A7-223C-F996-4056-4E39128347FB}"/>
              </a:ext>
            </a:extLst>
          </p:cNvPr>
          <p:cNvPicPr>
            <a:picLocks noChangeAspect="1"/>
          </p:cNvPicPr>
          <p:nvPr/>
        </p:nvPicPr>
        <p:blipFill>
          <a:blip r:embed="rId2"/>
          <a:srcRect l="25022" r="25022"/>
          <a:stretch/>
        </p:blipFill>
        <p:spPr>
          <a:xfrm>
            <a:off x="7383780" y="2476500"/>
            <a:ext cx="4343400" cy="4892040"/>
          </a:xfrm>
          <a:prstGeom prst="rect">
            <a:avLst/>
          </a:prstGeom>
        </p:spPr>
      </p:pic>
      <p:sp>
        <p:nvSpPr>
          <p:cNvPr id="13" name="Shape 1">
            <a:extLst>
              <a:ext uri="{FF2B5EF4-FFF2-40B4-BE49-F238E27FC236}">
                <a16:creationId xmlns:a16="http://schemas.microsoft.com/office/drawing/2014/main" id="{9B3FFF80-4BE3-956D-4FC2-BEA48F06E933}"/>
              </a:ext>
            </a:extLst>
          </p:cNvPr>
          <p:cNvSpPr/>
          <p:nvPr/>
        </p:nvSpPr>
        <p:spPr>
          <a:xfrm>
            <a:off x="1028700" y="2705100"/>
            <a:ext cx="5897880" cy="4526280"/>
          </a:xfrm>
          <a:prstGeom prst="roundRect">
            <a:avLst>
              <a:gd name="adj" fmla="val 1212"/>
            </a:avLst>
          </a:prstGeom>
          <a:solidFill>
            <a:srgbClr val="FFFFFF"/>
          </a:solidFill>
          <a:ln w="12700">
            <a:solidFill>
              <a:srgbClr val="D7DEE6"/>
            </a:solidFill>
            <a:prstDash val="solid"/>
          </a:ln>
        </p:spPr>
        <p:txBody>
          <a:bodyPr/>
          <a:lstStyle/>
          <a:p>
            <a:endParaRPr lang="en-US" sz="2400"/>
          </a:p>
        </p:txBody>
      </p:sp>
      <p:sp>
        <p:nvSpPr>
          <p:cNvPr id="14" name="Text 2">
            <a:extLst>
              <a:ext uri="{FF2B5EF4-FFF2-40B4-BE49-F238E27FC236}">
                <a16:creationId xmlns:a16="http://schemas.microsoft.com/office/drawing/2014/main" id="{A8864FEF-856F-59DC-8C4F-BB5441BC96AE}"/>
              </a:ext>
            </a:extLst>
          </p:cNvPr>
          <p:cNvSpPr/>
          <p:nvPr/>
        </p:nvSpPr>
        <p:spPr>
          <a:xfrm>
            <a:off x="1303020" y="3070860"/>
            <a:ext cx="3878580" cy="274320"/>
          </a:xfrm>
          <a:prstGeom prst="rect">
            <a:avLst/>
          </a:prstGeom>
          <a:noFill/>
          <a:ln/>
        </p:spPr>
        <p:txBody>
          <a:bodyPr wrap="square" rtlCol="0" anchor="ctr"/>
          <a:lstStyle/>
          <a:p>
            <a:pPr marL="0" indent="0">
              <a:buNone/>
            </a:pPr>
            <a:r>
              <a:rPr lang="en-US" sz="2400" b="1" dirty="0">
                <a:solidFill>
                  <a:srgbClr val="0F172A"/>
                </a:solidFill>
              </a:rPr>
              <a:t>Starting scenario</a:t>
            </a:r>
            <a:endParaRPr lang="en-US" sz="2400" dirty="0"/>
          </a:p>
        </p:txBody>
      </p:sp>
      <p:sp>
        <p:nvSpPr>
          <p:cNvPr id="15" name="Shape 3">
            <a:extLst>
              <a:ext uri="{FF2B5EF4-FFF2-40B4-BE49-F238E27FC236}">
                <a16:creationId xmlns:a16="http://schemas.microsoft.com/office/drawing/2014/main" id="{344F8818-581F-5E05-6532-3728C005C334}"/>
              </a:ext>
            </a:extLst>
          </p:cNvPr>
          <p:cNvSpPr/>
          <p:nvPr/>
        </p:nvSpPr>
        <p:spPr>
          <a:xfrm>
            <a:off x="1303020" y="36195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16" name="Text 4">
            <a:extLst>
              <a:ext uri="{FF2B5EF4-FFF2-40B4-BE49-F238E27FC236}">
                <a16:creationId xmlns:a16="http://schemas.microsoft.com/office/drawing/2014/main" id="{9C5E747A-2B15-1020-85F9-011869FB3818}"/>
              </a:ext>
            </a:extLst>
          </p:cNvPr>
          <p:cNvSpPr/>
          <p:nvPr/>
        </p:nvSpPr>
        <p:spPr>
          <a:xfrm>
            <a:off x="1531620" y="3464052"/>
            <a:ext cx="5212080" cy="384048"/>
          </a:xfrm>
          <a:prstGeom prst="rect">
            <a:avLst/>
          </a:prstGeom>
          <a:noFill/>
          <a:ln/>
        </p:spPr>
        <p:txBody>
          <a:bodyPr wrap="square" lIns="0" tIns="0" rIns="0" bIns="0" rtlCol="0" anchor="ctr"/>
          <a:lstStyle/>
          <a:p>
            <a:pPr marL="0" indent="0">
              <a:buNone/>
            </a:pPr>
            <a:r>
              <a:rPr lang="en-US" dirty="0">
                <a:solidFill>
                  <a:srgbClr val="0F172A"/>
                </a:solidFill>
              </a:rPr>
              <a:t>One giant sales table with 300M+ rows</a:t>
            </a:r>
            <a:endParaRPr lang="en-US" dirty="0"/>
          </a:p>
        </p:txBody>
      </p:sp>
      <p:sp>
        <p:nvSpPr>
          <p:cNvPr id="17" name="Shape 5">
            <a:extLst>
              <a:ext uri="{FF2B5EF4-FFF2-40B4-BE49-F238E27FC236}">
                <a16:creationId xmlns:a16="http://schemas.microsoft.com/office/drawing/2014/main" id="{FCF40B42-4EC9-0D74-36C8-23CAA8CEAF42}"/>
              </a:ext>
            </a:extLst>
          </p:cNvPr>
          <p:cNvSpPr/>
          <p:nvPr/>
        </p:nvSpPr>
        <p:spPr>
          <a:xfrm>
            <a:off x="1303020" y="4262628"/>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18" name="Text 6">
            <a:extLst>
              <a:ext uri="{FF2B5EF4-FFF2-40B4-BE49-F238E27FC236}">
                <a16:creationId xmlns:a16="http://schemas.microsoft.com/office/drawing/2014/main" id="{7C34D0A9-1B8C-961A-2407-FC5D6C890991}"/>
              </a:ext>
            </a:extLst>
          </p:cNvPr>
          <p:cNvSpPr/>
          <p:nvPr/>
        </p:nvSpPr>
        <p:spPr>
          <a:xfrm>
            <a:off x="1531620" y="4104132"/>
            <a:ext cx="5212080" cy="384048"/>
          </a:xfrm>
          <a:prstGeom prst="rect">
            <a:avLst/>
          </a:prstGeom>
          <a:noFill/>
          <a:ln/>
        </p:spPr>
        <p:txBody>
          <a:bodyPr wrap="square" lIns="0" tIns="0" rIns="0" bIns="0" rtlCol="0" anchor="ctr"/>
          <a:lstStyle/>
          <a:p>
            <a:pPr marL="0" indent="0">
              <a:buNone/>
            </a:pPr>
            <a:r>
              <a:rPr lang="en-US" dirty="0">
                <a:solidFill>
                  <a:srgbClr val="0F172A"/>
                </a:solidFill>
              </a:rPr>
              <a:t>Product, customer, and geography text repeated in the fact</a:t>
            </a:r>
            <a:endParaRPr lang="en-US" dirty="0"/>
          </a:p>
        </p:txBody>
      </p:sp>
      <p:sp>
        <p:nvSpPr>
          <p:cNvPr id="19" name="Shape 7">
            <a:extLst>
              <a:ext uri="{FF2B5EF4-FFF2-40B4-BE49-F238E27FC236}">
                <a16:creationId xmlns:a16="http://schemas.microsoft.com/office/drawing/2014/main" id="{060014CF-D1F6-0D3C-D27A-0B4D34241A08}"/>
              </a:ext>
            </a:extLst>
          </p:cNvPr>
          <p:cNvSpPr/>
          <p:nvPr/>
        </p:nvSpPr>
        <p:spPr>
          <a:xfrm>
            <a:off x="1303020" y="47625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0" name="Text 8">
            <a:extLst>
              <a:ext uri="{FF2B5EF4-FFF2-40B4-BE49-F238E27FC236}">
                <a16:creationId xmlns:a16="http://schemas.microsoft.com/office/drawing/2014/main" id="{E35080A6-EFD2-40EF-1B3A-A7632A7B7170}"/>
              </a:ext>
            </a:extLst>
          </p:cNvPr>
          <p:cNvSpPr/>
          <p:nvPr/>
        </p:nvSpPr>
        <p:spPr>
          <a:xfrm>
            <a:off x="1531620" y="4744212"/>
            <a:ext cx="5212080" cy="384048"/>
          </a:xfrm>
          <a:prstGeom prst="rect">
            <a:avLst/>
          </a:prstGeom>
          <a:noFill/>
          <a:ln/>
        </p:spPr>
        <p:txBody>
          <a:bodyPr wrap="square" lIns="0" tIns="0" rIns="0" bIns="0" rtlCol="0" anchor="ctr"/>
          <a:lstStyle/>
          <a:p>
            <a:pPr marL="0" indent="0">
              <a:buNone/>
            </a:pPr>
            <a:r>
              <a:rPr lang="en-US" dirty="0">
                <a:solidFill>
                  <a:srgbClr val="0F172A"/>
                </a:solidFill>
              </a:rPr>
              <a:t>Bi-directional and many-to-many relationships everywhere</a:t>
            </a:r>
            <a:endParaRPr lang="en-US" dirty="0"/>
          </a:p>
        </p:txBody>
      </p:sp>
      <p:sp>
        <p:nvSpPr>
          <p:cNvPr id="21" name="Shape 9">
            <a:extLst>
              <a:ext uri="{FF2B5EF4-FFF2-40B4-BE49-F238E27FC236}">
                <a16:creationId xmlns:a16="http://schemas.microsoft.com/office/drawing/2014/main" id="{7F09D74A-39F5-B584-BC01-0F5D3307C4CE}"/>
              </a:ext>
            </a:extLst>
          </p:cNvPr>
          <p:cNvSpPr/>
          <p:nvPr/>
        </p:nvSpPr>
        <p:spPr>
          <a:xfrm>
            <a:off x="1303020" y="55245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2" name="Text 10">
            <a:extLst>
              <a:ext uri="{FF2B5EF4-FFF2-40B4-BE49-F238E27FC236}">
                <a16:creationId xmlns:a16="http://schemas.microsoft.com/office/drawing/2014/main" id="{CF3A58B3-E2AE-8CDE-FB17-7DCD76B22A42}"/>
              </a:ext>
            </a:extLst>
          </p:cNvPr>
          <p:cNvSpPr/>
          <p:nvPr/>
        </p:nvSpPr>
        <p:spPr>
          <a:xfrm>
            <a:off x="1531620" y="5384292"/>
            <a:ext cx="5212080" cy="384048"/>
          </a:xfrm>
          <a:prstGeom prst="rect">
            <a:avLst/>
          </a:prstGeom>
          <a:noFill/>
          <a:ln/>
        </p:spPr>
        <p:txBody>
          <a:bodyPr wrap="square" lIns="0" tIns="0" rIns="0" bIns="0" rtlCol="0" anchor="ctr"/>
          <a:lstStyle/>
          <a:p>
            <a:pPr marL="0" indent="0">
              <a:buNone/>
            </a:pPr>
            <a:r>
              <a:rPr lang="en-US" dirty="0">
                <a:solidFill>
                  <a:srgbClr val="0F172A"/>
                </a:solidFill>
              </a:rPr>
              <a:t>Full refresh takes too long; slicers lag under load</a:t>
            </a:r>
            <a:endParaRPr lang="en-US" dirty="0"/>
          </a:p>
        </p:txBody>
      </p:sp>
      <p:sp>
        <p:nvSpPr>
          <p:cNvPr id="23" name="Shape 11">
            <a:extLst>
              <a:ext uri="{FF2B5EF4-FFF2-40B4-BE49-F238E27FC236}">
                <a16:creationId xmlns:a16="http://schemas.microsoft.com/office/drawing/2014/main" id="{73B341BB-1C30-EDA4-E749-F015EB317037}"/>
              </a:ext>
            </a:extLst>
          </p:cNvPr>
          <p:cNvSpPr/>
          <p:nvPr/>
        </p:nvSpPr>
        <p:spPr>
          <a:xfrm>
            <a:off x="1303020" y="6057900"/>
            <a:ext cx="118872" cy="118872"/>
          </a:xfrm>
          <a:prstGeom prst="roundRect">
            <a:avLst>
              <a:gd name="adj" fmla="val 23077"/>
            </a:avLst>
          </a:prstGeom>
          <a:solidFill>
            <a:srgbClr val="0E7490"/>
          </a:solidFill>
          <a:ln w="12700">
            <a:solidFill>
              <a:srgbClr val="0E7490"/>
            </a:solidFill>
            <a:prstDash val="solid"/>
          </a:ln>
        </p:spPr>
        <p:txBody>
          <a:bodyPr/>
          <a:lstStyle/>
          <a:p>
            <a:endParaRPr lang="en-US"/>
          </a:p>
        </p:txBody>
      </p:sp>
      <p:sp>
        <p:nvSpPr>
          <p:cNvPr id="24" name="Text 12">
            <a:extLst>
              <a:ext uri="{FF2B5EF4-FFF2-40B4-BE49-F238E27FC236}">
                <a16:creationId xmlns:a16="http://schemas.microsoft.com/office/drawing/2014/main" id="{7EEA7880-548B-65D0-500F-A69DC9DCF393}"/>
              </a:ext>
            </a:extLst>
          </p:cNvPr>
          <p:cNvSpPr/>
          <p:nvPr/>
        </p:nvSpPr>
        <p:spPr>
          <a:xfrm>
            <a:off x="1531620" y="6024372"/>
            <a:ext cx="5212080" cy="384048"/>
          </a:xfrm>
          <a:prstGeom prst="rect">
            <a:avLst/>
          </a:prstGeom>
          <a:noFill/>
          <a:ln/>
        </p:spPr>
        <p:txBody>
          <a:bodyPr wrap="square" lIns="0" tIns="0" rIns="0" bIns="0" rtlCol="0" anchor="ctr"/>
          <a:lstStyle/>
          <a:p>
            <a:pPr marL="0" indent="0">
              <a:buNone/>
            </a:pPr>
            <a:r>
              <a:rPr lang="en-US" dirty="0">
                <a:solidFill>
                  <a:srgbClr val="0F172A"/>
                </a:solidFill>
              </a:rPr>
              <a:t>Business wants current-day visibility without losing speed</a:t>
            </a:r>
            <a:endParaRPr lang="en-US" dirty="0"/>
          </a:p>
        </p:txBody>
      </p:sp>
      <p:sp>
        <p:nvSpPr>
          <p:cNvPr id="25" name="Text 13">
            <a:extLst>
              <a:ext uri="{FF2B5EF4-FFF2-40B4-BE49-F238E27FC236}">
                <a16:creationId xmlns:a16="http://schemas.microsoft.com/office/drawing/2014/main" id="{3F839777-0E88-A3EC-5018-BC8BDF4B0FE8}"/>
              </a:ext>
            </a:extLst>
          </p:cNvPr>
          <p:cNvSpPr/>
          <p:nvPr/>
        </p:nvSpPr>
        <p:spPr>
          <a:xfrm>
            <a:off x="1303020" y="6591300"/>
            <a:ext cx="1737360" cy="201168"/>
          </a:xfrm>
          <a:prstGeom prst="rect">
            <a:avLst/>
          </a:prstGeom>
          <a:noFill/>
          <a:ln/>
        </p:spPr>
        <p:txBody>
          <a:bodyPr wrap="square" rtlCol="0" anchor="ctr"/>
          <a:lstStyle/>
          <a:p>
            <a:pPr marL="0" indent="0" algn="l">
              <a:buNone/>
            </a:pPr>
            <a:r>
              <a:rPr lang="en-US" sz="1400" b="1" dirty="0">
                <a:solidFill>
                  <a:srgbClr val="0E7490"/>
                </a:solidFill>
              </a:rPr>
              <a:t>Sprint output</a:t>
            </a:r>
            <a:endParaRPr lang="en-US" sz="1400" dirty="0"/>
          </a:p>
        </p:txBody>
      </p:sp>
      <p:sp>
        <p:nvSpPr>
          <p:cNvPr id="26" name="Text 14">
            <a:extLst>
              <a:ext uri="{FF2B5EF4-FFF2-40B4-BE49-F238E27FC236}">
                <a16:creationId xmlns:a16="http://schemas.microsoft.com/office/drawing/2014/main" id="{64194CA6-7973-59CF-1B00-D422F5F42267}"/>
              </a:ext>
            </a:extLst>
          </p:cNvPr>
          <p:cNvSpPr/>
          <p:nvPr/>
        </p:nvSpPr>
        <p:spPr>
          <a:xfrm>
            <a:off x="1303020" y="6911340"/>
            <a:ext cx="5394960" cy="256032"/>
          </a:xfrm>
          <a:prstGeom prst="rect">
            <a:avLst/>
          </a:prstGeom>
          <a:noFill/>
          <a:ln/>
        </p:spPr>
        <p:txBody>
          <a:bodyPr wrap="square" rtlCol="0" anchor="ctr"/>
          <a:lstStyle/>
          <a:p>
            <a:pPr marL="0" indent="0" algn="l">
              <a:buNone/>
            </a:pPr>
            <a:r>
              <a:rPr lang="en-US" sz="1260" dirty="0">
                <a:solidFill>
                  <a:srgbClr val="475569"/>
                </a:solidFill>
              </a:rPr>
              <a:t>revised model diagram • storage mode plan • refresh design • 2–3 DAX refactors</a:t>
            </a:r>
            <a:endParaRPr lang="en-US" sz="1260" dirty="0"/>
          </a:p>
        </p:txBody>
      </p:sp>
    </p:spTree>
    <p:extLst>
      <p:ext uri="{BB962C8B-B14F-4D97-AF65-F5344CB8AC3E}">
        <p14:creationId xmlns:p14="http://schemas.microsoft.com/office/powerpoint/2010/main" val="15852571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B85C463-A0BF-852D-F448-E1286AB2E46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22F2F3E-3725-FDAA-A926-A79C7432FB7A}"/>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E2F09EA5-9D38-3019-1E11-2DFA8F558E57}"/>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1117D4BA-8E7B-237A-4D54-CF48E66E6D24}"/>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50E13C2D-0061-6349-C868-27C0A2E289AB}"/>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6EBB00DD-3719-C50E-044D-5559FF6A31BD}"/>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C8535BDD-0210-555A-FFC0-56D094EB7D0F}"/>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7F91C8A6-9BFF-F312-A8A6-26EF011149D6}"/>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C6B1C661-7BF1-3F3F-A4EE-6658821949D2}"/>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DD47206D-2AED-6BA7-499F-0E33BB84CD4B}"/>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45</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EBDC2BB7-BD39-1672-8415-653AE8D2680A}"/>
              </a:ext>
            </a:extLst>
          </p:cNvPr>
          <p:cNvSpPr/>
          <p:nvPr/>
        </p:nvSpPr>
        <p:spPr>
          <a:xfrm>
            <a:off x="975360" y="1595628"/>
            <a:ext cx="713232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Sprint workflow</a:t>
            </a:r>
            <a:endParaRPr lang="en-US" sz="3600" dirty="0">
              <a:solidFill>
                <a:schemeClr val="bg1"/>
              </a:solidFill>
            </a:endParaRPr>
          </a:p>
        </p:txBody>
      </p:sp>
      <p:sp>
        <p:nvSpPr>
          <p:cNvPr id="12" name="Shape 1">
            <a:extLst>
              <a:ext uri="{FF2B5EF4-FFF2-40B4-BE49-F238E27FC236}">
                <a16:creationId xmlns:a16="http://schemas.microsoft.com/office/drawing/2014/main" id="{A1D03959-5B91-CC56-32DE-C60A7B24E4D1}"/>
              </a:ext>
            </a:extLst>
          </p:cNvPr>
          <p:cNvSpPr/>
          <p:nvPr/>
        </p:nvSpPr>
        <p:spPr>
          <a:xfrm>
            <a:off x="1386840" y="2948940"/>
            <a:ext cx="502920" cy="0"/>
          </a:xfrm>
          <a:prstGeom prst="line">
            <a:avLst/>
          </a:prstGeom>
          <a:noFill/>
          <a:ln w="25400">
            <a:solidFill>
              <a:srgbClr val="94A3B8"/>
            </a:solidFill>
            <a:prstDash val="solid"/>
          </a:ln>
        </p:spPr>
        <p:txBody>
          <a:bodyPr/>
          <a:lstStyle/>
          <a:p>
            <a:endParaRPr lang="en-US"/>
          </a:p>
        </p:txBody>
      </p:sp>
      <p:sp>
        <p:nvSpPr>
          <p:cNvPr id="13" name="Shape 2">
            <a:extLst>
              <a:ext uri="{FF2B5EF4-FFF2-40B4-BE49-F238E27FC236}">
                <a16:creationId xmlns:a16="http://schemas.microsoft.com/office/drawing/2014/main" id="{D7FD8FB6-89CF-C7B1-B8AB-5962DC75344E}"/>
              </a:ext>
            </a:extLst>
          </p:cNvPr>
          <p:cNvSpPr/>
          <p:nvPr/>
        </p:nvSpPr>
        <p:spPr>
          <a:xfrm>
            <a:off x="1085088" y="2720340"/>
            <a:ext cx="329184" cy="329184"/>
          </a:xfrm>
          <a:prstGeom prst="ellipse">
            <a:avLst/>
          </a:prstGeom>
          <a:solidFill>
            <a:srgbClr val="0E7490"/>
          </a:solidFill>
          <a:ln w="12700">
            <a:solidFill>
              <a:srgbClr val="0E7490"/>
            </a:solidFill>
            <a:prstDash val="solid"/>
          </a:ln>
        </p:spPr>
        <p:txBody>
          <a:bodyPr/>
          <a:lstStyle/>
          <a:p>
            <a:endParaRPr lang="en-US"/>
          </a:p>
        </p:txBody>
      </p:sp>
      <p:sp>
        <p:nvSpPr>
          <p:cNvPr id="14" name="Text 3">
            <a:extLst>
              <a:ext uri="{FF2B5EF4-FFF2-40B4-BE49-F238E27FC236}">
                <a16:creationId xmlns:a16="http://schemas.microsoft.com/office/drawing/2014/main" id="{06763C2F-84BC-64F1-2EFD-61C381369647}"/>
              </a:ext>
            </a:extLst>
          </p:cNvPr>
          <p:cNvSpPr/>
          <p:nvPr/>
        </p:nvSpPr>
        <p:spPr>
          <a:xfrm>
            <a:off x="1149096" y="2796540"/>
            <a:ext cx="182880" cy="137160"/>
          </a:xfrm>
          <a:prstGeom prst="rect">
            <a:avLst/>
          </a:prstGeom>
          <a:noFill/>
          <a:ln/>
        </p:spPr>
        <p:txBody>
          <a:bodyPr wrap="square" rtlCol="0" anchor="ctr"/>
          <a:lstStyle/>
          <a:p>
            <a:pPr marL="0" indent="0" algn="ctr">
              <a:buNone/>
            </a:pPr>
            <a:r>
              <a:rPr lang="en-US" b="1" dirty="0">
                <a:solidFill>
                  <a:srgbClr val="FFFFFF"/>
                </a:solidFill>
              </a:rPr>
              <a:t>1</a:t>
            </a:r>
            <a:endParaRPr lang="en-US" dirty="0"/>
          </a:p>
        </p:txBody>
      </p:sp>
      <p:sp>
        <p:nvSpPr>
          <p:cNvPr id="15" name="Shape 4">
            <a:extLst>
              <a:ext uri="{FF2B5EF4-FFF2-40B4-BE49-F238E27FC236}">
                <a16:creationId xmlns:a16="http://schemas.microsoft.com/office/drawing/2014/main" id="{E5395F87-9FC2-3F01-D67F-10FE8CAB54D5}"/>
              </a:ext>
            </a:extLst>
          </p:cNvPr>
          <p:cNvSpPr/>
          <p:nvPr/>
        </p:nvSpPr>
        <p:spPr>
          <a:xfrm>
            <a:off x="1981200" y="2628900"/>
            <a:ext cx="9875520" cy="594360"/>
          </a:xfrm>
          <a:prstGeom prst="roundRect">
            <a:avLst>
              <a:gd name="adj" fmla="val 6154"/>
            </a:avLst>
          </a:prstGeom>
          <a:solidFill>
            <a:srgbClr val="FFFFFF"/>
          </a:solidFill>
          <a:ln w="12700">
            <a:solidFill>
              <a:srgbClr val="D7DEE6"/>
            </a:solidFill>
            <a:prstDash val="solid"/>
          </a:ln>
        </p:spPr>
        <p:txBody>
          <a:bodyPr/>
          <a:lstStyle/>
          <a:p>
            <a:endParaRPr lang="en-US"/>
          </a:p>
        </p:txBody>
      </p:sp>
      <p:sp>
        <p:nvSpPr>
          <p:cNvPr id="16" name="Text 5">
            <a:extLst>
              <a:ext uri="{FF2B5EF4-FFF2-40B4-BE49-F238E27FC236}">
                <a16:creationId xmlns:a16="http://schemas.microsoft.com/office/drawing/2014/main" id="{36597619-67D5-6EC2-3A6C-8E407BF56C5C}"/>
              </a:ext>
            </a:extLst>
          </p:cNvPr>
          <p:cNvSpPr/>
          <p:nvPr/>
        </p:nvSpPr>
        <p:spPr>
          <a:xfrm>
            <a:off x="2182368" y="2756916"/>
            <a:ext cx="2377440" cy="201168"/>
          </a:xfrm>
          <a:prstGeom prst="rect">
            <a:avLst/>
          </a:prstGeom>
          <a:noFill/>
          <a:ln/>
        </p:spPr>
        <p:txBody>
          <a:bodyPr wrap="square" rtlCol="0" anchor="ctr"/>
          <a:lstStyle/>
          <a:p>
            <a:pPr marL="0" indent="0">
              <a:buNone/>
            </a:pPr>
            <a:r>
              <a:rPr lang="en-US" sz="2000" b="1" dirty="0">
                <a:solidFill>
                  <a:srgbClr val="0F172A"/>
                </a:solidFill>
              </a:rPr>
              <a:t>1. Establish grain</a:t>
            </a:r>
            <a:endParaRPr lang="en-US" sz="2000" dirty="0"/>
          </a:p>
        </p:txBody>
      </p:sp>
      <p:sp>
        <p:nvSpPr>
          <p:cNvPr id="17" name="Text 6">
            <a:extLst>
              <a:ext uri="{FF2B5EF4-FFF2-40B4-BE49-F238E27FC236}">
                <a16:creationId xmlns:a16="http://schemas.microsoft.com/office/drawing/2014/main" id="{2336F892-E1E0-5E79-18CA-269D93297913}"/>
              </a:ext>
            </a:extLst>
          </p:cNvPr>
          <p:cNvSpPr/>
          <p:nvPr/>
        </p:nvSpPr>
        <p:spPr>
          <a:xfrm>
            <a:off x="4815840" y="2756916"/>
            <a:ext cx="6217920" cy="201168"/>
          </a:xfrm>
          <a:prstGeom prst="rect">
            <a:avLst/>
          </a:prstGeom>
          <a:noFill/>
          <a:ln/>
        </p:spPr>
        <p:txBody>
          <a:bodyPr wrap="square" rtlCol="0" anchor="ctr"/>
          <a:lstStyle/>
          <a:p>
            <a:pPr marL="0" indent="0">
              <a:buNone/>
            </a:pPr>
            <a:r>
              <a:rPr lang="en-US" dirty="0">
                <a:solidFill>
                  <a:srgbClr val="475569"/>
                </a:solidFill>
              </a:rPr>
              <a:t>What business event does one row represent?</a:t>
            </a:r>
            <a:endParaRPr lang="en-US" dirty="0"/>
          </a:p>
        </p:txBody>
      </p:sp>
      <p:sp>
        <p:nvSpPr>
          <p:cNvPr id="18" name="Shape 7">
            <a:extLst>
              <a:ext uri="{FF2B5EF4-FFF2-40B4-BE49-F238E27FC236}">
                <a16:creationId xmlns:a16="http://schemas.microsoft.com/office/drawing/2014/main" id="{1A782A53-1725-2AAF-846C-7B71964F1394}"/>
              </a:ext>
            </a:extLst>
          </p:cNvPr>
          <p:cNvSpPr/>
          <p:nvPr/>
        </p:nvSpPr>
        <p:spPr>
          <a:xfrm>
            <a:off x="1386840" y="3680460"/>
            <a:ext cx="502920" cy="0"/>
          </a:xfrm>
          <a:prstGeom prst="line">
            <a:avLst/>
          </a:prstGeom>
          <a:noFill/>
          <a:ln w="25400">
            <a:solidFill>
              <a:srgbClr val="94A3B8"/>
            </a:solidFill>
            <a:prstDash val="solid"/>
          </a:ln>
        </p:spPr>
        <p:txBody>
          <a:bodyPr/>
          <a:lstStyle/>
          <a:p>
            <a:endParaRPr lang="en-US"/>
          </a:p>
        </p:txBody>
      </p:sp>
      <p:sp>
        <p:nvSpPr>
          <p:cNvPr id="19" name="Shape 8">
            <a:extLst>
              <a:ext uri="{FF2B5EF4-FFF2-40B4-BE49-F238E27FC236}">
                <a16:creationId xmlns:a16="http://schemas.microsoft.com/office/drawing/2014/main" id="{63647018-1414-211E-005A-85C58DB3125C}"/>
              </a:ext>
            </a:extLst>
          </p:cNvPr>
          <p:cNvSpPr/>
          <p:nvPr/>
        </p:nvSpPr>
        <p:spPr>
          <a:xfrm>
            <a:off x="1085088" y="3451860"/>
            <a:ext cx="329184" cy="329184"/>
          </a:xfrm>
          <a:prstGeom prst="ellipse">
            <a:avLst/>
          </a:prstGeom>
          <a:solidFill>
            <a:srgbClr val="0E7490"/>
          </a:solidFill>
          <a:ln w="12700">
            <a:solidFill>
              <a:srgbClr val="0E7490"/>
            </a:solidFill>
            <a:prstDash val="solid"/>
          </a:ln>
        </p:spPr>
        <p:txBody>
          <a:bodyPr/>
          <a:lstStyle/>
          <a:p>
            <a:endParaRPr lang="en-US"/>
          </a:p>
        </p:txBody>
      </p:sp>
      <p:sp>
        <p:nvSpPr>
          <p:cNvPr id="20" name="Text 9">
            <a:extLst>
              <a:ext uri="{FF2B5EF4-FFF2-40B4-BE49-F238E27FC236}">
                <a16:creationId xmlns:a16="http://schemas.microsoft.com/office/drawing/2014/main" id="{41F6CDCF-0E0F-2EB6-AE14-8A9883EF905A}"/>
              </a:ext>
            </a:extLst>
          </p:cNvPr>
          <p:cNvSpPr/>
          <p:nvPr/>
        </p:nvSpPr>
        <p:spPr>
          <a:xfrm>
            <a:off x="1149096" y="3543300"/>
            <a:ext cx="182880" cy="137160"/>
          </a:xfrm>
          <a:prstGeom prst="rect">
            <a:avLst/>
          </a:prstGeom>
          <a:noFill/>
          <a:ln/>
        </p:spPr>
        <p:txBody>
          <a:bodyPr wrap="square" rtlCol="0" anchor="ctr"/>
          <a:lstStyle/>
          <a:p>
            <a:pPr marL="0" indent="0" algn="ctr">
              <a:buNone/>
            </a:pPr>
            <a:r>
              <a:rPr lang="en-US" b="1" dirty="0">
                <a:solidFill>
                  <a:srgbClr val="FFFFFF"/>
                </a:solidFill>
              </a:rPr>
              <a:t>2</a:t>
            </a:r>
            <a:endParaRPr lang="en-US" dirty="0"/>
          </a:p>
        </p:txBody>
      </p:sp>
      <p:sp>
        <p:nvSpPr>
          <p:cNvPr id="21" name="Shape 10">
            <a:extLst>
              <a:ext uri="{FF2B5EF4-FFF2-40B4-BE49-F238E27FC236}">
                <a16:creationId xmlns:a16="http://schemas.microsoft.com/office/drawing/2014/main" id="{1E8E2511-87A3-553E-D0B7-3521D09D4236}"/>
              </a:ext>
            </a:extLst>
          </p:cNvPr>
          <p:cNvSpPr/>
          <p:nvPr/>
        </p:nvSpPr>
        <p:spPr>
          <a:xfrm>
            <a:off x="1981200" y="3360420"/>
            <a:ext cx="9875520" cy="594360"/>
          </a:xfrm>
          <a:prstGeom prst="roundRect">
            <a:avLst>
              <a:gd name="adj" fmla="val 6154"/>
            </a:avLst>
          </a:prstGeom>
          <a:solidFill>
            <a:srgbClr val="F8FAFC"/>
          </a:solidFill>
          <a:ln w="12700">
            <a:solidFill>
              <a:srgbClr val="D7DEE6"/>
            </a:solidFill>
            <a:prstDash val="solid"/>
          </a:ln>
        </p:spPr>
        <p:txBody>
          <a:bodyPr/>
          <a:lstStyle/>
          <a:p>
            <a:endParaRPr lang="en-US"/>
          </a:p>
        </p:txBody>
      </p:sp>
      <p:sp>
        <p:nvSpPr>
          <p:cNvPr id="22" name="Text 11">
            <a:extLst>
              <a:ext uri="{FF2B5EF4-FFF2-40B4-BE49-F238E27FC236}">
                <a16:creationId xmlns:a16="http://schemas.microsoft.com/office/drawing/2014/main" id="{DFCD9E5C-0F74-981D-C165-00B6AECCD97C}"/>
              </a:ext>
            </a:extLst>
          </p:cNvPr>
          <p:cNvSpPr/>
          <p:nvPr/>
        </p:nvSpPr>
        <p:spPr>
          <a:xfrm>
            <a:off x="2182368" y="3488436"/>
            <a:ext cx="2377440" cy="201168"/>
          </a:xfrm>
          <a:prstGeom prst="rect">
            <a:avLst/>
          </a:prstGeom>
          <a:noFill/>
          <a:ln/>
        </p:spPr>
        <p:txBody>
          <a:bodyPr wrap="square" rtlCol="0" anchor="ctr"/>
          <a:lstStyle/>
          <a:p>
            <a:pPr marL="0" indent="0">
              <a:buNone/>
            </a:pPr>
            <a:r>
              <a:rPr lang="en-US" sz="2000" b="1" dirty="0">
                <a:solidFill>
                  <a:srgbClr val="0F172A"/>
                </a:solidFill>
              </a:rPr>
              <a:t>2. Split the fact</a:t>
            </a:r>
            <a:endParaRPr lang="en-US" sz="2000" dirty="0"/>
          </a:p>
        </p:txBody>
      </p:sp>
      <p:sp>
        <p:nvSpPr>
          <p:cNvPr id="23" name="Text 12">
            <a:extLst>
              <a:ext uri="{FF2B5EF4-FFF2-40B4-BE49-F238E27FC236}">
                <a16:creationId xmlns:a16="http://schemas.microsoft.com/office/drawing/2014/main" id="{EF042DA0-DE5D-68F8-BF80-7F139AC70B20}"/>
              </a:ext>
            </a:extLst>
          </p:cNvPr>
          <p:cNvSpPr/>
          <p:nvPr/>
        </p:nvSpPr>
        <p:spPr>
          <a:xfrm>
            <a:off x="4815840" y="3488436"/>
            <a:ext cx="6217920" cy="201168"/>
          </a:xfrm>
          <a:prstGeom prst="rect">
            <a:avLst/>
          </a:prstGeom>
          <a:noFill/>
          <a:ln/>
        </p:spPr>
        <p:txBody>
          <a:bodyPr wrap="square" rtlCol="0" anchor="ctr"/>
          <a:lstStyle/>
          <a:p>
            <a:pPr marL="0" indent="0">
              <a:buNone/>
            </a:pPr>
            <a:r>
              <a:rPr lang="en-US" dirty="0">
                <a:solidFill>
                  <a:srgbClr val="475569"/>
                </a:solidFill>
              </a:rPr>
              <a:t>Move descriptive attributes into dimensions</a:t>
            </a:r>
            <a:endParaRPr lang="en-US" dirty="0"/>
          </a:p>
        </p:txBody>
      </p:sp>
      <p:sp>
        <p:nvSpPr>
          <p:cNvPr id="24" name="Shape 13">
            <a:extLst>
              <a:ext uri="{FF2B5EF4-FFF2-40B4-BE49-F238E27FC236}">
                <a16:creationId xmlns:a16="http://schemas.microsoft.com/office/drawing/2014/main" id="{9EA610D9-6FF8-F406-A1DE-254C55320098}"/>
              </a:ext>
            </a:extLst>
          </p:cNvPr>
          <p:cNvSpPr/>
          <p:nvPr/>
        </p:nvSpPr>
        <p:spPr>
          <a:xfrm>
            <a:off x="1386840" y="4411980"/>
            <a:ext cx="502920" cy="0"/>
          </a:xfrm>
          <a:prstGeom prst="line">
            <a:avLst/>
          </a:prstGeom>
          <a:noFill/>
          <a:ln w="25400">
            <a:solidFill>
              <a:srgbClr val="94A3B8"/>
            </a:solidFill>
            <a:prstDash val="solid"/>
          </a:ln>
        </p:spPr>
        <p:txBody>
          <a:bodyPr/>
          <a:lstStyle/>
          <a:p>
            <a:endParaRPr lang="en-US"/>
          </a:p>
        </p:txBody>
      </p:sp>
      <p:sp>
        <p:nvSpPr>
          <p:cNvPr id="25" name="Shape 14">
            <a:extLst>
              <a:ext uri="{FF2B5EF4-FFF2-40B4-BE49-F238E27FC236}">
                <a16:creationId xmlns:a16="http://schemas.microsoft.com/office/drawing/2014/main" id="{49A85ADD-4349-C6E4-8DDC-972B1D6025B7}"/>
              </a:ext>
            </a:extLst>
          </p:cNvPr>
          <p:cNvSpPr/>
          <p:nvPr/>
        </p:nvSpPr>
        <p:spPr>
          <a:xfrm>
            <a:off x="1085088" y="4183380"/>
            <a:ext cx="329184" cy="329184"/>
          </a:xfrm>
          <a:prstGeom prst="ellipse">
            <a:avLst/>
          </a:prstGeom>
          <a:solidFill>
            <a:srgbClr val="0E7490"/>
          </a:solidFill>
          <a:ln w="12700">
            <a:solidFill>
              <a:srgbClr val="0E7490"/>
            </a:solidFill>
            <a:prstDash val="solid"/>
          </a:ln>
        </p:spPr>
        <p:txBody>
          <a:bodyPr/>
          <a:lstStyle/>
          <a:p>
            <a:endParaRPr lang="en-US"/>
          </a:p>
        </p:txBody>
      </p:sp>
      <p:sp>
        <p:nvSpPr>
          <p:cNvPr id="26" name="Text 15">
            <a:extLst>
              <a:ext uri="{FF2B5EF4-FFF2-40B4-BE49-F238E27FC236}">
                <a16:creationId xmlns:a16="http://schemas.microsoft.com/office/drawing/2014/main" id="{2AD22ADA-E2C1-D232-CAA1-A58185580A55}"/>
              </a:ext>
            </a:extLst>
          </p:cNvPr>
          <p:cNvSpPr/>
          <p:nvPr/>
        </p:nvSpPr>
        <p:spPr>
          <a:xfrm>
            <a:off x="1149096" y="4274820"/>
            <a:ext cx="182880" cy="137160"/>
          </a:xfrm>
          <a:prstGeom prst="rect">
            <a:avLst/>
          </a:prstGeom>
          <a:noFill/>
          <a:ln/>
        </p:spPr>
        <p:txBody>
          <a:bodyPr wrap="square" rtlCol="0" anchor="ctr"/>
          <a:lstStyle/>
          <a:p>
            <a:pPr marL="0" indent="0" algn="ctr">
              <a:buNone/>
            </a:pPr>
            <a:r>
              <a:rPr lang="en-US" b="1" dirty="0">
                <a:solidFill>
                  <a:srgbClr val="FFFFFF"/>
                </a:solidFill>
              </a:rPr>
              <a:t>3</a:t>
            </a:r>
            <a:endParaRPr lang="en-US" dirty="0"/>
          </a:p>
        </p:txBody>
      </p:sp>
      <p:sp>
        <p:nvSpPr>
          <p:cNvPr id="27" name="Shape 16">
            <a:extLst>
              <a:ext uri="{FF2B5EF4-FFF2-40B4-BE49-F238E27FC236}">
                <a16:creationId xmlns:a16="http://schemas.microsoft.com/office/drawing/2014/main" id="{FE46D90E-0ADF-DA2F-0163-9DC2C8892F3C}"/>
              </a:ext>
            </a:extLst>
          </p:cNvPr>
          <p:cNvSpPr/>
          <p:nvPr/>
        </p:nvSpPr>
        <p:spPr>
          <a:xfrm>
            <a:off x="1981200" y="4091940"/>
            <a:ext cx="9875520" cy="594360"/>
          </a:xfrm>
          <a:prstGeom prst="roundRect">
            <a:avLst>
              <a:gd name="adj" fmla="val 6154"/>
            </a:avLst>
          </a:prstGeom>
          <a:solidFill>
            <a:srgbClr val="FFFFFF"/>
          </a:solidFill>
          <a:ln w="12700">
            <a:solidFill>
              <a:srgbClr val="D7DEE6"/>
            </a:solidFill>
            <a:prstDash val="solid"/>
          </a:ln>
        </p:spPr>
        <p:txBody>
          <a:bodyPr/>
          <a:lstStyle/>
          <a:p>
            <a:endParaRPr lang="en-US"/>
          </a:p>
        </p:txBody>
      </p:sp>
      <p:sp>
        <p:nvSpPr>
          <p:cNvPr id="28" name="Text 17">
            <a:extLst>
              <a:ext uri="{FF2B5EF4-FFF2-40B4-BE49-F238E27FC236}">
                <a16:creationId xmlns:a16="http://schemas.microsoft.com/office/drawing/2014/main" id="{CC4BB46B-797D-B6B6-4867-02B36C385660}"/>
              </a:ext>
            </a:extLst>
          </p:cNvPr>
          <p:cNvSpPr/>
          <p:nvPr/>
        </p:nvSpPr>
        <p:spPr>
          <a:xfrm>
            <a:off x="2182368" y="4256532"/>
            <a:ext cx="2377440" cy="201168"/>
          </a:xfrm>
          <a:prstGeom prst="rect">
            <a:avLst/>
          </a:prstGeom>
          <a:noFill/>
          <a:ln/>
        </p:spPr>
        <p:txBody>
          <a:bodyPr wrap="square" rtlCol="0" anchor="ctr"/>
          <a:lstStyle/>
          <a:p>
            <a:pPr marL="0" indent="0">
              <a:buNone/>
            </a:pPr>
            <a:r>
              <a:rPr lang="en-US" sz="2000" b="1" dirty="0">
                <a:solidFill>
                  <a:srgbClr val="0F172A"/>
                </a:solidFill>
              </a:rPr>
              <a:t>3. Remove expensive columns</a:t>
            </a:r>
            <a:endParaRPr lang="en-US" sz="2000" dirty="0"/>
          </a:p>
        </p:txBody>
      </p:sp>
      <p:sp>
        <p:nvSpPr>
          <p:cNvPr id="29" name="Text 18">
            <a:extLst>
              <a:ext uri="{FF2B5EF4-FFF2-40B4-BE49-F238E27FC236}">
                <a16:creationId xmlns:a16="http://schemas.microsoft.com/office/drawing/2014/main" id="{503EED93-A046-8950-4C91-AB77526208B2}"/>
              </a:ext>
            </a:extLst>
          </p:cNvPr>
          <p:cNvSpPr/>
          <p:nvPr/>
        </p:nvSpPr>
        <p:spPr>
          <a:xfrm>
            <a:off x="4815840" y="4219956"/>
            <a:ext cx="6217920" cy="201168"/>
          </a:xfrm>
          <a:prstGeom prst="rect">
            <a:avLst/>
          </a:prstGeom>
          <a:noFill/>
          <a:ln/>
        </p:spPr>
        <p:txBody>
          <a:bodyPr wrap="square" rtlCol="0" anchor="ctr"/>
          <a:lstStyle/>
          <a:p>
            <a:pPr marL="0" indent="0">
              <a:buNone/>
            </a:pPr>
            <a:r>
              <a:rPr lang="en-US" dirty="0">
                <a:solidFill>
                  <a:srgbClr val="475569"/>
                </a:solidFill>
              </a:rPr>
              <a:t>Trim high-cardinality and unused fields</a:t>
            </a:r>
            <a:endParaRPr lang="en-US" dirty="0"/>
          </a:p>
        </p:txBody>
      </p:sp>
      <p:sp>
        <p:nvSpPr>
          <p:cNvPr id="30" name="Shape 19">
            <a:extLst>
              <a:ext uri="{FF2B5EF4-FFF2-40B4-BE49-F238E27FC236}">
                <a16:creationId xmlns:a16="http://schemas.microsoft.com/office/drawing/2014/main" id="{186EA077-0F3A-7A13-AA6D-5A09CFA17E01}"/>
              </a:ext>
            </a:extLst>
          </p:cNvPr>
          <p:cNvSpPr/>
          <p:nvPr/>
        </p:nvSpPr>
        <p:spPr>
          <a:xfrm>
            <a:off x="1386840" y="5143500"/>
            <a:ext cx="502920" cy="0"/>
          </a:xfrm>
          <a:prstGeom prst="line">
            <a:avLst/>
          </a:prstGeom>
          <a:noFill/>
          <a:ln w="25400">
            <a:solidFill>
              <a:srgbClr val="94A3B8"/>
            </a:solidFill>
            <a:prstDash val="solid"/>
          </a:ln>
        </p:spPr>
        <p:txBody>
          <a:bodyPr/>
          <a:lstStyle/>
          <a:p>
            <a:endParaRPr lang="en-US"/>
          </a:p>
        </p:txBody>
      </p:sp>
      <p:sp>
        <p:nvSpPr>
          <p:cNvPr id="31" name="Shape 20">
            <a:extLst>
              <a:ext uri="{FF2B5EF4-FFF2-40B4-BE49-F238E27FC236}">
                <a16:creationId xmlns:a16="http://schemas.microsoft.com/office/drawing/2014/main" id="{F09E8FEB-5C38-46E6-9906-8F2D1786B2FA}"/>
              </a:ext>
            </a:extLst>
          </p:cNvPr>
          <p:cNvSpPr/>
          <p:nvPr/>
        </p:nvSpPr>
        <p:spPr>
          <a:xfrm>
            <a:off x="1085088" y="4914900"/>
            <a:ext cx="329184" cy="329184"/>
          </a:xfrm>
          <a:prstGeom prst="ellipse">
            <a:avLst/>
          </a:prstGeom>
          <a:solidFill>
            <a:srgbClr val="0E7490"/>
          </a:solidFill>
          <a:ln w="12700">
            <a:solidFill>
              <a:srgbClr val="0E7490"/>
            </a:solidFill>
            <a:prstDash val="solid"/>
          </a:ln>
        </p:spPr>
        <p:txBody>
          <a:bodyPr/>
          <a:lstStyle/>
          <a:p>
            <a:endParaRPr lang="en-US"/>
          </a:p>
        </p:txBody>
      </p:sp>
      <p:sp>
        <p:nvSpPr>
          <p:cNvPr id="32" name="Text 21">
            <a:extLst>
              <a:ext uri="{FF2B5EF4-FFF2-40B4-BE49-F238E27FC236}">
                <a16:creationId xmlns:a16="http://schemas.microsoft.com/office/drawing/2014/main" id="{1B8629BE-C999-B878-4F31-E9610F158D35}"/>
              </a:ext>
            </a:extLst>
          </p:cNvPr>
          <p:cNvSpPr/>
          <p:nvPr/>
        </p:nvSpPr>
        <p:spPr>
          <a:xfrm>
            <a:off x="1149096" y="5006340"/>
            <a:ext cx="182880" cy="137160"/>
          </a:xfrm>
          <a:prstGeom prst="rect">
            <a:avLst/>
          </a:prstGeom>
          <a:noFill/>
          <a:ln/>
        </p:spPr>
        <p:txBody>
          <a:bodyPr wrap="square" rtlCol="0" anchor="ctr"/>
          <a:lstStyle/>
          <a:p>
            <a:pPr marL="0" indent="0" algn="ctr">
              <a:buNone/>
            </a:pPr>
            <a:r>
              <a:rPr lang="en-US" b="1" dirty="0">
                <a:solidFill>
                  <a:srgbClr val="FFFFFF"/>
                </a:solidFill>
              </a:rPr>
              <a:t>4</a:t>
            </a:r>
            <a:endParaRPr lang="en-US" dirty="0"/>
          </a:p>
        </p:txBody>
      </p:sp>
      <p:sp>
        <p:nvSpPr>
          <p:cNvPr id="33" name="Shape 22">
            <a:extLst>
              <a:ext uri="{FF2B5EF4-FFF2-40B4-BE49-F238E27FC236}">
                <a16:creationId xmlns:a16="http://schemas.microsoft.com/office/drawing/2014/main" id="{EF752D34-A5B8-28C0-1BBC-4EFCCD31502C}"/>
              </a:ext>
            </a:extLst>
          </p:cNvPr>
          <p:cNvSpPr/>
          <p:nvPr/>
        </p:nvSpPr>
        <p:spPr>
          <a:xfrm>
            <a:off x="1981200" y="4823460"/>
            <a:ext cx="9875520" cy="594360"/>
          </a:xfrm>
          <a:prstGeom prst="roundRect">
            <a:avLst>
              <a:gd name="adj" fmla="val 6154"/>
            </a:avLst>
          </a:prstGeom>
          <a:solidFill>
            <a:srgbClr val="F8FAFC"/>
          </a:solidFill>
          <a:ln w="12700">
            <a:solidFill>
              <a:srgbClr val="D7DEE6"/>
            </a:solidFill>
            <a:prstDash val="solid"/>
          </a:ln>
        </p:spPr>
        <p:txBody>
          <a:bodyPr/>
          <a:lstStyle/>
          <a:p>
            <a:endParaRPr lang="en-US"/>
          </a:p>
        </p:txBody>
      </p:sp>
      <p:sp>
        <p:nvSpPr>
          <p:cNvPr id="34" name="Text 23">
            <a:extLst>
              <a:ext uri="{FF2B5EF4-FFF2-40B4-BE49-F238E27FC236}">
                <a16:creationId xmlns:a16="http://schemas.microsoft.com/office/drawing/2014/main" id="{DCF6DBE2-EF10-7A7F-E044-A73D5A70CFDA}"/>
              </a:ext>
            </a:extLst>
          </p:cNvPr>
          <p:cNvSpPr/>
          <p:nvPr/>
        </p:nvSpPr>
        <p:spPr>
          <a:xfrm>
            <a:off x="2182368" y="5018532"/>
            <a:ext cx="2377440" cy="201168"/>
          </a:xfrm>
          <a:prstGeom prst="rect">
            <a:avLst/>
          </a:prstGeom>
          <a:noFill/>
          <a:ln/>
        </p:spPr>
        <p:txBody>
          <a:bodyPr wrap="square" rtlCol="0" anchor="ctr"/>
          <a:lstStyle/>
          <a:p>
            <a:pPr marL="0" indent="0">
              <a:buNone/>
            </a:pPr>
            <a:r>
              <a:rPr lang="en-US" sz="2000" b="1" dirty="0">
                <a:solidFill>
                  <a:srgbClr val="0F172A"/>
                </a:solidFill>
              </a:rPr>
              <a:t>4. Simplify relationships</a:t>
            </a:r>
            <a:endParaRPr lang="en-US" sz="2000" dirty="0"/>
          </a:p>
        </p:txBody>
      </p:sp>
      <p:sp>
        <p:nvSpPr>
          <p:cNvPr id="35" name="Text 24">
            <a:extLst>
              <a:ext uri="{FF2B5EF4-FFF2-40B4-BE49-F238E27FC236}">
                <a16:creationId xmlns:a16="http://schemas.microsoft.com/office/drawing/2014/main" id="{A7D00C95-ADC0-752A-10F5-D64F5FFDE30B}"/>
              </a:ext>
            </a:extLst>
          </p:cNvPr>
          <p:cNvSpPr/>
          <p:nvPr/>
        </p:nvSpPr>
        <p:spPr>
          <a:xfrm>
            <a:off x="4815840" y="4951476"/>
            <a:ext cx="6217920" cy="201168"/>
          </a:xfrm>
          <a:prstGeom prst="rect">
            <a:avLst/>
          </a:prstGeom>
          <a:noFill/>
          <a:ln/>
        </p:spPr>
        <p:txBody>
          <a:bodyPr wrap="square" rtlCol="0" anchor="ctr"/>
          <a:lstStyle/>
          <a:p>
            <a:pPr marL="0" indent="0">
              <a:buNone/>
            </a:pPr>
            <a:r>
              <a:rPr lang="en-US" dirty="0">
                <a:solidFill>
                  <a:srgbClr val="475569"/>
                </a:solidFill>
              </a:rPr>
              <a:t>Prefer one-to-many, single-direction paths</a:t>
            </a:r>
            <a:endParaRPr lang="en-US" dirty="0"/>
          </a:p>
        </p:txBody>
      </p:sp>
      <p:sp>
        <p:nvSpPr>
          <p:cNvPr id="36" name="Shape 25">
            <a:extLst>
              <a:ext uri="{FF2B5EF4-FFF2-40B4-BE49-F238E27FC236}">
                <a16:creationId xmlns:a16="http://schemas.microsoft.com/office/drawing/2014/main" id="{DB5113D7-E800-51CF-3147-BEC4BB178EC0}"/>
              </a:ext>
            </a:extLst>
          </p:cNvPr>
          <p:cNvSpPr/>
          <p:nvPr/>
        </p:nvSpPr>
        <p:spPr>
          <a:xfrm>
            <a:off x="1386840" y="5875020"/>
            <a:ext cx="502920" cy="0"/>
          </a:xfrm>
          <a:prstGeom prst="line">
            <a:avLst/>
          </a:prstGeom>
          <a:noFill/>
          <a:ln w="25400">
            <a:solidFill>
              <a:srgbClr val="94A3B8"/>
            </a:solidFill>
            <a:prstDash val="solid"/>
          </a:ln>
        </p:spPr>
        <p:txBody>
          <a:bodyPr/>
          <a:lstStyle/>
          <a:p>
            <a:endParaRPr lang="en-US"/>
          </a:p>
        </p:txBody>
      </p:sp>
      <p:sp>
        <p:nvSpPr>
          <p:cNvPr id="37" name="Shape 26">
            <a:extLst>
              <a:ext uri="{FF2B5EF4-FFF2-40B4-BE49-F238E27FC236}">
                <a16:creationId xmlns:a16="http://schemas.microsoft.com/office/drawing/2014/main" id="{B6E484CD-FA5C-B219-74C9-A2EB71164B57}"/>
              </a:ext>
            </a:extLst>
          </p:cNvPr>
          <p:cNvSpPr/>
          <p:nvPr/>
        </p:nvSpPr>
        <p:spPr>
          <a:xfrm>
            <a:off x="1085088" y="5646420"/>
            <a:ext cx="329184" cy="329184"/>
          </a:xfrm>
          <a:prstGeom prst="ellipse">
            <a:avLst/>
          </a:prstGeom>
          <a:solidFill>
            <a:srgbClr val="0E7490"/>
          </a:solidFill>
          <a:ln w="12700">
            <a:solidFill>
              <a:srgbClr val="0E7490"/>
            </a:solidFill>
            <a:prstDash val="solid"/>
          </a:ln>
        </p:spPr>
        <p:txBody>
          <a:bodyPr/>
          <a:lstStyle/>
          <a:p>
            <a:endParaRPr lang="en-US"/>
          </a:p>
        </p:txBody>
      </p:sp>
      <p:sp>
        <p:nvSpPr>
          <p:cNvPr id="38" name="Text 27">
            <a:extLst>
              <a:ext uri="{FF2B5EF4-FFF2-40B4-BE49-F238E27FC236}">
                <a16:creationId xmlns:a16="http://schemas.microsoft.com/office/drawing/2014/main" id="{6B3DA9A0-02F3-02DD-A674-4D814F8551D3}"/>
              </a:ext>
            </a:extLst>
          </p:cNvPr>
          <p:cNvSpPr/>
          <p:nvPr/>
        </p:nvSpPr>
        <p:spPr>
          <a:xfrm>
            <a:off x="1149096" y="5737860"/>
            <a:ext cx="182880" cy="137160"/>
          </a:xfrm>
          <a:prstGeom prst="rect">
            <a:avLst/>
          </a:prstGeom>
          <a:noFill/>
          <a:ln/>
        </p:spPr>
        <p:txBody>
          <a:bodyPr wrap="square" rtlCol="0" anchor="ctr"/>
          <a:lstStyle/>
          <a:p>
            <a:pPr marL="0" indent="0" algn="ctr">
              <a:buNone/>
            </a:pPr>
            <a:r>
              <a:rPr lang="en-US" b="1" dirty="0">
                <a:solidFill>
                  <a:srgbClr val="FFFFFF"/>
                </a:solidFill>
              </a:rPr>
              <a:t>5</a:t>
            </a:r>
            <a:endParaRPr lang="en-US" dirty="0"/>
          </a:p>
        </p:txBody>
      </p:sp>
      <p:sp>
        <p:nvSpPr>
          <p:cNvPr id="39" name="Shape 28">
            <a:extLst>
              <a:ext uri="{FF2B5EF4-FFF2-40B4-BE49-F238E27FC236}">
                <a16:creationId xmlns:a16="http://schemas.microsoft.com/office/drawing/2014/main" id="{C85D2008-8421-8450-1FFF-F61AB2E6B93D}"/>
              </a:ext>
            </a:extLst>
          </p:cNvPr>
          <p:cNvSpPr/>
          <p:nvPr/>
        </p:nvSpPr>
        <p:spPr>
          <a:xfrm>
            <a:off x="1981200" y="5554980"/>
            <a:ext cx="9875520" cy="594360"/>
          </a:xfrm>
          <a:prstGeom prst="roundRect">
            <a:avLst>
              <a:gd name="adj" fmla="val 6154"/>
            </a:avLst>
          </a:prstGeom>
          <a:solidFill>
            <a:srgbClr val="FFFFFF"/>
          </a:solidFill>
          <a:ln w="12700">
            <a:solidFill>
              <a:srgbClr val="D7DEE6"/>
            </a:solidFill>
            <a:prstDash val="solid"/>
          </a:ln>
        </p:spPr>
        <p:txBody>
          <a:bodyPr/>
          <a:lstStyle/>
          <a:p>
            <a:endParaRPr lang="en-US"/>
          </a:p>
        </p:txBody>
      </p:sp>
      <p:sp>
        <p:nvSpPr>
          <p:cNvPr id="40" name="Text 29">
            <a:extLst>
              <a:ext uri="{FF2B5EF4-FFF2-40B4-BE49-F238E27FC236}">
                <a16:creationId xmlns:a16="http://schemas.microsoft.com/office/drawing/2014/main" id="{1F9FD335-AE47-08E0-2FB1-5F8F717E7B0F}"/>
              </a:ext>
            </a:extLst>
          </p:cNvPr>
          <p:cNvSpPr/>
          <p:nvPr/>
        </p:nvSpPr>
        <p:spPr>
          <a:xfrm>
            <a:off x="2182368" y="5704332"/>
            <a:ext cx="2377440" cy="201168"/>
          </a:xfrm>
          <a:prstGeom prst="rect">
            <a:avLst/>
          </a:prstGeom>
          <a:noFill/>
          <a:ln/>
        </p:spPr>
        <p:txBody>
          <a:bodyPr wrap="square" rtlCol="0" anchor="ctr"/>
          <a:lstStyle/>
          <a:p>
            <a:pPr marL="0" indent="0">
              <a:buNone/>
            </a:pPr>
            <a:r>
              <a:rPr lang="en-US" sz="2000" b="1" dirty="0">
                <a:solidFill>
                  <a:srgbClr val="0F172A"/>
                </a:solidFill>
              </a:rPr>
              <a:t>5. Choose storage modes</a:t>
            </a:r>
            <a:endParaRPr lang="en-US" sz="2000" dirty="0"/>
          </a:p>
        </p:txBody>
      </p:sp>
      <p:sp>
        <p:nvSpPr>
          <p:cNvPr id="41" name="Text 30">
            <a:extLst>
              <a:ext uri="{FF2B5EF4-FFF2-40B4-BE49-F238E27FC236}">
                <a16:creationId xmlns:a16="http://schemas.microsoft.com/office/drawing/2014/main" id="{5DEF6FDF-C020-6884-78F7-FA9D5B139FD6}"/>
              </a:ext>
            </a:extLst>
          </p:cNvPr>
          <p:cNvSpPr/>
          <p:nvPr/>
        </p:nvSpPr>
        <p:spPr>
          <a:xfrm>
            <a:off x="4815840" y="5682996"/>
            <a:ext cx="6217920" cy="201168"/>
          </a:xfrm>
          <a:prstGeom prst="rect">
            <a:avLst/>
          </a:prstGeom>
          <a:noFill/>
          <a:ln/>
        </p:spPr>
        <p:txBody>
          <a:bodyPr wrap="square" rtlCol="0" anchor="ctr"/>
          <a:lstStyle/>
          <a:p>
            <a:pPr marL="0" indent="0">
              <a:buNone/>
            </a:pPr>
            <a:r>
              <a:rPr lang="en-US" dirty="0">
                <a:solidFill>
                  <a:srgbClr val="475569"/>
                </a:solidFill>
              </a:rPr>
              <a:t>Import, Incremental, Dual, DirectQuery, or Hybrid by table</a:t>
            </a:r>
            <a:endParaRPr lang="en-US" dirty="0"/>
          </a:p>
        </p:txBody>
      </p:sp>
      <p:sp>
        <p:nvSpPr>
          <p:cNvPr id="42" name="Shape 31">
            <a:extLst>
              <a:ext uri="{FF2B5EF4-FFF2-40B4-BE49-F238E27FC236}">
                <a16:creationId xmlns:a16="http://schemas.microsoft.com/office/drawing/2014/main" id="{C78F1CF8-ED92-C2F5-6509-09656891DDED}"/>
              </a:ext>
            </a:extLst>
          </p:cNvPr>
          <p:cNvSpPr/>
          <p:nvPr/>
        </p:nvSpPr>
        <p:spPr>
          <a:xfrm>
            <a:off x="1386840" y="6606540"/>
            <a:ext cx="502920" cy="0"/>
          </a:xfrm>
          <a:prstGeom prst="line">
            <a:avLst/>
          </a:prstGeom>
          <a:noFill/>
          <a:ln w="25400">
            <a:solidFill>
              <a:srgbClr val="94A3B8"/>
            </a:solidFill>
            <a:prstDash val="solid"/>
          </a:ln>
        </p:spPr>
        <p:txBody>
          <a:bodyPr/>
          <a:lstStyle/>
          <a:p>
            <a:endParaRPr lang="en-US"/>
          </a:p>
        </p:txBody>
      </p:sp>
      <p:sp>
        <p:nvSpPr>
          <p:cNvPr id="43" name="Shape 32">
            <a:extLst>
              <a:ext uri="{FF2B5EF4-FFF2-40B4-BE49-F238E27FC236}">
                <a16:creationId xmlns:a16="http://schemas.microsoft.com/office/drawing/2014/main" id="{A4136FCF-25C3-C92D-EB6C-BF6C6BEDB1A4}"/>
              </a:ext>
            </a:extLst>
          </p:cNvPr>
          <p:cNvSpPr/>
          <p:nvPr/>
        </p:nvSpPr>
        <p:spPr>
          <a:xfrm>
            <a:off x="1085088" y="6377940"/>
            <a:ext cx="329184" cy="329184"/>
          </a:xfrm>
          <a:prstGeom prst="ellipse">
            <a:avLst/>
          </a:prstGeom>
          <a:solidFill>
            <a:srgbClr val="0E7490"/>
          </a:solidFill>
          <a:ln w="12700">
            <a:solidFill>
              <a:srgbClr val="0E7490"/>
            </a:solidFill>
            <a:prstDash val="solid"/>
          </a:ln>
        </p:spPr>
        <p:txBody>
          <a:bodyPr/>
          <a:lstStyle/>
          <a:p>
            <a:endParaRPr lang="en-US"/>
          </a:p>
        </p:txBody>
      </p:sp>
      <p:sp>
        <p:nvSpPr>
          <p:cNvPr id="44" name="Text 33">
            <a:extLst>
              <a:ext uri="{FF2B5EF4-FFF2-40B4-BE49-F238E27FC236}">
                <a16:creationId xmlns:a16="http://schemas.microsoft.com/office/drawing/2014/main" id="{3BB00FC1-37F1-EC14-7E75-42F219501FB1}"/>
              </a:ext>
            </a:extLst>
          </p:cNvPr>
          <p:cNvSpPr/>
          <p:nvPr/>
        </p:nvSpPr>
        <p:spPr>
          <a:xfrm>
            <a:off x="1149096" y="6469380"/>
            <a:ext cx="182880" cy="137160"/>
          </a:xfrm>
          <a:prstGeom prst="rect">
            <a:avLst/>
          </a:prstGeom>
          <a:noFill/>
          <a:ln/>
        </p:spPr>
        <p:txBody>
          <a:bodyPr wrap="square" rtlCol="0" anchor="ctr"/>
          <a:lstStyle/>
          <a:p>
            <a:pPr marL="0" indent="0" algn="ctr">
              <a:buNone/>
            </a:pPr>
            <a:r>
              <a:rPr lang="en-US" b="1" dirty="0">
                <a:solidFill>
                  <a:srgbClr val="FFFFFF"/>
                </a:solidFill>
              </a:rPr>
              <a:t>6</a:t>
            </a:r>
            <a:endParaRPr lang="en-US" dirty="0"/>
          </a:p>
        </p:txBody>
      </p:sp>
      <p:sp>
        <p:nvSpPr>
          <p:cNvPr id="45" name="Shape 34">
            <a:extLst>
              <a:ext uri="{FF2B5EF4-FFF2-40B4-BE49-F238E27FC236}">
                <a16:creationId xmlns:a16="http://schemas.microsoft.com/office/drawing/2014/main" id="{E07BFC4F-9520-A4AE-8104-CDA63EB5BC27}"/>
              </a:ext>
            </a:extLst>
          </p:cNvPr>
          <p:cNvSpPr/>
          <p:nvPr/>
        </p:nvSpPr>
        <p:spPr>
          <a:xfrm>
            <a:off x="1981200" y="6286500"/>
            <a:ext cx="9875520" cy="594360"/>
          </a:xfrm>
          <a:prstGeom prst="roundRect">
            <a:avLst>
              <a:gd name="adj" fmla="val 6154"/>
            </a:avLst>
          </a:prstGeom>
          <a:solidFill>
            <a:srgbClr val="F8FAFC"/>
          </a:solidFill>
          <a:ln w="12700">
            <a:solidFill>
              <a:srgbClr val="D7DEE6"/>
            </a:solidFill>
            <a:prstDash val="solid"/>
          </a:ln>
        </p:spPr>
        <p:txBody>
          <a:bodyPr/>
          <a:lstStyle/>
          <a:p>
            <a:endParaRPr lang="en-US"/>
          </a:p>
        </p:txBody>
      </p:sp>
      <p:sp>
        <p:nvSpPr>
          <p:cNvPr id="46" name="Text 35">
            <a:extLst>
              <a:ext uri="{FF2B5EF4-FFF2-40B4-BE49-F238E27FC236}">
                <a16:creationId xmlns:a16="http://schemas.microsoft.com/office/drawing/2014/main" id="{A2DF741B-D8CE-BE7B-E4DE-1ADFFDB63979}"/>
              </a:ext>
            </a:extLst>
          </p:cNvPr>
          <p:cNvSpPr/>
          <p:nvPr/>
        </p:nvSpPr>
        <p:spPr>
          <a:xfrm>
            <a:off x="2182368" y="6466332"/>
            <a:ext cx="2377440" cy="201168"/>
          </a:xfrm>
          <a:prstGeom prst="rect">
            <a:avLst/>
          </a:prstGeom>
          <a:noFill/>
          <a:ln/>
        </p:spPr>
        <p:txBody>
          <a:bodyPr wrap="square" rtlCol="0" anchor="ctr"/>
          <a:lstStyle/>
          <a:p>
            <a:pPr marL="0" indent="0">
              <a:buNone/>
            </a:pPr>
            <a:r>
              <a:rPr lang="en-US" sz="2000" b="1" dirty="0">
                <a:solidFill>
                  <a:srgbClr val="0F172A"/>
                </a:solidFill>
              </a:rPr>
              <a:t>6. Refactor measures</a:t>
            </a:r>
            <a:endParaRPr lang="en-US" sz="2000" dirty="0"/>
          </a:p>
        </p:txBody>
      </p:sp>
      <p:sp>
        <p:nvSpPr>
          <p:cNvPr id="47" name="Text 36">
            <a:extLst>
              <a:ext uri="{FF2B5EF4-FFF2-40B4-BE49-F238E27FC236}">
                <a16:creationId xmlns:a16="http://schemas.microsoft.com/office/drawing/2014/main" id="{C82D03E5-624A-40AA-8F18-DBDDF64A2AAE}"/>
              </a:ext>
            </a:extLst>
          </p:cNvPr>
          <p:cNvSpPr/>
          <p:nvPr/>
        </p:nvSpPr>
        <p:spPr>
          <a:xfrm>
            <a:off x="4815840" y="6414516"/>
            <a:ext cx="6217920" cy="201168"/>
          </a:xfrm>
          <a:prstGeom prst="rect">
            <a:avLst/>
          </a:prstGeom>
          <a:noFill/>
          <a:ln/>
        </p:spPr>
        <p:txBody>
          <a:bodyPr wrap="square" rtlCol="0" anchor="ctr"/>
          <a:lstStyle/>
          <a:p>
            <a:pPr marL="0" indent="0">
              <a:buNone/>
            </a:pPr>
            <a:r>
              <a:rPr lang="en-US" dirty="0">
                <a:solidFill>
                  <a:srgbClr val="475569"/>
                </a:solidFill>
              </a:rPr>
              <a:t>Rewrite the 2–3 worst scaling DAX patterns</a:t>
            </a:r>
            <a:endParaRPr lang="en-US" dirty="0"/>
          </a:p>
        </p:txBody>
      </p:sp>
      <p:sp>
        <p:nvSpPr>
          <p:cNvPr id="48" name="Text 37">
            <a:extLst>
              <a:ext uri="{FF2B5EF4-FFF2-40B4-BE49-F238E27FC236}">
                <a16:creationId xmlns:a16="http://schemas.microsoft.com/office/drawing/2014/main" id="{C07F0CAC-D1CD-3E03-7AA8-645044722D8C}"/>
              </a:ext>
            </a:extLst>
          </p:cNvPr>
          <p:cNvSpPr/>
          <p:nvPr/>
        </p:nvSpPr>
        <p:spPr>
          <a:xfrm>
            <a:off x="1249680" y="7200900"/>
            <a:ext cx="10698480" cy="320040"/>
          </a:xfrm>
          <a:prstGeom prst="rect">
            <a:avLst/>
          </a:prstGeom>
          <a:noFill/>
          <a:ln/>
        </p:spPr>
        <p:txBody>
          <a:bodyPr wrap="square" rtlCol="0" anchor="ctr"/>
          <a:lstStyle/>
          <a:p>
            <a:pPr marL="0" indent="0" algn="ctr">
              <a:buNone/>
            </a:pPr>
            <a:r>
              <a:rPr lang="en-US" sz="1500" b="1" dirty="0">
                <a:solidFill>
                  <a:schemeClr val="bg1"/>
                </a:solidFill>
              </a:rPr>
              <a:t>Design decisions should be justified against three outcomes: model size, refresh time, and concurrent report responsiveness.</a:t>
            </a:r>
            <a:endParaRPr lang="en-US" sz="1500" dirty="0">
              <a:solidFill>
                <a:schemeClr val="bg1"/>
              </a:solidFill>
            </a:endParaRPr>
          </a:p>
        </p:txBody>
      </p:sp>
    </p:spTree>
    <p:extLst>
      <p:ext uri="{BB962C8B-B14F-4D97-AF65-F5344CB8AC3E}">
        <p14:creationId xmlns:p14="http://schemas.microsoft.com/office/powerpoint/2010/main" val="608945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D2172FC-BB60-9E09-5B76-32AFAB5C2E9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A680A9C-0525-BC86-0A9B-602C457E34DA}"/>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BF72EF4B-3178-A44B-5315-27C01A8DAB2B}"/>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1ABCDF50-0826-7A55-3030-76B125C56363}"/>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BB885CF5-42A8-EA9B-F754-C01E10146642}"/>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D20BD83B-662E-B2AE-4C2B-11AF11137343}"/>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A76250AE-793D-1CAB-7A9F-5068EB256F3D}"/>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5E76A4B6-F62D-C91C-DB51-076252E6AD29}"/>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E1CA97AB-DAB2-D1C5-D681-2E52B2B47DD9}"/>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4379BA9B-E5E5-20CA-2FA4-9130DB8C7A4E}"/>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46</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9817CBA4-4490-B895-05E0-37AA0CD85914}"/>
              </a:ext>
            </a:extLst>
          </p:cNvPr>
          <p:cNvSpPr/>
          <p:nvPr/>
        </p:nvSpPr>
        <p:spPr>
          <a:xfrm>
            <a:off x="975360" y="1409700"/>
            <a:ext cx="713232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Don’t ignore the front end</a:t>
            </a:r>
            <a:endParaRPr lang="en-US" sz="3600" dirty="0">
              <a:solidFill>
                <a:schemeClr val="bg1"/>
              </a:solidFill>
            </a:endParaRPr>
          </a:p>
        </p:txBody>
      </p:sp>
      <p:sp>
        <p:nvSpPr>
          <p:cNvPr id="50" name="TextBox 49">
            <a:extLst>
              <a:ext uri="{FF2B5EF4-FFF2-40B4-BE49-F238E27FC236}">
                <a16:creationId xmlns:a16="http://schemas.microsoft.com/office/drawing/2014/main" id="{03430002-0163-3B7D-D2C0-45AD92429EDE}"/>
              </a:ext>
            </a:extLst>
          </p:cNvPr>
          <p:cNvSpPr txBox="1"/>
          <p:nvPr/>
        </p:nvSpPr>
        <p:spPr>
          <a:xfrm>
            <a:off x="1028699" y="2705100"/>
            <a:ext cx="16198863" cy="2862322"/>
          </a:xfrm>
          <a:prstGeom prst="rect">
            <a:avLst/>
          </a:prstGeom>
          <a:noFill/>
        </p:spPr>
        <p:txBody>
          <a:bodyPr wrap="square">
            <a:spAutoFit/>
          </a:bodyPr>
          <a:lstStyle/>
          <a:p>
            <a:pPr algn="l">
              <a:buNone/>
            </a:pPr>
            <a:r>
              <a:rPr lang="en-US" b="0" i="0" dirty="0">
                <a:solidFill>
                  <a:schemeClr val="bg1"/>
                </a:solidFill>
                <a:effectLst/>
              </a:rPr>
              <a:t>There are several major subsystems involved in executing a Power BI Report:</a:t>
            </a:r>
          </a:p>
          <a:p>
            <a:pPr marL="285750" indent="-285750" algn="l">
              <a:buFont typeface="Arial" panose="020B0604020202020204" pitchFamily="34" charset="0"/>
              <a:buChar char="•"/>
            </a:pPr>
            <a:r>
              <a:rPr lang="en-US" b="1" i="0" dirty="0">
                <a:solidFill>
                  <a:schemeClr val="bg1"/>
                </a:solidFill>
                <a:effectLst/>
              </a:rPr>
              <a:t>Report Canvas</a:t>
            </a:r>
            <a:r>
              <a:rPr lang="en-US" b="0" i="0" dirty="0">
                <a:solidFill>
                  <a:schemeClr val="bg1"/>
                </a:solidFill>
                <a:effectLst/>
              </a:rPr>
              <a:t> provides the user interface for Power BI reports including hosting visuals and filters, managing user interactions for consuming and authoring reports, and retrieving data for display. The Report Canvas is written using web technologies and runs in web browsers or web browser components. The Report Canvas retrieves data using a high-level, internal, Power BI query language known as Semantic Query.</a:t>
            </a:r>
          </a:p>
          <a:p>
            <a:pPr marL="285750" indent="-285750" algn="l">
              <a:buFont typeface="Arial" panose="020B0604020202020204" pitchFamily="34" charset="0"/>
              <a:buChar char="•"/>
            </a:pPr>
            <a:r>
              <a:rPr lang="en-US" b="1" i="0" dirty="0">
                <a:solidFill>
                  <a:schemeClr val="bg1"/>
                </a:solidFill>
                <a:effectLst/>
              </a:rPr>
              <a:t>Data Shape Engine (DSE) </a:t>
            </a:r>
            <a:r>
              <a:rPr lang="en-US" b="0" i="0" dirty="0">
                <a:solidFill>
                  <a:schemeClr val="bg1"/>
                </a:solidFill>
                <a:effectLst/>
              </a:rPr>
              <a:t>evaluates Semantic Queries by generating and running one, or more DAX queries against a data model hosted inside Power BI, Power BI Desktop, Azure Analysis Services, or SQL Server Analysis Services.</a:t>
            </a:r>
          </a:p>
          <a:p>
            <a:pPr marL="285750" indent="-285750" algn="l">
              <a:buFont typeface="Arial" panose="020B0604020202020204" pitchFamily="34" charset="0"/>
              <a:buChar char="•"/>
            </a:pPr>
            <a:r>
              <a:rPr lang="en-US" b="1" i="0" dirty="0">
                <a:solidFill>
                  <a:schemeClr val="bg1"/>
                </a:solidFill>
                <a:effectLst/>
              </a:rPr>
              <a:t>Data Model Engine (AS) </a:t>
            </a:r>
            <a:r>
              <a:rPr lang="en-US" b="0" i="0" dirty="0">
                <a:solidFill>
                  <a:schemeClr val="bg1"/>
                </a:solidFill>
                <a:effectLst/>
              </a:rPr>
              <a:t>stores the data model and provides services to reports, such as DAX queries evaluation. The model may be hosted in Power BI, Power BI Desktop, Azure Analysis Services, or SQL Server Analysis Services. Depending on the data model host, a model may be tabular or multidimensional. Tabular models may contain in-memory tables, Direct Query tables, or a mix of such tables. DAX queries against tables in Direct Query mode will trigger queries to the Direct Query data source. For example, a DAX query against a Direct Query table backed by a SQL Server database will trigger one, or more, SQL queries.</a:t>
            </a:r>
          </a:p>
        </p:txBody>
      </p:sp>
      <p:sp>
        <p:nvSpPr>
          <p:cNvPr id="52" name="Text 0">
            <a:extLst>
              <a:ext uri="{FF2B5EF4-FFF2-40B4-BE49-F238E27FC236}">
                <a16:creationId xmlns:a16="http://schemas.microsoft.com/office/drawing/2014/main" id="{9A1ED0D3-B3E8-8CB4-F746-3BCE973415B9}"/>
              </a:ext>
            </a:extLst>
          </p:cNvPr>
          <p:cNvSpPr/>
          <p:nvPr/>
        </p:nvSpPr>
        <p:spPr>
          <a:xfrm>
            <a:off x="990600" y="1975686"/>
            <a:ext cx="10083666" cy="457200"/>
          </a:xfrm>
          <a:prstGeom prst="rect">
            <a:avLst/>
          </a:prstGeom>
          <a:noFill/>
          <a:ln/>
        </p:spPr>
        <p:txBody>
          <a:bodyPr wrap="square" rtlCol="0" anchor="ctr"/>
          <a:lstStyle/>
          <a:p>
            <a:pPr marL="0" indent="0">
              <a:buNone/>
            </a:pPr>
            <a:r>
              <a:rPr lang="en-US" sz="2800" b="1" dirty="0">
                <a:solidFill>
                  <a:schemeClr val="bg1"/>
                </a:solidFill>
                <a:latin typeface="Aptos Display" pitchFamily="34" charset="0"/>
                <a:ea typeface="Aptos Display" pitchFamily="34" charset="-122"/>
                <a:cs typeface="Aptos Display" pitchFamily="34" charset="-120"/>
              </a:rPr>
              <a:t>Background on Power BI Report Execution</a:t>
            </a:r>
          </a:p>
        </p:txBody>
      </p:sp>
      <p:pic>
        <p:nvPicPr>
          <p:cNvPr id="53" name="Picture 52">
            <a:extLst>
              <a:ext uri="{FF2B5EF4-FFF2-40B4-BE49-F238E27FC236}">
                <a16:creationId xmlns:a16="http://schemas.microsoft.com/office/drawing/2014/main" id="{FF55883A-AC88-CFFA-4A5E-1923585952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4305" y="5753100"/>
            <a:ext cx="7886701" cy="3189227"/>
          </a:xfrm>
          <a:prstGeom prst="rect">
            <a:avLst/>
          </a:prstGeom>
          <a:noFill/>
          <a:ln>
            <a:noFill/>
          </a:ln>
        </p:spPr>
      </p:pic>
    </p:spTree>
    <p:extLst>
      <p:ext uri="{BB962C8B-B14F-4D97-AF65-F5344CB8AC3E}">
        <p14:creationId xmlns:p14="http://schemas.microsoft.com/office/powerpoint/2010/main" val="35851407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A5AA923-EC13-D4AE-97B0-A2C481EA6D5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D0576EE-D79E-2159-0E4A-BEC204B2C44D}"/>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0E21ED6A-6E38-1571-D3C7-6ED3750F180D}"/>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AB8142ED-D86E-B3DA-A4C2-B17B2BCD9C26}"/>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E05D53C-8406-0524-98F0-02CA0C1A7DE6}"/>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F324EB9D-A81E-D30F-8698-A9E907A10B72}"/>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6E0F830F-6680-EE0D-2FE4-E8C7D5F41D00}"/>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DB17D532-0BD7-6E97-8DA4-75409FA4DFC6}"/>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B7634D8A-F64C-08C8-E5C5-1E1B1B116FF6}"/>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2D9FCEAD-C3CE-22CE-C5B5-195E0E5EDFB1}"/>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47</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93C890E5-5E02-9A64-F176-37D9EDCB46E9}"/>
              </a:ext>
            </a:extLst>
          </p:cNvPr>
          <p:cNvSpPr/>
          <p:nvPr/>
        </p:nvSpPr>
        <p:spPr>
          <a:xfrm>
            <a:off x="975360" y="1409700"/>
            <a:ext cx="713232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Don’t ignore the front end</a:t>
            </a:r>
            <a:endParaRPr lang="en-US" sz="3600" dirty="0">
              <a:solidFill>
                <a:schemeClr val="bg1"/>
              </a:solidFill>
            </a:endParaRPr>
          </a:p>
        </p:txBody>
      </p:sp>
      <p:sp>
        <p:nvSpPr>
          <p:cNvPr id="52" name="Text 0">
            <a:extLst>
              <a:ext uri="{FF2B5EF4-FFF2-40B4-BE49-F238E27FC236}">
                <a16:creationId xmlns:a16="http://schemas.microsoft.com/office/drawing/2014/main" id="{F0EFAFCD-5315-C979-6045-C9C7F77C0BF1}"/>
              </a:ext>
            </a:extLst>
          </p:cNvPr>
          <p:cNvSpPr/>
          <p:nvPr/>
        </p:nvSpPr>
        <p:spPr>
          <a:xfrm>
            <a:off x="990600" y="1975686"/>
            <a:ext cx="10083666" cy="457200"/>
          </a:xfrm>
          <a:prstGeom prst="rect">
            <a:avLst/>
          </a:prstGeom>
          <a:noFill/>
          <a:ln/>
        </p:spPr>
        <p:txBody>
          <a:bodyPr wrap="square" rtlCol="0" anchor="ctr"/>
          <a:lstStyle/>
          <a:p>
            <a:pPr marL="0" indent="0">
              <a:buNone/>
            </a:pPr>
            <a:r>
              <a:rPr lang="en-US" sz="2800" b="1" dirty="0">
                <a:solidFill>
                  <a:schemeClr val="bg1"/>
                </a:solidFill>
                <a:latin typeface="Aptos Display" pitchFamily="34" charset="0"/>
                <a:ea typeface="Aptos Display" pitchFamily="34" charset="-122"/>
                <a:cs typeface="Aptos Display" pitchFamily="34" charset="-120"/>
              </a:rPr>
              <a:t>Understanding how the front end processes updates</a:t>
            </a:r>
          </a:p>
        </p:txBody>
      </p:sp>
      <p:pic>
        <p:nvPicPr>
          <p:cNvPr id="12" name="Picture 11">
            <a:extLst>
              <a:ext uri="{FF2B5EF4-FFF2-40B4-BE49-F238E27FC236}">
                <a16:creationId xmlns:a16="http://schemas.microsoft.com/office/drawing/2014/main" id="{C48C6185-F2B3-972B-F778-7C3B5901CE2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8289" y="3086100"/>
            <a:ext cx="12809472" cy="1785936"/>
          </a:xfrm>
          <a:prstGeom prst="rect">
            <a:avLst/>
          </a:prstGeom>
          <a:noFill/>
          <a:ln>
            <a:noFill/>
          </a:ln>
        </p:spPr>
      </p:pic>
      <p:pic>
        <p:nvPicPr>
          <p:cNvPr id="13" name="Picture 12">
            <a:extLst>
              <a:ext uri="{FF2B5EF4-FFF2-40B4-BE49-F238E27FC236}">
                <a16:creationId xmlns:a16="http://schemas.microsoft.com/office/drawing/2014/main" id="{6DB0E8EF-73FA-6DBD-1119-9A8D06F2E0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8288" y="5322356"/>
            <a:ext cx="10636511" cy="3539822"/>
          </a:xfrm>
          <a:prstGeom prst="rect">
            <a:avLst/>
          </a:prstGeom>
          <a:noFill/>
          <a:ln>
            <a:noFill/>
          </a:ln>
        </p:spPr>
      </p:pic>
    </p:spTree>
    <p:extLst>
      <p:ext uri="{BB962C8B-B14F-4D97-AF65-F5344CB8AC3E}">
        <p14:creationId xmlns:p14="http://schemas.microsoft.com/office/powerpoint/2010/main" val="38503357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D24F0EE-E6BD-54C6-B445-31121D1BD23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C0E6347-7378-8B25-06CF-48612FF03D9B}"/>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93AB1D92-FA26-78F8-7BA8-38942138B138}"/>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8F2918F5-7DED-F8C9-ACD2-27797EB38500}"/>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9E7ED690-F935-2256-DC3E-B4E99407999F}"/>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300B5CC7-5F93-3FA7-9354-92B1A13678C7}"/>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5376E4B3-7D23-DC1D-7B94-C004D099F846}"/>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49684820-C14B-FA08-91D9-99ABC79E6286}"/>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359E69CA-C422-FC2B-5B20-BBF211731023}"/>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E198316D-7300-4EEE-43C3-2A5EB47D0E79}"/>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48</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04EEC2BC-8329-A0E1-1345-A5FB0688C7E5}"/>
              </a:ext>
            </a:extLst>
          </p:cNvPr>
          <p:cNvSpPr/>
          <p:nvPr/>
        </p:nvSpPr>
        <p:spPr>
          <a:xfrm>
            <a:off x="975360" y="1409700"/>
            <a:ext cx="713232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Don’t ignore the front end</a:t>
            </a:r>
            <a:endParaRPr lang="en-US" sz="3600" dirty="0">
              <a:solidFill>
                <a:schemeClr val="bg1"/>
              </a:solidFill>
            </a:endParaRPr>
          </a:p>
        </p:txBody>
      </p:sp>
      <p:sp>
        <p:nvSpPr>
          <p:cNvPr id="52" name="Text 0">
            <a:extLst>
              <a:ext uri="{FF2B5EF4-FFF2-40B4-BE49-F238E27FC236}">
                <a16:creationId xmlns:a16="http://schemas.microsoft.com/office/drawing/2014/main" id="{4CD94C16-2118-2FA6-1D21-956579B612DA}"/>
              </a:ext>
            </a:extLst>
          </p:cNvPr>
          <p:cNvSpPr/>
          <p:nvPr/>
        </p:nvSpPr>
        <p:spPr>
          <a:xfrm>
            <a:off x="990600" y="1975686"/>
            <a:ext cx="10083666" cy="457200"/>
          </a:xfrm>
          <a:prstGeom prst="rect">
            <a:avLst/>
          </a:prstGeom>
          <a:noFill/>
          <a:ln/>
        </p:spPr>
        <p:txBody>
          <a:bodyPr wrap="square" rtlCol="0" anchor="ctr"/>
          <a:lstStyle/>
          <a:p>
            <a:pPr marL="0" indent="0">
              <a:buNone/>
            </a:pPr>
            <a:r>
              <a:rPr lang="en-US" sz="2800" b="1" dirty="0">
                <a:solidFill>
                  <a:schemeClr val="bg1"/>
                </a:solidFill>
                <a:latin typeface="Aptos Display" pitchFamily="34" charset="0"/>
                <a:ea typeface="Aptos Display" pitchFamily="34" charset="-122"/>
                <a:cs typeface="Aptos Display" pitchFamily="34" charset="-120"/>
              </a:rPr>
              <a:t>Not all visuals are created equal</a:t>
            </a:r>
          </a:p>
        </p:txBody>
      </p:sp>
      <p:pic>
        <p:nvPicPr>
          <p:cNvPr id="15" name="Picture 14">
            <a:extLst>
              <a:ext uri="{FF2B5EF4-FFF2-40B4-BE49-F238E27FC236}">
                <a16:creationId xmlns:a16="http://schemas.microsoft.com/office/drawing/2014/main" id="{B1397EA7-B7C1-2630-168F-3CE10292D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226" y="2696616"/>
            <a:ext cx="11049000" cy="6192716"/>
          </a:xfrm>
          <a:prstGeom prst="rect">
            <a:avLst/>
          </a:prstGeom>
        </p:spPr>
      </p:pic>
    </p:spTree>
    <p:extLst>
      <p:ext uri="{BB962C8B-B14F-4D97-AF65-F5344CB8AC3E}">
        <p14:creationId xmlns:p14="http://schemas.microsoft.com/office/powerpoint/2010/main" val="34609716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A93826F-4A42-2966-BE4D-2C6600812D4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F9F93C9-B73C-F4DD-F5CB-BB63ED88464E}"/>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642BE5FA-6779-5242-2D0D-9B752BD1DBEB}"/>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1163A0B9-9E8F-D46A-01B2-6D6854FC5616}"/>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2ABDBFB6-D01F-FA78-25BC-3B489536ACBC}"/>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60041085-A300-82D3-6964-2924C402B4BD}"/>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B97BB4C5-F5BB-078B-EFB2-0F6464AC3843}"/>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1A272412-AA68-8DF3-3052-2DB8315D5438}"/>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3CE71CA7-F69E-982D-F09D-ED45E1BC02E7}"/>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Semantic modeling at scale</a:t>
            </a:r>
          </a:p>
        </p:txBody>
      </p:sp>
      <p:sp>
        <p:nvSpPr>
          <p:cNvPr id="11" name="TextBox 9">
            <a:extLst>
              <a:ext uri="{FF2B5EF4-FFF2-40B4-BE49-F238E27FC236}">
                <a16:creationId xmlns:a16="http://schemas.microsoft.com/office/drawing/2014/main" id="{6191782C-30C8-268F-7EE3-062319EC9F05}"/>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49</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7F31EE0F-E3E7-9B09-8F4D-0C47FEF6527C}"/>
              </a:ext>
            </a:extLst>
          </p:cNvPr>
          <p:cNvSpPr/>
          <p:nvPr/>
        </p:nvSpPr>
        <p:spPr>
          <a:xfrm>
            <a:off x="911352" y="1821820"/>
            <a:ext cx="3200400" cy="45720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Key takeaways</a:t>
            </a:r>
            <a:endParaRPr lang="en-US" sz="3600" dirty="0">
              <a:solidFill>
                <a:schemeClr val="bg1"/>
              </a:solidFill>
            </a:endParaRPr>
          </a:p>
        </p:txBody>
      </p:sp>
      <p:sp>
        <p:nvSpPr>
          <p:cNvPr id="12" name="Shape 1">
            <a:extLst>
              <a:ext uri="{FF2B5EF4-FFF2-40B4-BE49-F238E27FC236}">
                <a16:creationId xmlns:a16="http://schemas.microsoft.com/office/drawing/2014/main" id="{DF2EC305-4982-C129-4373-08D2201AE3A4}"/>
              </a:ext>
            </a:extLst>
          </p:cNvPr>
          <p:cNvSpPr/>
          <p:nvPr/>
        </p:nvSpPr>
        <p:spPr>
          <a:xfrm>
            <a:off x="1066800" y="2791084"/>
            <a:ext cx="118872" cy="118872"/>
          </a:xfrm>
          <a:prstGeom prst="roundRect">
            <a:avLst>
              <a:gd name="adj" fmla="val 23077"/>
            </a:avLst>
          </a:prstGeom>
          <a:solidFill>
            <a:srgbClr val="0E7490"/>
          </a:solidFill>
          <a:ln w="12700">
            <a:solidFill>
              <a:srgbClr val="0E7490"/>
            </a:solidFill>
            <a:prstDash val="solid"/>
          </a:ln>
        </p:spPr>
        <p:txBody>
          <a:bodyPr/>
          <a:lstStyle/>
          <a:p>
            <a:endParaRPr lang="en-US">
              <a:solidFill>
                <a:schemeClr val="bg1"/>
              </a:solidFill>
            </a:endParaRPr>
          </a:p>
        </p:txBody>
      </p:sp>
      <p:sp>
        <p:nvSpPr>
          <p:cNvPr id="13" name="Text 2">
            <a:extLst>
              <a:ext uri="{FF2B5EF4-FFF2-40B4-BE49-F238E27FC236}">
                <a16:creationId xmlns:a16="http://schemas.microsoft.com/office/drawing/2014/main" id="{8EC36BD2-2C9B-44AA-5BBD-92406FBF02A8}"/>
              </a:ext>
            </a:extLst>
          </p:cNvPr>
          <p:cNvSpPr/>
          <p:nvPr/>
        </p:nvSpPr>
        <p:spPr>
          <a:xfrm>
            <a:off x="1295400" y="2736220"/>
            <a:ext cx="6492240" cy="384048"/>
          </a:xfrm>
          <a:prstGeom prst="rect">
            <a:avLst/>
          </a:prstGeom>
          <a:noFill/>
          <a:ln/>
        </p:spPr>
        <p:txBody>
          <a:bodyPr wrap="square" lIns="0" tIns="0" rIns="0" bIns="0" rtlCol="0" anchor="ctr"/>
          <a:lstStyle/>
          <a:p>
            <a:pPr marL="0" indent="0">
              <a:buNone/>
            </a:pPr>
            <a:r>
              <a:rPr lang="en-US" dirty="0">
                <a:solidFill>
                  <a:schemeClr val="bg1"/>
                </a:solidFill>
              </a:rPr>
              <a:t>Star schema is still the best default for semantic models that need to scale cleanly.</a:t>
            </a:r>
          </a:p>
        </p:txBody>
      </p:sp>
      <p:sp>
        <p:nvSpPr>
          <p:cNvPr id="14" name="Shape 3">
            <a:extLst>
              <a:ext uri="{FF2B5EF4-FFF2-40B4-BE49-F238E27FC236}">
                <a16:creationId xmlns:a16="http://schemas.microsoft.com/office/drawing/2014/main" id="{CB0EB13B-B508-EC29-67AD-9C55537893FC}"/>
              </a:ext>
            </a:extLst>
          </p:cNvPr>
          <p:cNvSpPr/>
          <p:nvPr/>
        </p:nvSpPr>
        <p:spPr>
          <a:xfrm>
            <a:off x="1066800" y="3543300"/>
            <a:ext cx="118872" cy="118872"/>
          </a:xfrm>
          <a:prstGeom prst="roundRect">
            <a:avLst>
              <a:gd name="adj" fmla="val 23077"/>
            </a:avLst>
          </a:prstGeom>
          <a:solidFill>
            <a:srgbClr val="0E7490"/>
          </a:solidFill>
          <a:ln w="12700">
            <a:solidFill>
              <a:srgbClr val="0E7490"/>
            </a:solidFill>
            <a:prstDash val="solid"/>
          </a:ln>
        </p:spPr>
        <p:txBody>
          <a:bodyPr/>
          <a:lstStyle/>
          <a:p>
            <a:endParaRPr lang="en-US">
              <a:solidFill>
                <a:schemeClr val="bg1"/>
              </a:solidFill>
            </a:endParaRPr>
          </a:p>
        </p:txBody>
      </p:sp>
      <p:sp>
        <p:nvSpPr>
          <p:cNvPr id="15" name="Text 4">
            <a:extLst>
              <a:ext uri="{FF2B5EF4-FFF2-40B4-BE49-F238E27FC236}">
                <a16:creationId xmlns:a16="http://schemas.microsoft.com/office/drawing/2014/main" id="{84349235-8EC8-13AA-146A-CA55219F5D0C}"/>
              </a:ext>
            </a:extLst>
          </p:cNvPr>
          <p:cNvSpPr/>
          <p:nvPr/>
        </p:nvSpPr>
        <p:spPr>
          <a:xfrm>
            <a:off x="1295400" y="3504316"/>
            <a:ext cx="6492240" cy="384048"/>
          </a:xfrm>
          <a:prstGeom prst="rect">
            <a:avLst/>
          </a:prstGeom>
          <a:noFill/>
          <a:ln/>
        </p:spPr>
        <p:txBody>
          <a:bodyPr wrap="square" lIns="0" tIns="0" rIns="0" bIns="0" rtlCol="0" anchor="ctr"/>
          <a:lstStyle/>
          <a:p>
            <a:pPr marL="0" indent="0">
              <a:buNone/>
            </a:pPr>
            <a:r>
              <a:rPr lang="en-US" dirty="0">
                <a:solidFill>
                  <a:schemeClr val="bg1"/>
                </a:solidFill>
              </a:rPr>
              <a:t>VertiPaq rewards narrow facts, strong dimensions, and lower-cardinality columns.</a:t>
            </a:r>
          </a:p>
        </p:txBody>
      </p:sp>
      <p:sp>
        <p:nvSpPr>
          <p:cNvPr id="16" name="Shape 5">
            <a:extLst>
              <a:ext uri="{FF2B5EF4-FFF2-40B4-BE49-F238E27FC236}">
                <a16:creationId xmlns:a16="http://schemas.microsoft.com/office/drawing/2014/main" id="{D7D9F3AB-2C9A-9EA4-7864-4757C9036E8D}"/>
              </a:ext>
            </a:extLst>
          </p:cNvPr>
          <p:cNvSpPr/>
          <p:nvPr/>
        </p:nvSpPr>
        <p:spPr>
          <a:xfrm>
            <a:off x="1066800" y="4305300"/>
            <a:ext cx="118872" cy="118872"/>
          </a:xfrm>
          <a:prstGeom prst="roundRect">
            <a:avLst>
              <a:gd name="adj" fmla="val 23077"/>
            </a:avLst>
          </a:prstGeom>
          <a:solidFill>
            <a:srgbClr val="0E7490"/>
          </a:solidFill>
          <a:ln w="12700">
            <a:solidFill>
              <a:srgbClr val="0E7490"/>
            </a:solidFill>
            <a:prstDash val="solid"/>
          </a:ln>
        </p:spPr>
        <p:txBody>
          <a:bodyPr/>
          <a:lstStyle/>
          <a:p>
            <a:endParaRPr lang="en-US">
              <a:solidFill>
                <a:schemeClr val="bg1"/>
              </a:solidFill>
            </a:endParaRPr>
          </a:p>
        </p:txBody>
      </p:sp>
      <p:sp>
        <p:nvSpPr>
          <p:cNvPr id="17" name="Text 6">
            <a:extLst>
              <a:ext uri="{FF2B5EF4-FFF2-40B4-BE49-F238E27FC236}">
                <a16:creationId xmlns:a16="http://schemas.microsoft.com/office/drawing/2014/main" id="{000DEE6F-F972-F973-DB16-BB64351CE2CD}"/>
              </a:ext>
            </a:extLst>
          </p:cNvPr>
          <p:cNvSpPr/>
          <p:nvPr/>
        </p:nvSpPr>
        <p:spPr>
          <a:xfrm>
            <a:off x="1295400" y="4272412"/>
            <a:ext cx="6492240" cy="384048"/>
          </a:xfrm>
          <a:prstGeom prst="rect">
            <a:avLst/>
          </a:prstGeom>
          <a:noFill/>
          <a:ln/>
        </p:spPr>
        <p:txBody>
          <a:bodyPr wrap="square" lIns="0" tIns="0" rIns="0" bIns="0" rtlCol="0" anchor="ctr"/>
          <a:lstStyle/>
          <a:p>
            <a:pPr marL="0" indent="0">
              <a:buNone/>
            </a:pPr>
            <a:r>
              <a:rPr lang="en-US" dirty="0">
                <a:solidFill>
                  <a:schemeClr val="bg1"/>
                </a:solidFill>
              </a:rPr>
              <a:t>Aggregation tables, incremental refresh and hybrid tables are operational design tools, not just semantic model tricks.</a:t>
            </a:r>
          </a:p>
        </p:txBody>
      </p:sp>
      <p:sp>
        <p:nvSpPr>
          <p:cNvPr id="18" name="Shape 7">
            <a:extLst>
              <a:ext uri="{FF2B5EF4-FFF2-40B4-BE49-F238E27FC236}">
                <a16:creationId xmlns:a16="http://schemas.microsoft.com/office/drawing/2014/main" id="{0DBFA1D6-D190-2D0C-02D4-7C0F4C4DF383}"/>
              </a:ext>
            </a:extLst>
          </p:cNvPr>
          <p:cNvSpPr/>
          <p:nvPr/>
        </p:nvSpPr>
        <p:spPr>
          <a:xfrm>
            <a:off x="1066800" y="5177028"/>
            <a:ext cx="118872" cy="118872"/>
          </a:xfrm>
          <a:prstGeom prst="roundRect">
            <a:avLst>
              <a:gd name="adj" fmla="val 23077"/>
            </a:avLst>
          </a:prstGeom>
          <a:solidFill>
            <a:srgbClr val="0E7490"/>
          </a:solidFill>
          <a:ln w="12700">
            <a:solidFill>
              <a:srgbClr val="0E7490"/>
            </a:solidFill>
            <a:prstDash val="solid"/>
          </a:ln>
        </p:spPr>
        <p:txBody>
          <a:bodyPr/>
          <a:lstStyle/>
          <a:p>
            <a:endParaRPr lang="en-US">
              <a:solidFill>
                <a:schemeClr val="bg1"/>
              </a:solidFill>
            </a:endParaRPr>
          </a:p>
        </p:txBody>
      </p:sp>
      <p:sp>
        <p:nvSpPr>
          <p:cNvPr id="19" name="Text 8">
            <a:extLst>
              <a:ext uri="{FF2B5EF4-FFF2-40B4-BE49-F238E27FC236}">
                <a16:creationId xmlns:a16="http://schemas.microsoft.com/office/drawing/2014/main" id="{2297DD66-DB4E-0B3D-1996-EDE0054C5E0C}"/>
              </a:ext>
            </a:extLst>
          </p:cNvPr>
          <p:cNvSpPr/>
          <p:nvPr/>
        </p:nvSpPr>
        <p:spPr>
          <a:xfrm>
            <a:off x="1295400" y="5040508"/>
            <a:ext cx="6492240" cy="384048"/>
          </a:xfrm>
          <a:prstGeom prst="rect">
            <a:avLst/>
          </a:prstGeom>
          <a:noFill/>
          <a:ln/>
        </p:spPr>
        <p:txBody>
          <a:bodyPr wrap="square" lIns="0" tIns="0" rIns="0" bIns="0" rtlCol="0" anchor="ctr"/>
          <a:lstStyle/>
          <a:p>
            <a:pPr marL="0" indent="0">
              <a:buNone/>
            </a:pPr>
            <a:r>
              <a:rPr lang="en-US" dirty="0">
                <a:solidFill>
                  <a:schemeClr val="bg1"/>
                </a:solidFill>
              </a:rPr>
              <a:t>DAX scales best when model design does most of the work.</a:t>
            </a:r>
          </a:p>
        </p:txBody>
      </p:sp>
      <p:sp>
        <p:nvSpPr>
          <p:cNvPr id="20" name="Shape 9">
            <a:extLst>
              <a:ext uri="{FF2B5EF4-FFF2-40B4-BE49-F238E27FC236}">
                <a16:creationId xmlns:a16="http://schemas.microsoft.com/office/drawing/2014/main" id="{CF2B2332-7964-F407-B9C8-7039BB236667}"/>
              </a:ext>
            </a:extLst>
          </p:cNvPr>
          <p:cNvSpPr/>
          <p:nvPr/>
        </p:nvSpPr>
        <p:spPr>
          <a:xfrm>
            <a:off x="1066800" y="5863468"/>
            <a:ext cx="118872" cy="118872"/>
          </a:xfrm>
          <a:prstGeom prst="roundRect">
            <a:avLst>
              <a:gd name="adj" fmla="val 23077"/>
            </a:avLst>
          </a:prstGeom>
          <a:solidFill>
            <a:srgbClr val="0E7490"/>
          </a:solidFill>
          <a:ln w="12700">
            <a:solidFill>
              <a:srgbClr val="0E7490"/>
            </a:solidFill>
            <a:prstDash val="solid"/>
          </a:ln>
        </p:spPr>
        <p:txBody>
          <a:bodyPr/>
          <a:lstStyle/>
          <a:p>
            <a:endParaRPr lang="en-US">
              <a:solidFill>
                <a:schemeClr val="bg1"/>
              </a:solidFill>
            </a:endParaRPr>
          </a:p>
        </p:txBody>
      </p:sp>
      <p:sp>
        <p:nvSpPr>
          <p:cNvPr id="21" name="Text 10">
            <a:extLst>
              <a:ext uri="{FF2B5EF4-FFF2-40B4-BE49-F238E27FC236}">
                <a16:creationId xmlns:a16="http://schemas.microsoft.com/office/drawing/2014/main" id="{5AE648E9-FED0-0289-95C5-5376B4B8E6FF}"/>
              </a:ext>
            </a:extLst>
          </p:cNvPr>
          <p:cNvSpPr/>
          <p:nvPr/>
        </p:nvSpPr>
        <p:spPr>
          <a:xfrm>
            <a:off x="1295400" y="5808604"/>
            <a:ext cx="6492240" cy="384048"/>
          </a:xfrm>
          <a:prstGeom prst="rect">
            <a:avLst/>
          </a:prstGeom>
          <a:noFill/>
          <a:ln/>
        </p:spPr>
        <p:txBody>
          <a:bodyPr wrap="square" lIns="0" tIns="0" rIns="0" bIns="0" rtlCol="0" anchor="ctr"/>
          <a:lstStyle/>
          <a:p>
            <a:pPr marL="0" indent="0">
              <a:buNone/>
            </a:pPr>
            <a:r>
              <a:rPr lang="en-US" dirty="0">
                <a:solidFill>
                  <a:schemeClr val="bg1"/>
                </a:solidFill>
              </a:rPr>
              <a:t>The front end can have a huge impact on how report viewers perceive report performance</a:t>
            </a:r>
          </a:p>
        </p:txBody>
      </p:sp>
      <p:sp>
        <p:nvSpPr>
          <p:cNvPr id="22" name="Shape 11">
            <a:extLst>
              <a:ext uri="{FF2B5EF4-FFF2-40B4-BE49-F238E27FC236}">
                <a16:creationId xmlns:a16="http://schemas.microsoft.com/office/drawing/2014/main" id="{9498F9B5-BFDC-EE2B-9C88-D7A364F69261}"/>
              </a:ext>
            </a:extLst>
          </p:cNvPr>
          <p:cNvSpPr/>
          <p:nvPr/>
        </p:nvSpPr>
        <p:spPr>
          <a:xfrm>
            <a:off x="8912352" y="2416180"/>
            <a:ext cx="2514600" cy="3840480"/>
          </a:xfrm>
          <a:prstGeom prst="roundRect">
            <a:avLst>
              <a:gd name="adj" fmla="val 2909"/>
            </a:avLst>
          </a:prstGeom>
          <a:solidFill>
            <a:srgbClr val="0F766E"/>
          </a:solidFill>
          <a:ln w="12700">
            <a:solidFill>
              <a:srgbClr val="0F766E"/>
            </a:solidFill>
            <a:prstDash val="solid"/>
          </a:ln>
        </p:spPr>
        <p:txBody>
          <a:bodyPr/>
          <a:lstStyle/>
          <a:p>
            <a:endParaRPr lang="en-US"/>
          </a:p>
        </p:txBody>
      </p:sp>
      <p:sp>
        <p:nvSpPr>
          <p:cNvPr id="23" name="Text 12">
            <a:extLst>
              <a:ext uri="{FF2B5EF4-FFF2-40B4-BE49-F238E27FC236}">
                <a16:creationId xmlns:a16="http://schemas.microsoft.com/office/drawing/2014/main" id="{DF3B6E18-F59B-BB6A-85A5-26A4DC05AED1}"/>
              </a:ext>
            </a:extLst>
          </p:cNvPr>
          <p:cNvSpPr/>
          <p:nvPr/>
        </p:nvSpPr>
        <p:spPr>
          <a:xfrm>
            <a:off x="9168384" y="2717932"/>
            <a:ext cx="1965960" cy="320040"/>
          </a:xfrm>
          <a:prstGeom prst="rect">
            <a:avLst/>
          </a:prstGeom>
          <a:noFill/>
          <a:ln/>
        </p:spPr>
        <p:txBody>
          <a:bodyPr wrap="square" rtlCol="0" anchor="ctr"/>
          <a:lstStyle/>
          <a:p>
            <a:pPr marL="0" indent="0" algn="ctr">
              <a:buNone/>
            </a:pPr>
            <a:r>
              <a:rPr lang="en-US" sz="1600" b="1" dirty="0">
                <a:solidFill>
                  <a:srgbClr val="FFFFFF"/>
                </a:solidFill>
              </a:rPr>
              <a:t>Discussion prompts</a:t>
            </a:r>
            <a:endParaRPr lang="en-US" sz="1600" dirty="0"/>
          </a:p>
        </p:txBody>
      </p:sp>
      <p:sp>
        <p:nvSpPr>
          <p:cNvPr id="24" name="Text 13">
            <a:extLst>
              <a:ext uri="{FF2B5EF4-FFF2-40B4-BE49-F238E27FC236}">
                <a16:creationId xmlns:a16="http://schemas.microsoft.com/office/drawing/2014/main" id="{50737040-C743-7F16-E4F4-A1145C6B0481}"/>
              </a:ext>
            </a:extLst>
          </p:cNvPr>
          <p:cNvSpPr/>
          <p:nvPr/>
        </p:nvSpPr>
        <p:spPr>
          <a:xfrm>
            <a:off x="9168384" y="3175132"/>
            <a:ext cx="1874520" cy="2743200"/>
          </a:xfrm>
          <a:prstGeom prst="rect">
            <a:avLst/>
          </a:prstGeom>
          <a:noFill/>
          <a:ln/>
        </p:spPr>
        <p:txBody>
          <a:bodyPr wrap="square" rtlCol="0" anchor="ctr"/>
          <a:lstStyle/>
          <a:p>
            <a:pPr marL="0" indent="0">
              <a:buNone/>
            </a:pPr>
            <a:r>
              <a:rPr lang="en-US" sz="1400" dirty="0">
                <a:solidFill>
                  <a:srgbClr val="FFFFFF"/>
                </a:solidFill>
              </a:rPr>
              <a:t>• Where is your biggest bottleneck today?</a:t>
            </a:r>
            <a:endParaRPr lang="en-US" sz="1400" dirty="0"/>
          </a:p>
          <a:p>
            <a:pPr marL="0" indent="0">
              <a:buNone/>
            </a:pPr>
            <a:endParaRPr lang="en-US" sz="1400" dirty="0"/>
          </a:p>
          <a:p>
            <a:pPr marL="0" indent="0">
              <a:buNone/>
            </a:pPr>
            <a:r>
              <a:rPr lang="en-US" sz="1400" dirty="0">
                <a:solidFill>
                  <a:srgbClr val="FFFFFF"/>
                </a:solidFill>
              </a:rPr>
              <a:t>• Which tables need freshness vs speed?</a:t>
            </a:r>
            <a:endParaRPr lang="en-US" sz="1400" dirty="0"/>
          </a:p>
          <a:p>
            <a:pPr marL="0" indent="0">
              <a:buNone/>
            </a:pPr>
            <a:endParaRPr lang="en-US" sz="1400" dirty="0"/>
          </a:p>
          <a:p>
            <a:pPr marL="0" indent="0">
              <a:buNone/>
            </a:pPr>
            <a:r>
              <a:rPr lang="en-US" sz="1400" dirty="0">
                <a:solidFill>
                  <a:srgbClr val="FFFFFF"/>
                </a:solidFill>
              </a:rPr>
              <a:t>• Which 3 columns would you remove first?</a:t>
            </a:r>
            <a:endParaRPr lang="en-US" sz="1400" dirty="0"/>
          </a:p>
          <a:p>
            <a:pPr marL="0" indent="0">
              <a:buNone/>
            </a:pPr>
            <a:endParaRPr lang="en-US" sz="1400" dirty="0"/>
          </a:p>
          <a:p>
            <a:pPr marL="0" indent="0">
              <a:buNone/>
            </a:pPr>
            <a:r>
              <a:rPr lang="en-US" sz="1400" dirty="0">
                <a:solidFill>
                  <a:srgbClr val="FFFFFF"/>
                </a:solidFill>
              </a:rPr>
              <a:t>• Which measure is hiding a modeling problem?</a:t>
            </a:r>
            <a:endParaRPr lang="en-US" sz="1400" dirty="0"/>
          </a:p>
        </p:txBody>
      </p:sp>
      <p:sp>
        <p:nvSpPr>
          <p:cNvPr id="26" name="Shape 9">
            <a:extLst>
              <a:ext uri="{FF2B5EF4-FFF2-40B4-BE49-F238E27FC236}">
                <a16:creationId xmlns:a16="http://schemas.microsoft.com/office/drawing/2014/main" id="{1A8CFCF2-B48F-5C27-9C94-E347070B276B}"/>
              </a:ext>
            </a:extLst>
          </p:cNvPr>
          <p:cNvSpPr/>
          <p:nvPr/>
        </p:nvSpPr>
        <p:spPr>
          <a:xfrm>
            <a:off x="1072221" y="6765417"/>
            <a:ext cx="118872" cy="118872"/>
          </a:xfrm>
          <a:prstGeom prst="roundRect">
            <a:avLst>
              <a:gd name="adj" fmla="val 23077"/>
            </a:avLst>
          </a:prstGeom>
          <a:solidFill>
            <a:srgbClr val="0E7490"/>
          </a:solidFill>
          <a:ln w="12700">
            <a:solidFill>
              <a:srgbClr val="0E7490"/>
            </a:solidFill>
            <a:prstDash val="solid"/>
          </a:ln>
        </p:spPr>
        <p:txBody>
          <a:bodyPr/>
          <a:lstStyle/>
          <a:p>
            <a:endParaRPr lang="en-US">
              <a:solidFill>
                <a:schemeClr val="bg1"/>
              </a:solidFill>
            </a:endParaRPr>
          </a:p>
        </p:txBody>
      </p:sp>
      <p:sp>
        <p:nvSpPr>
          <p:cNvPr id="28" name="Text 10">
            <a:extLst>
              <a:ext uri="{FF2B5EF4-FFF2-40B4-BE49-F238E27FC236}">
                <a16:creationId xmlns:a16="http://schemas.microsoft.com/office/drawing/2014/main" id="{71D110D2-435D-F153-59C2-6D843DD19810}"/>
              </a:ext>
            </a:extLst>
          </p:cNvPr>
          <p:cNvSpPr/>
          <p:nvPr/>
        </p:nvSpPr>
        <p:spPr>
          <a:xfrm>
            <a:off x="1300821" y="6710553"/>
            <a:ext cx="6492240" cy="384048"/>
          </a:xfrm>
          <a:prstGeom prst="rect">
            <a:avLst/>
          </a:prstGeom>
          <a:noFill/>
          <a:ln/>
        </p:spPr>
        <p:txBody>
          <a:bodyPr wrap="square" lIns="0" tIns="0" rIns="0" bIns="0" rtlCol="0" anchor="ctr"/>
          <a:lstStyle/>
          <a:p>
            <a:pPr marL="0" indent="0">
              <a:buNone/>
            </a:pPr>
            <a:r>
              <a:rPr lang="en-US" dirty="0">
                <a:solidFill>
                  <a:schemeClr val="bg1"/>
                </a:solidFill>
              </a:rPr>
              <a:t>A good redesign is measured by memory, refresh time, and concurrency together.</a:t>
            </a:r>
          </a:p>
        </p:txBody>
      </p:sp>
      <p:sp>
        <p:nvSpPr>
          <p:cNvPr id="27" name="Shape 24">
            <a:extLst>
              <a:ext uri="{FF2B5EF4-FFF2-40B4-BE49-F238E27FC236}">
                <a16:creationId xmlns:a16="http://schemas.microsoft.com/office/drawing/2014/main" id="{CD11E87E-BB58-15A3-3581-0FE96C1E2334}"/>
              </a:ext>
            </a:extLst>
          </p:cNvPr>
          <p:cNvSpPr/>
          <p:nvPr/>
        </p:nvSpPr>
        <p:spPr>
          <a:xfrm>
            <a:off x="3152605" y="7652727"/>
            <a:ext cx="5422392" cy="384048"/>
          </a:xfrm>
          <a:prstGeom prst="roundRect">
            <a:avLst>
              <a:gd name="adj" fmla="val 9524"/>
            </a:avLst>
          </a:prstGeom>
          <a:solidFill>
            <a:srgbClr val="92D050"/>
          </a:solidFill>
          <a:ln w="12700">
            <a:solidFill>
              <a:srgbClr val="EAF0FB"/>
            </a:solidFill>
            <a:prstDash val="solid"/>
          </a:ln>
        </p:spPr>
        <p:txBody>
          <a:bodyPr/>
          <a:lstStyle/>
          <a:p>
            <a:endParaRPr lang="en-US"/>
          </a:p>
        </p:txBody>
      </p:sp>
      <p:sp>
        <p:nvSpPr>
          <p:cNvPr id="30" name="Text 25">
            <a:extLst>
              <a:ext uri="{FF2B5EF4-FFF2-40B4-BE49-F238E27FC236}">
                <a16:creationId xmlns:a16="http://schemas.microsoft.com/office/drawing/2014/main" id="{428B0D11-6B81-F391-71B4-097A74E59EAF}"/>
              </a:ext>
            </a:extLst>
          </p:cNvPr>
          <p:cNvSpPr/>
          <p:nvPr/>
        </p:nvSpPr>
        <p:spPr>
          <a:xfrm>
            <a:off x="3335485" y="7762455"/>
            <a:ext cx="5120640" cy="146304"/>
          </a:xfrm>
          <a:prstGeom prst="rect">
            <a:avLst/>
          </a:prstGeom>
          <a:noFill/>
          <a:ln/>
        </p:spPr>
        <p:txBody>
          <a:bodyPr wrap="square" lIns="0" tIns="0" rIns="0" bIns="0" rtlCol="0" anchor="ctr"/>
          <a:lstStyle/>
          <a:p>
            <a:pPr marL="0" indent="0" algn="ctr">
              <a:buNone/>
            </a:pPr>
            <a:r>
              <a:rPr lang="en-US" b="1">
                <a:solidFill>
                  <a:srgbClr val="0F3D91"/>
                </a:solidFill>
              </a:rPr>
              <a:t>Semantic Modeling Decision Framework</a:t>
            </a:r>
            <a:endParaRPr lang="en-US" dirty="0"/>
          </a:p>
        </p:txBody>
      </p:sp>
    </p:spTree>
    <p:extLst>
      <p:ext uri="{BB962C8B-B14F-4D97-AF65-F5344CB8AC3E}">
        <p14:creationId xmlns:p14="http://schemas.microsoft.com/office/powerpoint/2010/main" val="23618682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F6709-B8CD-A060-60E0-989804004D7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D026E3-2246-90ED-9139-1072993F9F6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dirty="0"/>
          </a:p>
        </p:txBody>
      </p:sp>
      <p:sp>
        <p:nvSpPr>
          <p:cNvPr id="3" name="TextBox 3">
            <a:extLst>
              <a:ext uri="{FF2B5EF4-FFF2-40B4-BE49-F238E27FC236}">
                <a16:creationId xmlns:a16="http://schemas.microsoft.com/office/drawing/2014/main" id="{3F682DF9-0FDC-1A2B-10D4-4F77D68C4675}"/>
              </a:ext>
            </a:extLst>
          </p:cNvPr>
          <p:cNvSpPr txBox="1"/>
          <p:nvPr/>
        </p:nvSpPr>
        <p:spPr>
          <a:xfrm>
            <a:off x="1028700" y="4479925"/>
            <a:ext cx="16878300" cy="3678315"/>
          </a:xfrm>
          <a:prstGeom prst="rect">
            <a:avLst/>
          </a:prstGeom>
        </p:spPr>
        <p:txBody>
          <a:bodyPr wrap="square" lIns="0" tIns="0" rIns="0" bIns="0" rtlCol="0" anchor="t">
            <a:spAutoFit/>
          </a:bodyPr>
          <a:lstStyle/>
          <a:p>
            <a:pPr>
              <a:lnSpc>
                <a:spcPts val="9799"/>
              </a:lnSpc>
            </a:pPr>
            <a:r>
              <a:rPr lang="en-US" sz="6999" dirty="0">
                <a:solidFill>
                  <a:srgbClr val="FFFFFF"/>
                </a:solidFill>
                <a:latin typeface="Outfit"/>
                <a:ea typeface="Outfit"/>
                <a:cs typeface="Outfit"/>
                <a:sym typeface="Outfit"/>
              </a:rPr>
              <a:t>Section 6: Capacity, cost, and governance without killing agility</a:t>
            </a:r>
          </a:p>
          <a:p>
            <a:pPr>
              <a:lnSpc>
                <a:spcPts val="9799"/>
              </a:lnSpc>
            </a:pPr>
            <a:endParaRPr lang="en-US" sz="6999" dirty="0">
              <a:solidFill>
                <a:srgbClr val="FFFFFF"/>
              </a:solidFill>
              <a:latin typeface="Outfit"/>
              <a:ea typeface="Outfit"/>
              <a:cs typeface="Outfit"/>
              <a:sym typeface="Outfit"/>
            </a:endParaRPr>
          </a:p>
        </p:txBody>
      </p:sp>
      <p:sp>
        <p:nvSpPr>
          <p:cNvPr id="5" name="AutoShape 5">
            <a:extLst>
              <a:ext uri="{FF2B5EF4-FFF2-40B4-BE49-F238E27FC236}">
                <a16:creationId xmlns:a16="http://schemas.microsoft.com/office/drawing/2014/main" id="{8A59C852-C55E-78A7-66B8-BB10C77F52AA}"/>
              </a:ext>
            </a:extLst>
          </p:cNvPr>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6" name="Freeform 6">
            <a:extLst>
              <a:ext uri="{FF2B5EF4-FFF2-40B4-BE49-F238E27FC236}">
                <a16:creationId xmlns:a16="http://schemas.microsoft.com/office/drawing/2014/main" id="{A02D6AF4-0503-2ED6-43BD-C05138E44690}"/>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Tree>
    <p:extLst>
      <p:ext uri="{BB962C8B-B14F-4D97-AF65-F5344CB8AC3E}">
        <p14:creationId xmlns:p14="http://schemas.microsoft.com/office/powerpoint/2010/main" val="3585918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86E6713-B738-413A-80BC-59145213C41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C0A9FB8-DADE-0E44-E7D4-554205604CCB}"/>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5E4874C6-CBED-4B88-14D8-EB44D2964BD2}"/>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490BA9AC-5190-BA69-1BAD-69CDBDC8D8D8}"/>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7C694A7D-85DC-EC35-4F7D-B832F1CBB26B}"/>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81A9928D-6942-F1C8-8F35-EA5731797948}"/>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F1A27258-65A9-569D-BC4E-ED7C9A0E750C}"/>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558D5F85-95AC-C838-A095-5BDD1824182C}"/>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604D04E2-1CC5-FB56-B497-A98FAB7A7B57}"/>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17AD46C5-A2FF-AE2D-E9D0-89C609517607}"/>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51</a:t>
            </a:fld>
            <a:endParaRPr lang="en-US" sz="2400" dirty="0">
              <a:solidFill>
                <a:srgbClr val="FFFFFF"/>
              </a:solidFill>
              <a:latin typeface="Outfit"/>
              <a:ea typeface="Outfit"/>
              <a:cs typeface="Outfit"/>
              <a:sym typeface="Outfit"/>
            </a:endParaRPr>
          </a:p>
        </p:txBody>
      </p:sp>
      <p:sp>
        <p:nvSpPr>
          <p:cNvPr id="15" name="Text 4">
            <a:extLst>
              <a:ext uri="{FF2B5EF4-FFF2-40B4-BE49-F238E27FC236}">
                <a16:creationId xmlns:a16="http://schemas.microsoft.com/office/drawing/2014/main" id="{F607D746-D922-E79F-9AB9-9026E2DF577E}"/>
              </a:ext>
            </a:extLst>
          </p:cNvPr>
          <p:cNvSpPr/>
          <p:nvPr/>
        </p:nvSpPr>
        <p:spPr>
          <a:xfrm>
            <a:off x="1739143" y="2455164"/>
            <a:ext cx="5303520" cy="1645920"/>
          </a:xfrm>
          <a:prstGeom prst="rect">
            <a:avLst/>
          </a:prstGeom>
          <a:noFill/>
          <a:ln/>
        </p:spPr>
        <p:txBody>
          <a:bodyPr wrap="square" lIns="0" tIns="0" rIns="0" bIns="0" rtlCol="0" anchor="ctr"/>
          <a:lstStyle/>
          <a:p>
            <a:pPr marL="0" indent="0">
              <a:buNone/>
            </a:pPr>
            <a:r>
              <a:rPr lang="en-US" sz="2500" b="1" dirty="0">
                <a:solidFill>
                  <a:schemeClr val="bg1"/>
                </a:solidFill>
                <a:latin typeface="Aptos Display" pitchFamily="34" charset="0"/>
                <a:ea typeface="Aptos Display" pitchFamily="34" charset="-122"/>
                <a:cs typeface="Aptos Display" pitchFamily="34" charset="-120"/>
              </a:rPr>
              <a:t>Capacity, cost, and</a:t>
            </a:r>
            <a:endParaRPr lang="en-US" sz="2500" dirty="0">
              <a:solidFill>
                <a:schemeClr val="bg1"/>
              </a:solidFill>
            </a:endParaRPr>
          </a:p>
          <a:p>
            <a:pPr marL="0" indent="0">
              <a:buNone/>
            </a:pPr>
            <a:r>
              <a:rPr lang="en-US" sz="2500" b="1" dirty="0">
                <a:solidFill>
                  <a:schemeClr val="bg1"/>
                </a:solidFill>
                <a:latin typeface="Aptos Display" pitchFamily="34" charset="0"/>
                <a:ea typeface="Aptos Display" pitchFamily="34" charset="-122"/>
                <a:cs typeface="Aptos Display" pitchFamily="34" charset="-120"/>
              </a:rPr>
              <a:t>governance without</a:t>
            </a:r>
            <a:endParaRPr lang="en-US" sz="2500" dirty="0">
              <a:solidFill>
                <a:schemeClr val="bg1"/>
              </a:solidFill>
            </a:endParaRPr>
          </a:p>
          <a:p>
            <a:pPr marL="0" indent="0">
              <a:buNone/>
            </a:pPr>
            <a:r>
              <a:rPr lang="en-US" sz="2500" b="1" dirty="0">
                <a:solidFill>
                  <a:schemeClr val="bg1"/>
                </a:solidFill>
                <a:latin typeface="Aptos Display" pitchFamily="34" charset="0"/>
                <a:ea typeface="Aptos Display" pitchFamily="34" charset="-122"/>
                <a:cs typeface="Aptos Display" pitchFamily="34" charset="-120"/>
              </a:rPr>
              <a:t>killing agility</a:t>
            </a:r>
            <a:endParaRPr lang="en-US" sz="2500" dirty="0">
              <a:solidFill>
                <a:schemeClr val="bg1"/>
              </a:solidFill>
            </a:endParaRPr>
          </a:p>
        </p:txBody>
      </p:sp>
      <p:sp>
        <p:nvSpPr>
          <p:cNvPr id="16" name="Text 5">
            <a:extLst>
              <a:ext uri="{FF2B5EF4-FFF2-40B4-BE49-F238E27FC236}">
                <a16:creationId xmlns:a16="http://schemas.microsoft.com/office/drawing/2014/main" id="{5959089D-2435-BDC8-8B14-6FE9612C0619}"/>
              </a:ext>
            </a:extLst>
          </p:cNvPr>
          <p:cNvSpPr/>
          <p:nvPr/>
        </p:nvSpPr>
        <p:spPr>
          <a:xfrm>
            <a:off x="1784863" y="4421124"/>
            <a:ext cx="4114800" cy="640080"/>
          </a:xfrm>
          <a:prstGeom prst="rect">
            <a:avLst/>
          </a:prstGeom>
          <a:noFill/>
          <a:ln/>
        </p:spPr>
        <p:txBody>
          <a:bodyPr wrap="square" lIns="0" tIns="0" rIns="0" bIns="0" rtlCol="0" anchor="ctr"/>
          <a:lstStyle/>
          <a:p>
            <a:pPr marL="0" indent="0">
              <a:buNone/>
            </a:pPr>
            <a:r>
              <a:rPr lang="en-US" sz="1700" dirty="0">
                <a:solidFill>
                  <a:schemeClr val="bg1"/>
                </a:solidFill>
              </a:rPr>
              <a:t>Microsoft Fabric platform operating model</a:t>
            </a:r>
          </a:p>
          <a:p>
            <a:pPr marL="0" indent="0">
              <a:buNone/>
            </a:pPr>
            <a:r>
              <a:rPr lang="en-US" sz="1700" dirty="0">
                <a:solidFill>
                  <a:schemeClr val="bg1"/>
                </a:solidFill>
              </a:rPr>
              <a:t>for enterprise teams</a:t>
            </a:r>
          </a:p>
        </p:txBody>
      </p:sp>
      <p:sp>
        <p:nvSpPr>
          <p:cNvPr id="17" name="Shape 6">
            <a:extLst>
              <a:ext uri="{FF2B5EF4-FFF2-40B4-BE49-F238E27FC236}">
                <a16:creationId xmlns:a16="http://schemas.microsoft.com/office/drawing/2014/main" id="{2F37C6E0-BC4E-AC7E-8556-E8A6D0D83C6A}"/>
              </a:ext>
            </a:extLst>
          </p:cNvPr>
          <p:cNvSpPr/>
          <p:nvPr/>
        </p:nvSpPr>
        <p:spPr>
          <a:xfrm>
            <a:off x="1784863" y="5289804"/>
            <a:ext cx="1828800" cy="310896"/>
          </a:xfrm>
          <a:prstGeom prst="roundRect">
            <a:avLst>
              <a:gd name="adj" fmla="val 23529"/>
            </a:avLst>
          </a:prstGeom>
          <a:solidFill>
            <a:srgbClr val="173B63"/>
          </a:solidFill>
          <a:ln w="12700">
            <a:solidFill>
              <a:srgbClr val="173B63"/>
            </a:solidFill>
            <a:prstDash val="solid"/>
          </a:ln>
          <a:effectLst>
            <a:outerShdw blurRad="12700" dist="3810" dir="2700000" algn="bl" rotWithShape="0">
              <a:srgbClr val="000000">
                <a:alpha val="12000"/>
              </a:srgbClr>
            </a:outerShdw>
          </a:effectLst>
        </p:spPr>
        <p:txBody>
          <a:bodyPr/>
          <a:lstStyle/>
          <a:p>
            <a:endParaRPr lang="en-US"/>
          </a:p>
        </p:txBody>
      </p:sp>
      <p:sp>
        <p:nvSpPr>
          <p:cNvPr id="18" name="Text 7">
            <a:extLst>
              <a:ext uri="{FF2B5EF4-FFF2-40B4-BE49-F238E27FC236}">
                <a16:creationId xmlns:a16="http://schemas.microsoft.com/office/drawing/2014/main" id="{557574C3-E139-ABEE-D9B1-9BA7DFA7A871}"/>
              </a:ext>
            </a:extLst>
          </p:cNvPr>
          <p:cNvSpPr/>
          <p:nvPr/>
        </p:nvSpPr>
        <p:spPr>
          <a:xfrm>
            <a:off x="1876303" y="5344668"/>
            <a:ext cx="1645920" cy="164592"/>
          </a:xfrm>
          <a:prstGeom prst="rect">
            <a:avLst/>
          </a:prstGeom>
          <a:noFill/>
          <a:ln/>
        </p:spPr>
        <p:txBody>
          <a:bodyPr wrap="square" lIns="0" tIns="0" rIns="0" bIns="0" rtlCol="0" anchor="ctr"/>
          <a:lstStyle/>
          <a:p>
            <a:pPr marL="0" indent="0" algn="ctr">
              <a:buNone/>
            </a:pPr>
            <a:r>
              <a:rPr lang="en-US" sz="1050" b="1" dirty="0">
                <a:solidFill>
                  <a:srgbClr val="FFFFFF"/>
                </a:solidFill>
              </a:rPr>
              <a:t>Capacity economics</a:t>
            </a:r>
            <a:endParaRPr lang="en-US" sz="1050" dirty="0"/>
          </a:p>
        </p:txBody>
      </p:sp>
      <p:sp>
        <p:nvSpPr>
          <p:cNvPr id="19" name="Shape 8">
            <a:extLst>
              <a:ext uri="{FF2B5EF4-FFF2-40B4-BE49-F238E27FC236}">
                <a16:creationId xmlns:a16="http://schemas.microsoft.com/office/drawing/2014/main" id="{1C880CDB-A198-DFFB-5D28-0E9514DF6AB3}"/>
              </a:ext>
            </a:extLst>
          </p:cNvPr>
          <p:cNvSpPr/>
          <p:nvPr/>
        </p:nvSpPr>
        <p:spPr>
          <a:xfrm>
            <a:off x="3705103" y="5289804"/>
            <a:ext cx="1783080" cy="310896"/>
          </a:xfrm>
          <a:prstGeom prst="roundRect">
            <a:avLst>
              <a:gd name="adj" fmla="val 23529"/>
            </a:avLst>
          </a:prstGeom>
          <a:solidFill>
            <a:srgbClr val="0F766E"/>
          </a:solidFill>
          <a:ln w="12700">
            <a:solidFill>
              <a:srgbClr val="0F766E"/>
            </a:solidFill>
            <a:prstDash val="solid"/>
          </a:ln>
          <a:effectLst>
            <a:outerShdw blurRad="12700" dist="3810" dir="2700000" algn="bl" rotWithShape="0">
              <a:srgbClr val="000000">
                <a:alpha val="12000"/>
              </a:srgbClr>
            </a:outerShdw>
          </a:effectLst>
        </p:spPr>
        <p:txBody>
          <a:bodyPr/>
          <a:lstStyle/>
          <a:p>
            <a:endParaRPr lang="en-US"/>
          </a:p>
        </p:txBody>
      </p:sp>
      <p:sp>
        <p:nvSpPr>
          <p:cNvPr id="20" name="Text 9">
            <a:extLst>
              <a:ext uri="{FF2B5EF4-FFF2-40B4-BE49-F238E27FC236}">
                <a16:creationId xmlns:a16="http://schemas.microsoft.com/office/drawing/2014/main" id="{410BBB9E-834A-F608-83EA-A389A3E9CFB6}"/>
              </a:ext>
            </a:extLst>
          </p:cNvPr>
          <p:cNvSpPr/>
          <p:nvPr/>
        </p:nvSpPr>
        <p:spPr>
          <a:xfrm>
            <a:off x="3796543" y="5344668"/>
            <a:ext cx="1600200" cy="164592"/>
          </a:xfrm>
          <a:prstGeom prst="rect">
            <a:avLst/>
          </a:prstGeom>
          <a:noFill/>
          <a:ln/>
        </p:spPr>
        <p:txBody>
          <a:bodyPr wrap="square" lIns="0" tIns="0" rIns="0" bIns="0" rtlCol="0" anchor="ctr"/>
          <a:lstStyle/>
          <a:p>
            <a:pPr marL="0" indent="0" algn="ctr">
              <a:buNone/>
            </a:pPr>
            <a:r>
              <a:rPr lang="en-US" sz="1050" b="1" dirty="0">
                <a:solidFill>
                  <a:srgbClr val="FFFFFF"/>
                </a:solidFill>
              </a:rPr>
              <a:t>Workspace design</a:t>
            </a:r>
            <a:endParaRPr lang="en-US" sz="1050" dirty="0"/>
          </a:p>
        </p:txBody>
      </p:sp>
      <p:sp>
        <p:nvSpPr>
          <p:cNvPr id="21" name="Shape 10">
            <a:extLst>
              <a:ext uri="{FF2B5EF4-FFF2-40B4-BE49-F238E27FC236}">
                <a16:creationId xmlns:a16="http://schemas.microsoft.com/office/drawing/2014/main" id="{FACFA275-5EEA-C30B-7475-13B97416BF55}"/>
              </a:ext>
            </a:extLst>
          </p:cNvPr>
          <p:cNvSpPr/>
          <p:nvPr/>
        </p:nvSpPr>
        <p:spPr>
          <a:xfrm>
            <a:off x="5579623" y="5289804"/>
            <a:ext cx="1600200" cy="310896"/>
          </a:xfrm>
          <a:prstGeom prst="roundRect">
            <a:avLst>
              <a:gd name="adj" fmla="val 23529"/>
            </a:avLst>
          </a:prstGeom>
          <a:solidFill>
            <a:srgbClr val="C98B2E"/>
          </a:solidFill>
          <a:ln w="12700">
            <a:solidFill>
              <a:srgbClr val="C98B2E"/>
            </a:solidFill>
            <a:prstDash val="solid"/>
          </a:ln>
          <a:effectLst>
            <a:outerShdw blurRad="12700" dist="3810" dir="2700000" algn="bl" rotWithShape="0">
              <a:srgbClr val="000000">
                <a:alpha val="12000"/>
              </a:srgbClr>
            </a:outerShdw>
          </a:effectLst>
        </p:spPr>
        <p:txBody>
          <a:bodyPr/>
          <a:lstStyle/>
          <a:p>
            <a:endParaRPr lang="en-US"/>
          </a:p>
        </p:txBody>
      </p:sp>
      <p:sp>
        <p:nvSpPr>
          <p:cNvPr id="22" name="Text 11">
            <a:extLst>
              <a:ext uri="{FF2B5EF4-FFF2-40B4-BE49-F238E27FC236}">
                <a16:creationId xmlns:a16="http://schemas.microsoft.com/office/drawing/2014/main" id="{80D4281D-B627-9F64-2054-3D6DB3997C45}"/>
              </a:ext>
            </a:extLst>
          </p:cNvPr>
          <p:cNvSpPr/>
          <p:nvPr/>
        </p:nvSpPr>
        <p:spPr>
          <a:xfrm>
            <a:off x="5671063" y="5344668"/>
            <a:ext cx="1417320" cy="164592"/>
          </a:xfrm>
          <a:prstGeom prst="rect">
            <a:avLst/>
          </a:prstGeom>
          <a:noFill/>
          <a:ln/>
        </p:spPr>
        <p:txBody>
          <a:bodyPr wrap="square" lIns="0" tIns="0" rIns="0" bIns="0" rtlCol="0" anchor="ctr"/>
          <a:lstStyle/>
          <a:p>
            <a:pPr marL="0" indent="0" algn="ctr">
              <a:buNone/>
            </a:pPr>
            <a:r>
              <a:rPr lang="en-US" sz="1050" b="1" dirty="0">
                <a:solidFill>
                  <a:srgbClr val="FFFFFF"/>
                </a:solidFill>
              </a:rPr>
              <a:t>DevOps + guardrails</a:t>
            </a:r>
            <a:endParaRPr lang="en-US" sz="1050" dirty="0"/>
          </a:p>
        </p:txBody>
      </p:sp>
      <p:sp>
        <p:nvSpPr>
          <p:cNvPr id="23" name="Text 12">
            <a:extLst>
              <a:ext uri="{FF2B5EF4-FFF2-40B4-BE49-F238E27FC236}">
                <a16:creationId xmlns:a16="http://schemas.microsoft.com/office/drawing/2014/main" id="{28215C25-14D3-3526-D7FD-3C120F7212C7}"/>
              </a:ext>
            </a:extLst>
          </p:cNvPr>
          <p:cNvSpPr/>
          <p:nvPr/>
        </p:nvSpPr>
        <p:spPr>
          <a:xfrm>
            <a:off x="1784863" y="6067044"/>
            <a:ext cx="5029200" cy="365760"/>
          </a:xfrm>
          <a:prstGeom prst="rect">
            <a:avLst/>
          </a:prstGeom>
          <a:noFill/>
          <a:ln/>
        </p:spPr>
        <p:txBody>
          <a:bodyPr wrap="square" lIns="0" tIns="0" rIns="0" bIns="0" rtlCol="0" anchor="ctr"/>
          <a:lstStyle/>
          <a:p>
            <a:pPr marL="0" indent="0">
              <a:buNone/>
            </a:pPr>
            <a:r>
              <a:rPr lang="en-US" sz="1600" b="1" dirty="0">
                <a:solidFill>
                  <a:schemeClr val="bg1"/>
                </a:solidFill>
              </a:rPr>
              <a:t>Goal: standardize the platform, decentralize delivery.</a:t>
            </a:r>
            <a:endParaRPr lang="en-US" sz="1600" dirty="0">
              <a:solidFill>
                <a:schemeClr val="bg1"/>
              </a:solidFill>
            </a:endParaRPr>
          </a:p>
        </p:txBody>
      </p:sp>
    </p:spTree>
    <p:extLst>
      <p:ext uri="{BB962C8B-B14F-4D97-AF65-F5344CB8AC3E}">
        <p14:creationId xmlns:p14="http://schemas.microsoft.com/office/powerpoint/2010/main" val="5098916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4E95CBE-89BF-940D-0110-D683816D38D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C384A6A-7619-3844-157B-2AF49437D4B3}"/>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E89AE62F-C0E0-4093-D3EA-2CA641996BDE}"/>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6EA26C8C-0D7C-F2BE-21FC-ADD79E673316}"/>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EEC1F9BB-5C3F-AA4C-7E96-64ED6D9DC0B0}"/>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E8AD436F-2449-4DD3-A841-48F3BD5C9921}"/>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55279156-ECC2-18A4-154C-55D9A39EF6B8}"/>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36B15658-B647-C160-4ECD-9B1E9D10F09D}"/>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1F2AC345-0C18-4ADA-F016-ECDE9E7208B3}"/>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F841634F-A8B3-1EA6-822E-187CF20BAE49}"/>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52</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772D6127-F9A2-3EF9-9FCB-46AC613356D1}"/>
              </a:ext>
            </a:extLst>
          </p:cNvPr>
          <p:cNvSpPr/>
          <p:nvPr/>
        </p:nvSpPr>
        <p:spPr>
          <a:xfrm>
            <a:off x="1076743" y="1485900"/>
            <a:ext cx="8046720"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The operating question</a:t>
            </a:r>
            <a:endParaRPr lang="en-US" sz="3600" dirty="0">
              <a:solidFill>
                <a:schemeClr val="bg1"/>
              </a:solidFill>
            </a:endParaRPr>
          </a:p>
        </p:txBody>
      </p:sp>
      <p:sp>
        <p:nvSpPr>
          <p:cNvPr id="12" name="Text 1">
            <a:extLst>
              <a:ext uri="{FF2B5EF4-FFF2-40B4-BE49-F238E27FC236}">
                <a16:creationId xmlns:a16="http://schemas.microsoft.com/office/drawing/2014/main" id="{EA7A854F-D7D7-1486-6A66-EE35C881D8C6}"/>
              </a:ext>
            </a:extLst>
          </p:cNvPr>
          <p:cNvSpPr/>
          <p:nvPr/>
        </p:nvSpPr>
        <p:spPr>
          <a:xfrm>
            <a:off x="1104174" y="2095152"/>
            <a:ext cx="13297625" cy="256032"/>
          </a:xfrm>
          <a:prstGeom prst="rect">
            <a:avLst/>
          </a:prstGeom>
          <a:noFill/>
          <a:ln/>
        </p:spPr>
        <p:txBody>
          <a:bodyPr wrap="square" lIns="0" tIns="0" rIns="0" bIns="0" rtlCol="0" anchor="ctr"/>
          <a:lstStyle/>
          <a:p>
            <a:pPr marL="0" indent="0">
              <a:buNone/>
            </a:pPr>
            <a:r>
              <a:rPr lang="en-US" sz="2800" dirty="0">
                <a:solidFill>
                  <a:schemeClr val="bg1"/>
                </a:solidFill>
              </a:rPr>
              <a:t>How to preserve self-service speed without turning shared capacity into shared pain</a:t>
            </a:r>
          </a:p>
        </p:txBody>
      </p:sp>
      <p:sp>
        <p:nvSpPr>
          <p:cNvPr id="13" name="Shape 2">
            <a:extLst>
              <a:ext uri="{FF2B5EF4-FFF2-40B4-BE49-F238E27FC236}">
                <a16:creationId xmlns:a16="http://schemas.microsoft.com/office/drawing/2014/main" id="{352922CB-B05A-24A2-F5FB-EC83B0D0307C}"/>
              </a:ext>
            </a:extLst>
          </p:cNvPr>
          <p:cNvSpPr/>
          <p:nvPr/>
        </p:nvSpPr>
        <p:spPr>
          <a:xfrm>
            <a:off x="1213903" y="2671224"/>
            <a:ext cx="2926080" cy="3474720"/>
          </a:xfrm>
          <a:prstGeom prst="roundRect">
            <a:avLst>
              <a:gd name="adj" fmla="val 1875"/>
            </a:avLst>
          </a:prstGeom>
          <a:solidFill>
            <a:srgbClr val="FFFFFF"/>
          </a:solidFill>
          <a:ln w="12700">
            <a:solidFill>
              <a:srgbClr val="C7D4E3"/>
            </a:solidFill>
            <a:prstDash val="solid"/>
          </a:ln>
          <a:effectLst>
            <a:outerShdw blurRad="19050" dist="7620" dir="2700000" algn="bl" rotWithShape="0">
              <a:srgbClr val="7A8CA5">
                <a:alpha val="14000"/>
              </a:srgbClr>
            </a:outerShdw>
          </a:effectLst>
        </p:spPr>
        <p:txBody>
          <a:bodyPr/>
          <a:lstStyle/>
          <a:p>
            <a:endParaRPr lang="en-US"/>
          </a:p>
        </p:txBody>
      </p:sp>
      <p:sp>
        <p:nvSpPr>
          <p:cNvPr id="14" name="Shape 3">
            <a:extLst>
              <a:ext uri="{FF2B5EF4-FFF2-40B4-BE49-F238E27FC236}">
                <a16:creationId xmlns:a16="http://schemas.microsoft.com/office/drawing/2014/main" id="{7DFC363E-FB26-A7CD-69AB-4AAD5D5B386D}"/>
              </a:ext>
            </a:extLst>
          </p:cNvPr>
          <p:cNvSpPr/>
          <p:nvPr/>
        </p:nvSpPr>
        <p:spPr>
          <a:xfrm>
            <a:off x="1415070" y="2918112"/>
            <a:ext cx="1175729" cy="347472"/>
          </a:xfrm>
          <a:prstGeom prst="roundRect">
            <a:avLst>
              <a:gd name="adj" fmla="val 15789"/>
            </a:avLst>
          </a:prstGeom>
          <a:solidFill>
            <a:srgbClr val="173B63"/>
          </a:solidFill>
          <a:ln w="12700">
            <a:solidFill>
              <a:srgbClr val="173B63"/>
            </a:solidFill>
            <a:prstDash val="solid"/>
          </a:ln>
        </p:spPr>
        <p:txBody>
          <a:bodyPr/>
          <a:lstStyle/>
          <a:p>
            <a:endParaRPr lang="en-US"/>
          </a:p>
        </p:txBody>
      </p:sp>
      <p:sp>
        <p:nvSpPr>
          <p:cNvPr id="15" name="Text 4">
            <a:extLst>
              <a:ext uri="{FF2B5EF4-FFF2-40B4-BE49-F238E27FC236}">
                <a16:creationId xmlns:a16="http://schemas.microsoft.com/office/drawing/2014/main" id="{193C252C-136B-E4C9-6AAD-15263637704B}"/>
              </a:ext>
            </a:extLst>
          </p:cNvPr>
          <p:cNvSpPr/>
          <p:nvPr/>
        </p:nvSpPr>
        <p:spPr>
          <a:xfrm>
            <a:off x="1524798" y="2991264"/>
            <a:ext cx="913601" cy="146304"/>
          </a:xfrm>
          <a:prstGeom prst="rect">
            <a:avLst/>
          </a:prstGeom>
          <a:noFill/>
          <a:ln/>
        </p:spPr>
        <p:txBody>
          <a:bodyPr wrap="square" lIns="0" tIns="0" rIns="0" bIns="0" rtlCol="0" anchor="ctr"/>
          <a:lstStyle/>
          <a:p>
            <a:pPr marL="0" indent="0" algn="ctr">
              <a:buNone/>
            </a:pPr>
            <a:r>
              <a:rPr lang="en-US" sz="1600" b="1" dirty="0">
                <a:solidFill>
                  <a:srgbClr val="FFFFFF"/>
                </a:solidFill>
              </a:rPr>
              <a:t>Capacity</a:t>
            </a:r>
            <a:endParaRPr lang="en-US" sz="1600" dirty="0"/>
          </a:p>
        </p:txBody>
      </p:sp>
      <p:sp>
        <p:nvSpPr>
          <p:cNvPr id="16" name="Shape 5">
            <a:extLst>
              <a:ext uri="{FF2B5EF4-FFF2-40B4-BE49-F238E27FC236}">
                <a16:creationId xmlns:a16="http://schemas.microsoft.com/office/drawing/2014/main" id="{D5880E1E-B129-BBEB-D2FA-575C61296691}"/>
              </a:ext>
            </a:extLst>
          </p:cNvPr>
          <p:cNvSpPr/>
          <p:nvPr/>
        </p:nvSpPr>
        <p:spPr>
          <a:xfrm>
            <a:off x="1469935" y="3576480"/>
            <a:ext cx="91440" cy="91440"/>
          </a:xfrm>
          <a:prstGeom prst="ellipse">
            <a:avLst/>
          </a:prstGeom>
          <a:solidFill>
            <a:srgbClr val="173B63"/>
          </a:solidFill>
          <a:ln w="12700">
            <a:solidFill>
              <a:srgbClr val="173B63"/>
            </a:solidFill>
            <a:prstDash val="solid"/>
          </a:ln>
        </p:spPr>
        <p:txBody>
          <a:bodyPr/>
          <a:lstStyle/>
          <a:p>
            <a:endParaRPr lang="en-US"/>
          </a:p>
        </p:txBody>
      </p:sp>
      <p:sp>
        <p:nvSpPr>
          <p:cNvPr id="17" name="Text 6">
            <a:extLst>
              <a:ext uri="{FF2B5EF4-FFF2-40B4-BE49-F238E27FC236}">
                <a16:creationId xmlns:a16="http://schemas.microsoft.com/office/drawing/2014/main" id="{5C6471C0-E11E-DC94-B45C-41B032AF8109}"/>
              </a:ext>
            </a:extLst>
          </p:cNvPr>
          <p:cNvSpPr/>
          <p:nvPr/>
        </p:nvSpPr>
        <p:spPr>
          <a:xfrm>
            <a:off x="1634527" y="3671061"/>
            <a:ext cx="2231136" cy="688115"/>
          </a:xfrm>
          <a:prstGeom prst="rect">
            <a:avLst/>
          </a:prstGeom>
          <a:noFill/>
          <a:ln/>
        </p:spPr>
        <p:txBody>
          <a:bodyPr wrap="square" lIns="0" tIns="0" rIns="0" bIns="0" rtlCol="0" anchor="ctr"/>
          <a:lstStyle/>
          <a:p>
            <a:pPr marL="0" indent="0">
              <a:buNone/>
            </a:pPr>
            <a:r>
              <a:rPr lang="en-US" sz="1700" dirty="0">
                <a:solidFill>
                  <a:srgbClr val="10253E"/>
                </a:solidFill>
              </a:rPr>
              <a:t>Fabric cost is really shared-compute behavior under mixed workloads.</a:t>
            </a:r>
            <a:endParaRPr lang="en-US" sz="1700" dirty="0"/>
          </a:p>
        </p:txBody>
      </p:sp>
      <p:sp>
        <p:nvSpPr>
          <p:cNvPr id="18" name="Shape 7">
            <a:extLst>
              <a:ext uri="{FF2B5EF4-FFF2-40B4-BE49-F238E27FC236}">
                <a16:creationId xmlns:a16="http://schemas.microsoft.com/office/drawing/2014/main" id="{E486773B-DC3E-9808-310B-57E2544A9C57}"/>
              </a:ext>
            </a:extLst>
          </p:cNvPr>
          <p:cNvSpPr/>
          <p:nvPr/>
        </p:nvSpPr>
        <p:spPr>
          <a:xfrm>
            <a:off x="1469935" y="4610100"/>
            <a:ext cx="91440" cy="91440"/>
          </a:xfrm>
          <a:prstGeom prst="ellipse">
            <a:avLst/>
          </a:prstGeom>
          <a:solidFill>
            <a:srgbClr val="173B63"/>
          </a:solidFill>
          <a:ln w="12700">
            <a:solidFill>
              <a:srgbClr val="173B63"/>
            </a:solidFill>
            <a:prstDash val="solid"/>
          </a:ln>
        </p:spPr>
        <p:txBody>
          <a:bodyPr/>
          <a:lstStyle/>
          <a:p>
            <a:endParaRPr lang="en-US"/>
          </a:p>
        </p:txBody>
      </p:sp>
      <p:sp>
        <p:nvSpPr>
          <p:cNvPr id="19" name="Text 8">
            <a:extLst>
              <a:ext uri="{FF2B5EF4-FFF2-40B4-BE49-F238E27FC236}">
                <a16:creationId xmlns:a16="http://schemas.microsoft.com/office/drawing/2014/main" id="{AB2916B1-50E2-B208-BAC5-2ACC0F966BC0}"/>
              </a:ext>
            </a:extLst>
          </p:cNvPr>
          <p:cNvSpPr/>
          <p:nvPr/>
        </p:nvSpPr>
        <p:spPr>
          <a:xfrm>
            <a:off x="1634527" y="4304791"/>
            <a:ext cx="2231136" cy="1219709"/>
          </a:xfrm>
          <a:prstGeom prst="rect">
            <a:avLst/>
          </a:prstGeom>
          <a:noFill/>
          <a:ln/>
        </p:spPr>
        <p:txBody>
          <a:bodyPr wrap="square" lIns="0" tIns="0" rIns="0" bIns="0" rtlCol="0" anchor="ctr"/>
          <a:lstStyle/>
          <a:p>
            <a:pPr marL="0" indent="0">
              <a:buNone/>
            </a:pPr>
            <a:r>
              <a:rPr lang="en-US" sz="1700" dirty="0">
                <a:solidFill>
                  <a:srgbClr val="10253E"/>
                </a:solidFill>
              </a:rPr>
              <a:t>Bursting can hide bad design; throttling reveals it.</a:t>
            </a:r>
            <a:endParaRPr lang="en-US" sz="1700" dirty="0"/>
          </a:p>
        </p:txBody>
      </p:sp>
      <p:sp>
        <p:nvSpPr>
          <p:cNvPr id="20" name="Shape 9">
            <a:extLst>
              <a:ext uri="{FF2B5EF4-FFF2-40B4-BE49-F238E27FC236}">
                <a16:creationId xmlns:a16="http://schemas.microsoft.com/office/drawing/2014/main" id="{5753C4EA-C57A-1532-9020-54A566DF6C6F}"/>
              </a:ext>
            </a:extLst>
          </p:cNvPr>
          <p:cNvSpPr/>
          <p:nvPr/>
        </p:nvSpPr>
        <p:spPr>
          <a:xfrm>
            <a:off x="4642903" y="2671224"/>
            <a:ext cx="2926080" cy="3474720"/>
          </a:xfrm>
          <a:prstGeom prst="roundRect">
            <a:avLst>
              <a:gd name="adj" fmla="val 1875"/>
            </a:avLst>
          </a:prstGeom>
          <a:solidFill>
            <a:srgbClr val="FFFFFF"/>
          </a:solidFill>
          <a:ln w="12700">
            <a:solidFill>
              <a:srgbClr val="C7D4E3"/>
            </a:solidFill>
            <a:prstDash val="solid"/>
          </a:ln>
          <a:effectLst>
            <a:outerShdw blurRad="19050" dist="7620" dir="2700000" algn="bl" rotWithShape="0">
              <a:srgbClr val="7A8CA5">
                <a:alpha val="14000"/>
              </a:srgbClr>
            </a:outerShdw>
          </a:effectLst>
        </p:spPr>
        <p:txBody>
          <a:bodyPr/>
          <a:lstStyle/>
          <a:p>
            <a:endParaRPr lang="en-US"/>
          </a:p>
        </p:txBody>
      </p:sp>
      <p:sp>
        <p:nvSpPr>
          <p:cNvPr id="21" name="Shape 10">
            <a:extLst>
              <a:ext uri="{FF2B5EF4-FFF2-40B4-BE49-F238E27FC236}">
                <a16:creationId xmlns:a16="http://schemas.microsoft.com/office/drawing/2014/main" id="{11F4BA0F-996D-49A8-611E-0C11080AF6AE}"/>
              </a:ext>
            </a:extLst>
          </p:cNvPr>
          <p:cNvSpPr/>
          <p:nvPr/>
        </p:nvSpPr>
        <p:spPr>
          <a:xfrm>
            <a:off x="4844070" y="2918112"/>
            <a:ext cx="1404329" cy="347472"/>
          </a:xfrm>
          <a:prstGeom prst="roundRect">
            <a:avLst>
              <a:gd name="adj" fmla="val 15789"/>
            </a:avLst>
          </a:prstGeom>
          <a:solidFill>
            <a:srgbClr val="0F766E"/>
          </a:solidFill>
          <a:ln w="12700">
            <a:solidFill>
              <a:srgbClr val="0F766E"/>
            </a:solidFill>
            <a:prstDash val="solid"/>
          </a:ln>
        </p:spPr>
        <p:txBody>
          <a:bodyPr/>
          <a:lstStyle/>
          <a:p>
            <a:endParaRPr lang="en-US"/>
          </a:p>
        </p:txBody>
      </p:sp>
      <p:sp>
        <p:nvSpPr>
          <p:cNvPr id="22" name="Text 11">
            <a:extLst>
              <a:ext uri="{FF2B5EF4-FFF2-40B4-BE49-F238E27FC236}">
                <a16:creationId xmlns:a16="http://schemas.microsoft.com/office/drawing/2014/main" id="{AF0DB24B-D39F-E88D-BA8D-CE6BFD348596}"/>
              </a:ext>
            </a:extLst>
          </p:cNvPr>
          <p:cNvSpPr/>
          <p:nvPr/>
        </p:nvSpPr>
        <p:spPr>
          <a:xfrm>
            <a:off x="4953798" y="3014537"/>
            <a:ext cx="1066001" cy="71563"/>
          </a:xfrm>
          <a:prstGeom prst="rect">
            <a:avLst/>
          </a:prstGeom>
          <a:noFill/>
          <a:ln/>
        </p:spPr>
        <p:txBody>
          <a:bodyPr wrap="square" lIns="0" tIns="0" rIns="0" bIns="0" rtlCol="0" anchor="ctr"/>
          <a:lstStyle/>
          <a:p>
            <a:pPr marL="0" indent="0" algn="ctr">
              <a:buNone/>
            </a:pPr>
            <a:r>
              <a:rPr lang="en-US" sz="1600" b="1" dirty="0">
                <a:solidFill>
                  <a:srgbClr val="FFFFFF"/>
                </a:solidFill>
              </a:rPr>
              <a:t>Governance</a:t>
            </a:r>
            <a:endParaRPr lang="en-US" sz="1600" dirty="0"/>
          </a:p>
        </p:txBody>
      </p:sp>
      <p:sp>
        <p:nvSpPr>
          <p:cNvPr id="23" name="Shape 12">
            <a:extLst>
              <a:ext uri="{FF2B5EF4-FFF2-40B4-BE49-F238E27FC236}">
                <a16:creationId xmlns:a16="http://schemas.microsoft.com/office/drawing/2014/main" id="{C1013EFE-66D8-B07C-BF08-40B8DD77BC76}"/>
              </a:ext>
            </a:extLst>
          </p:cNvPr>
          <p:cNvSpPr/>
          <p:nvPr/>
        </p:nvSpPr>
        <p:spPr>
          <a:xfrm>
            <a:off x="4898935" y="3576480"/>
            <a:ext cx="91440" cy="91440"/>
          </a:xfrm>
          <a:prstGeom prst="ellipse">
            <a:avLst/>
          </a:prstGeom>
          <a:solidFill>
            <a:srgbClr val="0F766E"/>
          </a:solidFill>
          <a:ln w="12700">
            <a:solidFill>
              <a:srgbClr val="0F766E"/>
            </a:solidFill>
            <a:prstDash val="solid"/>
          </a:ln>
        </p:spPr>
        <p:txBody>
          <a:bodyPr/>
          <a:lstStyle/>
          <a:p>
            <a:endParaRPr lang="en-US"/>
          </a:p>
        </p:txBody>
      </p:sp>
      <p:sp>
        <p:nvSpPr>
          <p:cNvPr id="24" name="Text 13">
            <a:extLst>
              <a:ext uri="{FF2B5EF4-FFF2-40B4-BE49-F238E27FC236}">
                <a16:creationId xmlns:a16="http://schemas.microsoft.com/office/drawing/2014/main" id="{991D350A-D1B3-86FA-BF6B-B35B32F4BE11}"/>
              </a:ext>
            </a:extLst>
          </p:cNvPr>
          <p:cNvSpPr/>
          <p:nvPr/>
        </p:nvSpPr>
        <p:spPr>
          <a:xfrm>
            <a:off x="5063527" y="3865278"/>
            <a:ext cx="2231136" cy="524002"/>
          </a:xfrm>
          <a:prstGeom prst="rect">
            <a:avLst/>
          </a:prstGeom>
          <a:noFill/>
          <a:ln/>
        </p:spPr>
        <p:txBody>
          <a:bodyPr wrap="square" lIns="0" tIns="0" rIns="0" bIns="0" rtlCol="0" anchor="ctr"/>
          <a:lstStyle/>
          <a:p>
            <a:pPr marL="0" indent="0">
              <a:buNone/>
            </a:pPr>
            <a:r>
              <a:rPr lang="en-US" sz="1700" dirty="0">
                <a:solidFill>
                  <a:srgbClr val="10253E"/>
                </a:solidFill>
              </a:rPr>
              <a:t>Governance should set guardrails around creation, assignment, promotion, and ownership.</a:t>
            </a:r>
            <a:endParaRPr lang="en-US" sz="1700" dirty="0"/>
          </a:p>
        </p:txBody>
      </p:sp>
      <p:sp>
        <p:nvSpPr>
          <p:cNvPr id="25" name="Shape 14">
            <a:extLst>
              <a:ext uri="{FF2B5EF4-FFF2-40B4-BE49-F238E27FC236}">
                <a16:creationId xmlns:a16="http://schemas.microsoft.com/office/drawing/2014/main" id="{8FF2C3A4-8858-2D4B-7BB3-AD9F9BA174A6}"/>
              </a:ext>
            </a:extLst>
          </p:cNvPr>
          <p:cNvSpPr/>
          <p:nvPr/>
        </p:nvSpPr>
        <p:spPr>
          <a:xfrm>
            <a:off x="4898935" y="4914900"/>
            <a:ext cx="91440" cy="91440"/>
          </a:xfrm>
          <a:prstGeom prst="ellipse">
            <a:avLst/>
          </a:prstGeom>
          <a:solidFill>
            <a:srgbClr val="0F766E"/>
          </a:solidFill>
          <a:ln w="12700">
            <a:solidFill>
              <a:srgbClr val="0F766E"/>
            </a:solidFill>
            <a:prstDash val="solid"/>
          </a:ln>
        </p:spPr>
        <p:txBody>
          <a:bodyPr/>
          <a:lstStyle/>
          <a:p>
            <a:endParaRPr lang="en-US"/>
          </a:p>
        </p:txBody>
      </p:sp>
      <p:sp>
        <p:nvSpPr>
          <p:cNvPr id="26" name="Text 15">
            <a:extLst>
              <a:ext uri="{FF2B5EF4-FFF2-40B4-BE49-F238E27FC236}">
                <a16:creationId xmlns:a16="http://schemas.microsoft.com/office/drawing/2014/main" id="{712D7E6D-6481-A359-1132-FAF787190719}"/>
              </a:ext>
            </a:extLst>
          </p:cNvPr>
          <p:cNvSpPr/>
          <p:nvPr/>
        </p:nvSpPr>
        <p:spPr>
          <a:xfrm>
            <a:off x="5063527" y="4499008"/>
            <a:ext cx="2231136" cy="1482692"/>
          </a:xfrm>
          <a:prstGeom prst="rect">
            <a:avLst/>
          </a:prstGeom>
          <a:noFill/>
          <a:ln/>
        </p:spPr>
        <p:txBody>
          <a:bodyPr wrap="square" lIns="0" tIns="0" rIns="0" bIns="0" rtlCol="0" anchor="ctr"/>
          <a:lstStyle/>
          <a:p>
            <a:pPr marL="0" indent="0">
              <a:buNone/>
            </a:pPr>
            <a:r>
              <a:rPr lang="en-US" sz="1700" dirty="0">
                <a:solidFill>
                  <a:srgbClr val="10253E"/>
                </a:solidFill>
              </a:rPr>
              <a:t>It should not require central review of every artifact.</a:t>
            </a:r>
            <a:endParaRPr lang="en-US" sz="1700" dirty="0"/>
          </a:p>
        </p:txBody>
      </p:sp>
      <p:sp>
        <p:nvSpPr>
          <p:cNvPr id="27" name="Shape 16">
            <a:extLst>
              <a:ext uri="{FF2B5EF4-FFF2-40B4-BE49-F238E27FC236}">
                <a16:creationId xmlns:a16="http://schemas.microsoft.com/office/drawing/2014/main" id="{744623E4-5E89-D8CB-3DC4-87D68218F01B}"/>
              </a:ext>
            </a:extLst>
          </p:cNvPr>
          <p:cNvSpPr/>
          <p:nvPr/>
        </p:nvSpPr>
        <p:spPr>
          <a:xfrm>
            <a:off x="8071903" y="2671224"/>
            <a:ext cx="2926080" cy="3474720"/>
          </a:xfrm>
          <a:prstGeom prst="roundRect">
            <a:avLst>
              <a:gd name="adj" fmla="val 1875"/>
            </a:avLst>
          </a:prstGeom>
          <a:solidFill>
            <a:srgbClr val="FFFFFF"/>
          </a:solidFill>
          <a:ln w="12700">
            <a:solidFill>
              <a:srgbClr val="C7D4E3"/>
            </a:solidFill>
            <a:prstDash val="solid"/>
          </a:ln>
          <a:effectLst>
            <a:outerShdw blurRad="19050" dist="7620" dir="2700000" algn="bl" rotWithShape="0">
              <a:srgbClr val="7A8CA5">
                <a:alpha val="14000"/>
              </a:srgbClr>
            </a:outerShdw>
          </a:effectLst>
        </p:spPr>
        <p:txBody>
          <a:bodyPr/>
          <a:lstStyle/>
          <a:p>
            <a:endParaRPr lang="en-US"/>
          </a:p>
        </p:txBody>
      </p:sp>
      <p:sp>
        <p:nvSpPr>
          <p:cNvPr id="28" name="Shape 17">
            <a:extLst>
              <a:ext uri="{FF2B5EF4-FFF2-40B4-BE49-F238E27FC236}">
                <a16:creationId xmlns:a16="http://schemas.microsoft.com/office/drawing/2014/main" id="{4FD1D09A-E6CB-F9B9-5E32-DC16E09D18A1}"/>
              </a:ext>
            </a:extLst>
          </p:cNvPr>
          <p:cNvSpPr/>
          <p:nvPr/>
        </p:nvSpPr>
        <p:spPr>
          <a:xfrm>
            <a:off x="8273071" y="2918112"/>
            <a:ext cx="822960" cy="347472"/>
          </a:xfrm>
          <a:prstGeom prst="roundRect">
            <a:avLst>
              <a:gd name="adj" fmla="val 15789"/>
            </a:avLst>
          </a:prstGeom>
          <a:solidFill>
            <a:srgbClr val="C98B2E"/>
          </a:solidFill>
          <a:ln w="12700">
            <a:solidFill>
              <a:srgbClr val="C98B2E"/>
            </a:solidFill>
            <a:prstDash val="solid"/>
          </a:ln>
        </p:spPr>
        <p:txBody>
          <a:bodyPr/>
          <a:lstStyle/>
          <a:p>
            <a:endParaRPr lang="en-US" sz="2400"/>
          </a:p>
        </p:txBody>
      </p:sp>
      <p:sp>
        <p:nvSpPr>
          <p:cNvPr id="29" name="Text 18">
            <a:extLst>
              <a:ext uri="{FF2B5EF4-FFF2-40B4-BE49-F238E27FC236}">
                <a16:creationId xmlns:a16="http://schemas.microsoft.com/office/drawing/2014/main" id="{CA5631EF-8DEE-F1F5-45C0-7A1D540FFDB0}"/>
              </a:ext>
            </a:extLst>
          </p:cNvPr>
          <p:cNvSpPr/>
          <p:nvPr/>
        </p:nvSpPr>
        <p:spPr>
          <a:xfrm>
            <a:off x="8382799" y="2991264"/>
            <a:ext cx="603504" cy="146304"/>
          </a:xfrm>
          <a:prstGeom prst="rect">
            <a:avLst/>
          </a:prstGeom>
          <a:noFill/>
          <a:ln/>
        </p:spPr>
        <p:txBody>
          <a:bodyPr wrap="square" lIns="0" tIns="0" rIns="0" bIns="0" rtlCol="0" anchor="ctr"/>
          <a:lstStyle/>
          <a:p>
            <a:pPr marL="0" indent="0" algn="ctr">
              <a:buNone/>
            </a:pPr>
            <a:r>
              <a:rPr lang="en-US" sz="1600" b="1" dirty="0">
                <a:solidFill>
                  <a:srgbClr val="FFFFFF"/>
                </a:solidFill>
              </a:rPr>
              <a:t>Agility</a:t>
            </a:r>
            <a:endParaRPr lang="en-US" sz="1600" dirty="0"/>
          </a:p>
        </p:txBody>
      </p:sp>
      <p:sp>
        <p:nvSpPr>
          <p:cNvPr id="30" name="Shape 19">
            <a:extLst>
              <a:ext uri="{FF2B5EF4-FFF2-40B4-BE49-F238E27FC236}">
                <a16:creationId xmlns:a16="http://schemas.microsoft.com/office/drawing/2014/main" id="{1AE44C0A-E233-565F-F610-31DFD6B7D9A0}"/>
              </a:ext>
            </a:extLst>
          </p:cNvPr>
          <p:cNvSpPr/>
          <p:nvPr/>
        </p:nvSpPr>
        <p:spPr>
          <a:xfrm>
            <a:off x="8327935" y="3576480"/>
            <a:ext cx="91440" cy="91440"/>
          </a:xfrm>
          <a:prstGeom prst="ellipse">
            <a:avLst/>
          </a:prstGeom>
          <a:solidFill>
            <a:srgbClr val="C98B2E"/>
          </a:solidFill>
          <a:ln w="12700">
            <a:solidFill>
              <a:srgbClr val="C98B2E"/>
            </a:solidFill>
            <a:prstDash val="solid"/>
          </a:ln>
        </p:spPr>
        <p:txBody>
          <a:bodyPr/>
          <a:lstStyle/>
          <a:p>
            <a:endParaRPr lang="en-US"/>
          </a:p>
        </p:txBody>
      </p:sp>
      <p:sp>
        <p:nvSpPr>
          <p:cNvPr id="31" name="Text 20">
            <a:extLst>
              <a:ext uri="{FF2B5EF4-FFF2-40B4-BE49-F238E27FC236}">
                <a16:creationId xmlns:a16="http://schemas.microsoft.com/office/drawing/2014/main" id="{CE6E4B44-F288-8C6A-0E80-6E7D5C1C3A19}"/>
              </a:ext>
            </a:extLst>
          </p:cNvPr>
          <p:cNvSpPr/>
          <p:nvPr/>
        </p:nvSpPr>
        <p:spPr>
          <a:xfrm>
            <a:off x="8492527" y="3747262"/>
            <a:ext cx="2231136" cy="524002"/>
          </a:xfrm>
          <a:prstGeom prst="rect">
            <a:avLst/>
          </a:prstGeom>
          <a:noFill/>
          <a:ln/>
        </p:spPr>
        <p:txBody>
          <a:bodyPr wrap="square" lIns="0" tIns="0" rIns="0" bIns="0" rtlCol="0" anchor="ctr"/>
          <a:lstStyle/>
          <a:p>
            <a:pPr marL="0" indent="0">
              <a:buNone/>
            </a:pPr>
            <a:r>
              <a:rPr lang="en-US" sz="1700" dirty="0">
                <a:solidFill>
                  <a:srgbClr val="10253E"/>
                </a:solidFill>
              </a:rPr>
              <a:t>Teams move faster when standards are reusable and production promotion is predictable.</a:t>
            </a:r>
            <a:endParaRPr lang="en-US" sz="1700" dirty="0"/>
          </a:p>
        </p:txBody>
      </p:sp>
      <p:sp>
        <p:nvSpPr>
          <p:cNvPr id="32" name="Shape 21">
            <a:extLst>
              <a:ext uri="{FF2B5EF4-FFF2-40B4-BE49-F238E27FC236}">
                <a16:creationId xmlns:a16="http://schemas.microsoft.com/office/drawing/2014/main" id="{961CDE37-2EC9-0731-FD2F-E90639C8EB45}"/>
              </a:ext>
            </a:extLst>
          </p:cNvPr>
          <p:cNvSpPr/>
          <p:nvPr/>
        </p:nvSpPr>
        <p:spPr>
          <a:xfrm>
            <a:off x="8327935" y="4671060"/>
            <a:ext cx="91440" cy="91440"/>
          </a:xfrm>
          <a:prstGeom prst="ellipse">
            <a:avLst/>
          </a:prstGeom>
          <a:solidFill>
            <a:srgbClr val="C98B2E"/>
          </a:solidFill>
          <a:ln w="12700">
            <a:solidFill>
              <a:srgbClr val="C98B2E"/>
            </a:solidFill>
            <a:prstDash val="solid"/>
          </a:ln>
        </p:spPr>
        <p:txBody>
          <a:bodyPr/>
          <a:lstStyle/>
          <a:p>
            <a:endParaRPr lang="en-US"/>
          </a:p>
        </p:txBody>
      </p:sp>
      <p:sp>
        <p:nvSpPr>
          <p:cNvPr id="33" name="Text 22">
            <a:extLst>
              <a:ext uri="{FF2B5EF4-FFF2-40B4-BE49-F238E27FC236}">
                <a16:creationId xmlns:a16="http://schemas.microsoft.com/office/drawing/2014/main" id="{82E9A549-05E6-C18B-6367-86EC7A5AA098}"/>
              </a:ext>
            </a:extLst>
          </p:cNvPr>
          <p:cNvSpPr/>
          <p:nvPr/>
        </p:nvSpPr>
        <p:spPr>
          <a:xfrm>
            <a:off x="8492527" y="4380992"/>
            <a:ext cx="2231136" cy="1219708"/>
          </a:xfrm>
          <a:prstGeom prst="rect">
            <a:avLst/>
          </a:prstGeom>
          <a:noFill/>
          <a:ln/>
        </p:spPr>
        <p:txBody>
          <a:bodyPr wrap="square" lIns="0" tIns="0" rIns="0" bIns="0" rtlCol="0" anchor="ctr"/>
          <a:lstStyle/>
          <a:p>
            <a:pPr marL="0" indent="0">
              <a:buNone/>
            </a:pPr>
            <a:r>
              <a:rPr lang="en-US" sz="1700" dirty="0">
                <a:solidFill>
                  <a:srgbClr val="10253E"/>
                </a:solidFill>
              </a:rPr>
              <a:t>The platform team standardizes; domain teams deliver.</a:t>
            </a:r>
            <a:endParaRPr lang="en-US" sz="1700" dirty="0"/>
          </a:p>
        </p:txBody>
      </p:sp>
      <p:sp>
        <p:nvSpPr>
          <p:cNvPr id="34" name="Text 23">
            <a:extLst>
              <a:ext uri="{FF2B5EF4-FFF2-40B4-BE49-F238E27FC236}">
                <a16:creationId xmlns:a16="http://schemas.microsoft.com/office/drawing/2014/main" id="{57BEAF99-7622-C86B-1554-E5A3B2C1B475}"/>
              </a:ext>
            </a:extLst>
          </p:cNvPr>
          <p:cNvSpPr/>
          <p:nvPr/>
        </p:nvSpPr>
        <p:spPr>
          <a:xfrm>
            <a:off x="1232190" y="6488923"/>
            <a:ext cx="2273009" cy="223107"/>
          </a:xfrm>
          <a:prstGeom prst="rect">
            <a:avLst/>
          </a:prstGeom>
          <a:noFill/>
          <a:ln/>
        </p:spPr>
        <p:txBody>
          <a:bodyPr wrap="square" lIns="0" tIns="0" rIns="0" bIns="0" rtlCol="0" anchor="ctr"/>
          <a:lstStyle/>
          <a:p>
            <a:pPr marL="0" indent="0">
              <a:buNone/>
            </a:pPr>
            <a:r>
              <a:rPr lang="en-US" sz="2400" b="1" dirty="0">
                <a:solidFill>
                  <a:schemeClr val="bg1"/>
                </a:solidFill>
              </a:rPr>
              <a:t>Core principle</a:t>
            </a:r>
            <a:endParaRPr lang="en-US" sz="2400" dirty="0">
              <a:solidFill>
                <a:schemeClr val="bg1"/>
              </a:solidFill>
            </a:endParaRPr>
          </a:p>
        </p:txBody>
      </p:sp>
      <p:sp>
        <p:nvSpPr>
          <p:cNvPr id="35" name="Text 24">
            <a:extLst>
              <a:ext uri="{FF2B5EF4-FFF2-40B4-BE49-F238E27FC236}">
                <a16:creationId xmlns:a16="http://schemas.microsoft.com/office/drawing/2014/main" id="{70B7E75F-575F-CDBB-B7EC-44C62047F32E}"/>
              </a:ext>
            </a:extLst>
          </p:cNvPr>
          <p:cNvSpPr/>
          <p:nvPr/>
        </p:nvSpPr>
        <p:spPr>
          <a:xfrm>
            <a:off x="1219200" y="6972300"/>
            <a:ext cx="10789920" cy="411480"/>
          </a:xfrm>
          <a:prstGeom prst="rect">
            <a:avLst/>
          </a:prstGeom>
          <a:noFill/>
          <a:ln/>
        </p:spPr>
        <p:txBody>
          <a:bodyPr wrap="square" lIns="0" tIns="0" rIns="0" bIns="0" rtlCol="0" anchor="ctr"/>
          <a:lstStyle/>
          <a:p>
            <a:pPr marL="0" indent="0">
              <a:buNone/>
            </a:pPr>
            <a:r>
              <a:rPr lang="en-US" dirty="0">
                <a:solidFill>
                  <a:schemeClr val="bg1"/>
                </a:solidFill>
              </a:rPr>
              <a:t>The target state is not “less governance.” It is governance that is embedded into workspace patterns, capacity segmentation, and deployment paths.</a:t>
            </a:r>
          </a:p>
        </p:txBody>
      </p:sp>
    </p:spTree>
    <p:extLst>
      <p:ext uri="{BB962C8B-B14F-4D97-AF65-F5344CB8AC3E}">
        <p14:creationId xmlns:p14="http://schemas.microsoft.com/office/powerpoint/2010/main" val="21446896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342F82C-B289-83DD-CFD6-CFF655B3D27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CB0F343-66E1-DDED-B023-7704240ACE57}"/>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D3360F83-6E58-752D-386B-486B87FE5C79}"/>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0E12E07F-2BCC-486C-36B0-E53723213CC3}"/>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407598A3-5995-141D-BC8D-7A761596E1F4}"/>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3B658060-BEEA-F38E-73E4-C59845428F9D}"/>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7782D863-2020-02F0-BAD8-EEA802A50280}"/>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739D5C21-D6CE-E600-6C42-F6A081F71B29}"/>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D8C0F9B6-1AEC-C5FA-4755-70DC47F87AE7}"/>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3D0100FE-B2CC-BC51-414C-759CDD10F078}"/>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53</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D3312768-FBF9-2680-33EC-7808BA1DB337}"/>
              </a:ext>
            </a:extLst>
          </p:cNvPr>
          <p:cNvSpPr/>
          <p:nvPr/>
        </p:nvSpPr>
        <p:spPr>
          <a:xfrm>
            <a:off x="1022215" y="1595628"/>
            <a:ext cx="8046720"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How Fabric capacity really behaves</a:t>
            </a:r>
            <a:endParaRPr lang="en-US" sz="3600" dirty="0">
              <a:solidFill>
                <a:schemeClr val="bg1"/>
              </a:solidFill>
            </a:endParaRPr>
          </a:p>
        </p:txBody>
      </p:sp>
      <p:sp>
        <p:nvSpPr>
          <p:cNvPr id="12" name="Text 1">
            <a:extLst>
              <a:ext uri="{FF2B5EF4-FFF2-40B4-BE49-F238E27FC236}">
                <a16:creationId xmlns:a16="http://schemas.microsoft.com/office/drawing/2014/main" id="{377408ED-A57E-BEA4-3FB8-DB03948329FA}"/>
              </a:ext>
            </a:extLst>
          </p:cNvPr>
          <p:cNvSpPr/>
          <p:nvPr/>
        </p:nvSpPr>
        <p:spPr>
          <a:xfrm>
            <a:off x="1049646" y="2144268"/>
            <a:ext cx="13580753" cy="256032"/>
          </a:xfrm>
          <a:prstGeom prst="rect">
            <a:avLst/>
          </a:prstGeom>
          <a:noFill/>
          <a:ln/>
        </p:spPr>
        <p:txBody>
          <a:bodyPr wrap="square" lIns="0" tIns="0" rIns="0" bIns="0" rtlCol="0" anchor="ctr"/>
          <a:lstStyle/>
          <a:p>
            <a:pPr marL="0" indent="0">
              <a:buNone/>
            </a:pPr>
            <a:r>
              <a:rPr lang="en-US" sz="2800" dirty="0">
                <a:solidFill>
                  <a:schemeClr val="bg1"/>
                </a:solidFill>
              </a:rPr>
              <a:t>Economics depend on concurrency, workload mix, and throttling at the capacity boundary</a:t>
            </a:r>
          </a:p>
        </p:txBody>
      </p:sp>
      <p:sp>
        <p:nvSpPr>
          <p:cNvPr id="13" name="Shape 2">
            <a:extLst>
              <a:ext uri="{FF2B5EF4-FFF2-40B4-BE49-F238E27FC236}">
                <a16:creationId xmlns:a16="http://schemas.microsoft.com/office/drawing/2014/main" id="{2A72C8D6-E31B-87C7-BD29-628F4A779AD1}"/>
              </a:ext>
            </a:extLst>
          </p:cNvPr>
          <p:cNvSpPr/>
          <p:nvPr/>
        </p:nvSpPr>
        <p:spPr>
          <a:xfrm>
            <a:off x="3564247" y="3474720"/>
            <a:ext cx="310896" cy="0"/>
          </a:xfrm>
          <a:prstGeom prst="line">
            <a:avLst/>
          </a:prstGeom>
          <a:noFill/>
          <a:ln w="25400">
            <a:solidFill>
              <a:srgbClr val="C7D4E3"/>
            </a:solidFill>
            <a:prstDash val="solid"/>
            <a:tailEnd type="triangle"/>
          </a:ln>
        </p:spPr>
        <p:txBody>
          <a:bodyPr/>
          <a:lstStyle/>
          <a:p>
            <a:endParaRPr lang="en-US"/>
          </a:p>
        </p:txBody>
      </p:sp>
      <p:sp>
        <p:nvSpPr>
          <p:cNvPr id="14" name="Shape 3">
            <a:extLst>
              <a:ext uri="{FF2B5EF4-FFF2-40B4-BE49-F238E27FC236}">
                <a16:creationId xmlns:a16="http://schemas.microsoft.com/office/drawing/2014/main" id="{BF20F4FB-68E6-E8F6-AE99-5FF90D22A5C8}"/>
              </a:ext>
            </a:extLst>
          </p:cNvPr>
          <p:cNvSpPr/>
          <p:nvPr/>
        </p:nvSpPr>
        <p:spPr>
          <a:xfrm>
            <a:off x="6353167" y="3474720"/>
            <a:ext cx="310896" cy="0"/>
          </a:xfrm>
          <a:prstGeom prst="line">
            <a:avLst/>
          </a:prstGeom>
          <a:noFill/>
          <a:ln w="25400">
            <a:solidFill>
              <a:srgbClr val="C7D4E3"/>
            </a:solidFill>
            <a:prstDash val="solid"/>
            <a:tailEnd type="triangle"/>
          </a:ln>
        </p:spPr>
        <p:txBody>
          <a:bodyPr/>
          <a:lstStyle/>
          <a:p>
            <a:endParaRPr lang="en-US"/>
          </a:p>
        </p:txBody>
      </p:sp>
      <p:sp>
        <p:nvSpPr>
          <p:cNvPr id="15" name="Shape 4">
            <a:extLst>
              <a:ext uri="{FF2B5EF4-FFF2-40B4-BE49-F238E27FC236}">
                <a16:creationId xmlns:a16="http://schemas.microsoft.com/office/drawing/2014/main" id="{7A7B06FC-B6F4-EDAB-E6B9-D082B0C77CCC}"/>
              </a:ext>
            </a:extLst>
          </p:cNvPr>
          <p:cNvSpPr/>
          <p:nvPr/>
        </p:nvSpPr>
        <p:spPr>
          <a:xfrm>
            <a:off x="9142087" y="3474720"/>
            <a:ext cx="310896" cy="0"/>
          </a:xfrm>
          <a:prstGeom prst="line">
            <a:avLst/>
          </a:prstGeom>
          <a:noFill/>
          <a:ln w="25400">
            <a:solidFill>
              <a:srgbClr val="C7D4E3"/>
            </a:solidFill>
            <a:prstDash val="solid"/>
            <a:tailEnd type="triangle"/>
          </a:ln>
        </p:spPr>
        <p:txBody>
          <a:bodyPr/>
          <a:lstStyle/>
          <a:p>
            <a:endParaRPr lang="en-US"/>
          </a:p>
        </p:txBody>
      </p:sp>
      <p:sp>
        <p:nvSpPr>
          <p:cNvPr id="16" name="Shape 5">
            <a:extLst>
              <a:ext uri="{FF2B5EF4-FFF2-40B4-BE49-F238E27FC236}">
                <a16:creationId xmlns:a16="http://schemas.microsoft.com/office/drawing/2014/main" id="{28F9BDED-1975-1A85-EE9B-B439C9A9D1BD}"/>
              </a:ext>
            </a:extLst>
          </p:cNvPr>
          <p:cNvSpPr/>
          <p:nvPr/>
        </p:nvSpPr>
        <p:spPr>
          <a:xfrm>
            <a:off x="1205095" y="2766060"/>
            <a:ext cx="2286000" cy="1417320"/>
          </a:xfrm>
          <a:prstGeom prst="roundRect">
            <a:avLst>
              <a:gd name="adj" fmla="val 3226"/>
            </a:avLst>
          </a:prstGeom>
          <a:solidFill>
            <a:srgbClr val="DDEAF7"/>
          </a:solidFill>
          <a:ln w="15240">
            <a:solidFill>
              <a:srgbClr val="C7D4E3"/>
            </a:solidFill>
            <a:prstDash val="solid"/>
          </a:ln>
        </p:spPr>
        <p:txBody>
          <a:bodyPr/>
          <a:lstStyle/>
          <a:p>
            <a:endParaRPr lang="en-US"/>
          </a:p>
        </p:txBody>
      </p:sp>
      <p:sp>
        <p:nvSpPr>
          <p:cNvPr id="17" name="Text 6">
            <a:extLst>
              <a:ext uri="{FF2B5EF4-FFF2-40B4-BE49-F238E27FC236}">
                <a16:creationId xmlns:a16="http://schemas.microsoft.com/office/drawing/2014/main" id="{4AE7DC94-93A8-BA3F-ADF3-DF7CFA075148}"/>
              </a:ext>
            </a:extLst>
          </p:cNvPr>
          <p:cNvSpPr/>
          <p:nvPr/>
        </p:nvSpPr>
        <p:spPr>
          <a:xfrm>
            <a:off x="1369687" y="3095244"/>
            <a:ext cx="1956816" cy="640080"/>
          </a:xfrm>
          <a:prstGeom prst="rect">
            <a:avLst/>
          </a:prstGeom>
          <a:noFill/>
          <a:ln/>
        </p:spPr>
        <p:txBody>
          <a:bodyPr wrap="square" lIns="0" tIns="0" rIns="0" bIns="0" rtlCol="0" anchor="ctr"/>
          <a:lstStyle/>
          <a:p>
            <a:pPr marL="0" indent="0" algn="ctr">
              <a:buNone/>
            </a:pPr>
            <a:r>
              <a:rPr lang="en-US" sz="1800" dirty="0">
                <a:solidFill>
                  <a:srgbClr val="10253E"/>
                </a:solidFill>
              </a:rPr>
              <a:t>Interactive queries</a:t>
            </a:r>
            <a:endParaRPr lang="en-US" sz="1800" dirty="0"/>
          </a:p>
          <a:p>
            <a:pPr marL="0" indent="0" algn="ctr">
              <a:buNone/>
            </a:pPr>
            <a:r>
              <a:rPr lang="en-US" sz="1800" dirty="0">
                <a:solidFill>
                  <a:srgbClr val="10253E"/>
                </a:solidFill>
              </a:rPr>
              <a:t>+ report use</a:t>
            </a:r>
            <a:endParaRPr lang="en-US" sz="1800" dirty="0"/>
          </a:p>
        </p:txBody>
      </p:sp>
      <p:sp>
        <p:nvSpPr>
          <p:cNvPr id="18" name="Shape 7">
            <a:extLst>
              <a:ext uri="{FF2B5EF4-FFF2-40B4-BE49-F238E27FC236}">
                <a16:creationId xmlns:a16="http://schemas.microsoft.com/office/drawing/2014/main" id="{F46AD1E4-6192-E046-4365-133E2DF65BE9}"/>
              </a:ext>
            </a:extLst>
          </p:cNvPr>
          <p:cNvSpPr/>
          <p:nvPr/>
        </p:nvSpPr>
        <p:spPr>
          <a:xfrm>
            <a:off x="3994015" y="2766060"/>
            <a:ext cx="2286000" cy="1417320"/>
          </a:xfrm>
          <a:prstGeom prst="roundRect">
            <a:avLst>
              <a:gd name="adj" fmla="val 3226"/>
            </a:avLst>
          </a:prstGeom>
          <a:solidFill>
            <a:srgbClr val="DBF0EE"/>
          </a:solidFill>
          <a:ln w="15240">
            <a:solidFill>
              <a:srgbClr val="C7D4E3"/>
            </a:solidFill>
            <a:prstDash val="solid"/>
          </a:ln>
        </p:spPr>
        <p:txBody>
          <a:bodyPr/>
          <a:lstStyle/>
          <a:p>
            <a:endParaRPr lang="en-US"/>
          </a:p>
        </p:txBody>
      </p:sp>
      <p:sp>
        <p:nvSpPr>
          <p:cNvPr id="19" name="Text 8">
            <a:extLst>
              <a:ext uri="{FF2B5EF4-FFF2-40B4-BE49-F238E27FC236}">
                <a16:creationId xmlns:a16="http://schemas.microsoft.com/office/drawing/2014/main" id="{560958E0-D7F4-B268-37B5-792843E5B1D3}"/>
              </a:ext>
            </a:extLst>
          </p:cNvPr>
          <p:cNvSpPr/>
          <p:nvPr/>
        </p:nvSpPr>
        <p:spPr>
          <a:xfrm>
            <a:off x="4158607" y="3095244"/>
            <a:ext cx="1956816" cy="640080"/>
          </a:xfrm>
          <a:prstGeom prst="rect">
            <a:avLst/>
          </a:prstGeom>
          <a:noFill/>
          <a:ln/>
        </p:spPr>
        <p:txBody>
          <a:bodyPr wrap="square" lIns="0" tIns="0" rIns="0" bIns="0" rtlCol="0" anchor="ctr"/>
          <a:lstStyle/>
          <a:p>
            <a:pPr marL="0" indent="0" algn="ctr">
              <a:buNone/>
            </a:pPr>
            <a:r>
              <a:rPr lang="en-US" sz="1800" dirty="0">
                <a:solidFill>
                  <a:srgbClr val="10253E"/>
                </a:solidFill>
              </a:rPr>
              <a:t>Pipelines, refreshes,</a:t>
            </a:r>
            <a:endParaRPr lang="en-US" sz="1800" dirty="0"/>
          </a:p>
          <a:p>
            <a:pPr marL="0" indent="0" algn="ctr">
              <a:buNone/>
            </a:pPr>
            <a:r>
              <a:rPr lang="en-US" sz="1800" dirty="0">
                <a:solidFill>
                  <a:srgbClr val="10253E"/>
                </a:solidFill>
              </a:rPr>
              <a:t>notebooks, engineering jobs</a:t>
            </a:r>
            <a:endParaRPr lang="en-US" sz="1800" dirty="0"/>
          </a:p>
        </p:txBody>
      </p:sp>
      <p:sp>
        <p:nvSpPr>
          <p:cNvPr id="20" name="Shape 9">
            <a:extLst>
              <a:ext uri="{FF2B5EF4-FFF2-40B4-BE49-F238E27FC236}">
                <a16:creationId xmlns:a16="http://schemas.microsoft.com/office/drawing/2014/main" id="{A2B92F4F-7C52-46C2-E90F-A421A355157A}"/>
              </a:ext>
            </a:extLst>
          </p:cNvPr>
          <p:cNvSpPr/>
          <p:nvPr/>
        </p:nvSpPr>
        <p:spPr>
          <a:xfrm>
            <a:off x="6782935" y="2766060"/>
            <a:ext cx="2286000" cy="1417320"/>
          </a:xfrm>
          <a:prstGeom prst="roundRect">
            <a:avLst>
              <a:gd name="adj" fmla="val 3226"/>
            </a:avLst>
          </a:prstGeom>
          <a:solidFill>
            <a:srgbClr val="FFF0D9"/>
          </a:solidFill>
          <a:ln w="15240">
            <a:solidFill>
              <a:srgbClr val="C7D4E3"/>
            </a:solidFill>
            <a:prstDash val="solid"/>
          </a:ln>
        </p:spPr>
        <p:txBody>
          <a:bodyPr/>
          <a:lstStyle/>
          <a:p>
            <a:endParaRPr lang="en-US"/>
          </a:p>
        </p:txBody>
      </p:sp>
      <p:sp>
        <p:nvSpPr>
          <p:cNvPr id="21" name="Text 10">
            <a:extLst>
              <a:ext uri="{FF2B5EF4-FFF2-40B4-BE49-F238E27FC236}">
                <a16:creationId xmlns:a16="http://schemas.microsoft.com/office/drawing/2014/main" id="{3189A4CD-B345-CFE1-BE7B-4E8BEF7CAD16}"/>
              </a:ext>
            </a:extLst>
          </p:cNvPr>
          <p:cNvSpPr/>
          <p:nvPr/>
        </p:nvSpPr>
        <p:spPr>
          <a:xfrm>
            <a:off x="6947527" y="3095244"/>
            <a:ext cx="1956816" cy="640080"/>
          </a:xfrm>
          <a:prstGeom prst="rect">
            <a:avLst/>
          </a:prstGeom>
          <a:noFill/>
          <a:ln/>
        </p:spPr>
        <p:txBody>
          <a:bodyPr wrap="square" lIns="0" tIns="0" rIns="0" bIns="0" rtlCol="0" anchor="ctr"/>
          <a:lstStyle/>
          <a:p>
            <a:pPr marL="0" indent="0" algn="ctr">
              <a:buNone/>
            </a:pPr>
            <a:r>
              <a:rPr lang="en-US" sz="1800" b="1" dirty="0">
                <a:solidFill>
                  <a:srgbClr val="10253E"/>
                </a:solidFill>
              </a:rPr>
              <a:t>Shared capacity</a:t>
            </a:r>
            <a:endParaRPr lang="en-US" sz="1800" dirty="0"/>
          </a:p>
          <a:p>
            <a:pPr marL="0" indent="0" algn="ctr">
              <a:buNone/>
            </a:pPr>
            <a:r>
              <a:rPr lang="en-US" sz="1800" b="1" dirty="0">
                <a:solidFill>
                  <a:srgbClr val="10253E"/>
                </a:solidFill>
              </a:rPr>
              <a:t>compute pool</a:t>
            </a:r>
            <a:endParaRPr lang="en-US" sz="1800" dirty="0"/>
          </a:p>
        </p:txBody>
      </p:sp>
      <p:sp>
        <p:nvSpPr>
          <p:cNvPr id="22" name="Shape 11">
            <a:extLst>
              <a:ext uri="{FF2B5EF4-FFF2-40B4-BE49-F238E27FC236}">
                <a16:creationId xmlns:a16="http://schemas.microsoft.com/office/drawing/2014/main" id="{6E80E9F6-12B3-90C7-BA89-1C2540AAE09C}"/>
              </a:ext>
            </a:extLst>
          </p:cNvPr>
          <p:cNvSpPr/>
          <p:nvPr/>
        </p:nvSpPr>
        <p:spPr>
          <a:xfrm>
            <a:off x="9571855" y="2766060"/>
            <a:ext cx="2286000" cy="1417320"/>
          </a:xfrm>
          <a:prstGeom prst="roundRect">
            <a:avLst>
              <a:gd name="adj" fmla="val 3226"/>
            </a:avLst>
          </a:prstGeom>
          <a:solidFill>
            <a:srgbClr val="F8D9D7"/>
          </a:solidFill>
          <a:ln w="15240">
            <a:solidFill>
              <a:srgbClr val="C7D4E3"/>
            </a:solidFill>
            <a:prstDash val="solid"/>
          </a:ln>
        </p:spPr>
        <p:txBody>
          <a:bodyPr/>
          <a:lstStyle/>
          <a:p>
            <a:endParaRPr lang="en-US"/>
          </a:p>
        </p:txBody>
      </p:sp>
      <p:sp>
        <p:nvSpPr>
          <p:cNvPr id="23" name="Text 12">
            <a:extLst>
              <a:ext uri="{FF2B5EF4-FFF2-40B4-BE49-F238E27FC236}">
                <a16:creationId xmlns:a16="http://schemas.microsoft.com/office/drawing/2014/main" id="{D8498E42-628A-1D05-7865-CF398AA55B18}"/>
              </a:ext>
            </a:extLst>
          </p:cNvPr>
          <p:cNvSpPr/>
          <p:nvPr/>
        </p:nvSpPr>
        <p:spPr>
          <a:xfrm>
            <a:off x="9736447" y="3095244"/>
            <a:ext cx="1956816" cy="640080"/>
          </a:xfrm>
          <a:prstGeom prst="rect">
            <a:avLst/>
          </a:prstGeom>
          <a:noFill/>
          <a:ln/>
        </p:spPr>
        <p:txBody>
          <a:bodyPr wrap="square" lIns="0" tIns="0" rIns="0" bIns="0" rtlCol="0" anchor="ctr"/>
          <a:lstStyle/>
          <a:p>
            <a:pPr marL="0" indent="0" algn="ctr">
              <a:buNone/>
            </a:pPr>
            <a:r>
              <a:rPr lang="en-US" sz="1800" b="1" dirty="0">
                <a:solidFill>
                  <a:srgbClr val="10253E"/>
                </a:solidFill>
              </a:rPr>
              <a:t>Overload signal:</a:t>
            </a:r>
            <a:endParaRPr lang="en-US" sz="1800" dirty="0"/>
          </a:p>
          <a:p>
            <a:pPr marL="0" indent="0" algn="ctr">
              <a:buNone/>
            </a:pPr>
            <a:r>
              <a:rPr lang="en-US" sz="1800" b="1" dirty="0">
                <a:solidFill>
                  <a:srgbClr val="10253E"/>
                </a:solidFill>
              </a:rPr>
              <a:t>throttling</a:t>
            </a:r>
            <a:endParaRPr lang="en-US" sz="1800" dirty="0"/>
          </a:p>
        </p:txBody>
      </p:sp>
      <p:sp>
        <p:nvSpPr>
          <p:cNvPr id="24" name="Text 13">
            <a:extLst>
              <a:ext uri="{FF2B5EF4-FFF2-40B4-BE49-F238E27FC236}">
                <a16:creationId xmlns:a16="http://schemas.microsoft.com/office/drawing/2014/main" id="{1188F1EA-39D2-6B23-0321-04B16D5FC131}"/>
              </a:ext>
            </a:extLst>
          </p:cNvPr>
          <p:cNvSpPr/>
          <p:nvPr/>
        </p:nvSpPr>
        <p:spPr>
          <a:xfrm>
            <a:off x="1387974" y="5097779"/>
            <a:ext cx="2726825" cy="310891"/>
          </a:xfrm>
          <a:prstGeom prst="rect">
            <a:avLst/>
          </a:prstGeom>
          <a:noFill/>
          <a:ln/>
        </p:spPr>
        <p:txBody>
          <a:bodyPr wrap="square" lIns="0" tIns="0" rIns="0" bIns="0" rtlCol="0" anchor="ctr"/>
          <a:lstStyle/>
          <a:p>
            <a:pPr marL="0" indent="0">
              <a:buNone/>
            </a:pPr>
            <a:r>
              <a:rPr lang="en-US" b="1" dirty="0">
                <a:solidFill>
                  <a:schemeClr val="bg1"/>
                </a:solidFill>
              </a:rPr>
              <a:t>Implications for cost</a:t>
            </a:r>
            <a:endParaRPr lang="en-US" dirty="0">
              <a:solidFill>
                <a:schemeClr val="bg1"/>
              </a:solidFill>
            </a:endParaRPr>
          </a:p>
        </p:txBody>
      </p:sp>
      <p:sp>
        <p:nvSpPr>
          <p:cNvPr id="25" name="Shape 14">
            <a:extLst>
              <a:ext uri="{FF2B5EF4-FFF2-40B4-BE49-F238E27FC236}">
                <a16:creationId xmlns:a16="http://schemas.microsoft.com/office/drawing/2014/main" id="{F84292F6-B183-556B-9B02-827F65379559}"/>
              </a:ext>
            </a:extLst>
          </p:cNvPr>
          <p:cNvSpPr/>
          <p:nvPr/>
        </p:nvSpPr>
        <p:spPr>
          <a:xfrm>
            <a:off x="1387975" y="5509260"/>
            <a:ext cx="91440" cy="91440"/>
          </a:xfrm>
          <a:prstGeom prst="ellipse">
            <a:avLst/>
          </a:prstGeom>
          <a:solidFill>
            <a:srgbClr val="173B63"/>
          </a:solidFill>
          <a:ln w="12700">
            <a:solidFill>
              <a:srgbClr val="173B63"/>
            </a:solidFill>
            <a:prstDash val="solid"/>
          </a:ln>
        </p:spPr>
        <p:txBody>
          <a:bodyPr/>
          <a:lstStyle/>
          <a:p>
            <a:endParaRPr lang="en-US"/>
          </a:p>
        </p:txBody>
      </p:sp>
      <p:sp>
        <p:nvSpPr>
          <p:cNvPr id="26" name="Text 15">
            <a:extLst>
              <a:ext uri="{FF2B5EF4-FFF2-40B4-BE49-F238E27FC236}">
                <a16:creationId xmlns:a16="http://schemas.microsoft.com/office/drawing/2014/main" id="{3373A24A-282C-153C-259C-A87503496EFB}"/>
              </a:ext>
            </a:extLst>
          </p:cNvPr>
          <p:cNvSpPr/>
          <p:nvPr/>
        </p:nvSpPr>
        <p:spPr>
          <a:xfrm>
            <a:off x="1552567" y="5324094"/>
            <a:ext cx="4590288" cy="465582"/>
          </a:xfrm>
          <a:prstGeom prst="rect">
            <a:avLst/>
          </a:prstGeom>
          <a:noFill/>
          <a:ln/>
        </p:spPr>
        <p:txBody>
          <a:bodyPr wrap="square" lIns="0" tIns="0" rIns="0" bIns="0" rtlCol="0" anchor="ctr"/>
          <a:lstStyle/>
          <a:p>
            <a:pPr marL="0" indent="0">
              <a:buNone/>
            </a:pPr>
            <a:r>
              <a:rPr lang="en-US" dirty="0">
                <a:solidFill>
                  <a:schemeClr val="bg1"/>
                </a:solidFill>
              </a:rPr>
              <a:t>Bursts can hide poor scheduling in pilots.</a:t>
            </a:r>
          </a:p>
        </p:txBody>
      </p:sp>
      <p:sp>
        <p:nvSpPr>
          <p:cNvPr id="27" name="Shape 16">
            <a:extLst>
              <a:ext uri="{FF2B5EF4-FFF2-40B4-BE49-F238E27FC236}">
                <a16:creationId xmlns:a16="http://schemas.microsoft.com/office/drawing/2014/main" id="{71CBE317-5105-7EF8-8B70-D693B61E08CB}"/>
              </a:ext>
            </a:extLst>
          </p:cNvPr>
          <p:cNvSpPr/>
          <p:nvPr/>
        </p:nvSpPr>
        <p:spPr>
          <a:xfrm>
            <a:off x="1387975" y="5905500"/>
            <a:ext cx="91440" cy="91440"/>
          </a:xfrm>
          <a:prstGeom prst="ellipse">
            <a:avLst/>
          </a:prstGeom>
          <a:solidFill>
            <a:srgbClr val="173B63"/>
          </a:solidFill>
          <a:ln w="12700">
            <a:solidFill>
              <a:srgbClr val="173B63"/>
            </a:solidFill>
            <a:prstDash val="solid"/>
          </a:ln>
        </p:spPr>
        <p:txBody>
          <a:bodyPr/>
          <a:lstStyle/>
          <a:p>
            <a:endParaRPr lang="en-US"/>
          </a:p>
        </p:txBody>
      </p:sp>
      <p:sp>
        <p:nvSpPr>
          <p:cNvPr id="28" name="Text 17">
            <a:extLst>
              <a:ext uri="{FF2B5EF4-FFF2-40B4-BE49-F238E27FC236}">
                <a16:creationId xmlns:a16="http://schemas.microsoft.com/office/drawing/2014/main" id="{52C32A9E-5E27-A37F-D3D6-308CC5CD07A0}"/>
              </a:ext>
            </a:extLst>
          </p:cNvPr>
          <p:cNvSpPr/>
          <p:nvPr/>
        </p:nvSpPr>
        <p:spPr>
          <a:xfrm>
            <a:off x="1552567" y="5835396"/>
            <a:ext cx="4590288" cy="465582"/>
          </a:xfrm>
          <a:prstGeom prst="rect">
            <a:avLst/>
          </a:prstGeom>
          <a:noFill/>
          <a:ln/>
        </p:spPr>
        <p:txBody>
          <a:bodyPr wrap="square" lIns="0" tIns="0" rIns="0" bIns="0" rtlCol="0" anchor="ctr"/>
          <a:lstStyle/>
          <a:p>
            <a:pPr marL="0" indent="0">
              <a:buNone/>
            </a:pPr>
            <a:r>
              <a:rPr lang="en-US" dirty="0">
                <a:solidFill>
                  <a:schemeClr val="bg1"/>
                </a:solidFill>
              </a:rPr>
              <a:t>Production pain appears when teams collide in the same compute window.</a:t>
            </a:r>
          </a:p>
        </p:txBody>
      </p:sp>
      <p:sp>
        <p:nvSpPr>
          <p:cNvPr id="29" name="Shape 18">
            <a:extLst>
              <a:ext uri="{FF2B5EF4-FFF2-40B4-BE49-F238E27FC236}">
                <a16:creationId xmlns:a16="http://schemas.microsoft.com/office/drawing/2014/main" id="{933B664D-66FF-FD80-ACB9-0FCBF0BBA084}"/>
              </a:ext>
            </a:extLst>
          </p:cNvPr>
          <p:cNvSpPr/>
          <p:nvPr/>
        </p:nvSpPr>
        <p:spPr>
          <a:xfrm>
            <a:off x="1387975" y="6438900"/>
            <a:ext cx="91440" cy="91440"/>
          </a:xfrm>
          <a:prstGeom prst="ellipse">
            <a:avLst/>
          </a:prstGeom>
          <a:solidFill>
            <a:srgbClr val="173B63"/>
          </a:solidFill>
          <a:ln w="12700">
            <a:solidFill>
              <a:srgbClr val="173B63"/>
            </a:solidFill>
            <a:prstDash val="solid"/>
          </a:ln>
        </p:spPr>
        <p:txBody>
          <a:bodyPr/>
          <a:lstStyle/>
          <a:p>
            <a:endParaRPr lang="en-US"/>
          </a:p>
        </p:txBody>
      </p:sp>
      <p:sp>
        <p:nvSpPr>
          <p:cNvPr id="30" name="Text 19">
            <a:extLst>
              <a:ext uri="{FF2B5EF4-FFF2-40B4-BE49-F238E27FC236}">
                <a16:creationId xmlns:a16="http://schemas.microsoft.com/office/drawing/2014/main" id="{37F8719D-B578-8172-EDC9-66B81975DA5F}"/>
              </a:ext>
            </a:extLst>
          </p:cNvPr>
          <p:cNvSpPr/>
          <p:nvPr/>
        </p:nvSpPr>
        <p:spPr>
          <a:xfrm>
            <a:off x="1552567" y="6430518"/>
            <a:ext cx="4590288" cy="465582"/>
          </a:xfrm>
          <a:prstGeom prst="rect">
            <a:avLst/>
          </a:prstGeom>
          <a:noFill/>
          <a:ln/>
        </p:spPr>
        <p:txBody>
          <a:bodyPr wrap="square" lIns="0" tIns="0" rIns="0" bIns="0" rtlCol="0" anchor="ctr"/>
          <a:lstStyle/>
          <a:p>
            <a:pPr marL="0" indent="0">
              <a:buNone/>
            </a:pPr>
            <a:r>
              <a:rPr lang="en-US" dirty="0">
                <a:solidFill>
                  <a:schemeClr val="bg1"/>
                </a:solidFill>
              </a:rPr>
              <a:t>Missed SLAs can cost more than the saved SKU spend.</a:t>
            </a:r>
          </a:p>
        </p:txBody>
      </p:sp>
      <p:sp>
        <p:nvSpPr>
          <p:cNvPr id="31" name="Text 20">
            <a:extLst>
              <a:ext uri="{FF2B5EF4-FFF2-40B4-BE49-F238E27FC236}">
                <a16:creationId xmlns:a16="http://schemas.microsoft.com/office/drawing/2014/main" id="{C0823489-9AB0-C262-F6A3-931F7442DF66}"/>
              </a:ext>
            </a:extLst>
          </p:cNvPr>
          <p:cNvSpPr/>
          <p:nvPr/>
        </p:nvSpPr>
        <p:spPr>
          <a:xfrm>
            <a:off x="6874374" y="5097779"/>
            <a:ext cx="3412625" cy="226307"/>
          </a:xfrm>
          <a:prstGeom prst="rect">
            <a:avLst/>
          </a:prstGeom>
          <a:noFill/>
          <a:ln/>
        </p:spPr>
        <p:txBody>
          <a:bodyPr wrap="square" lIns="0" tIns="0" rIns="0" bIns="0" rtlCol="0" anchor="ctr"/>
          <a:lstStyle/>
          <a:p>
            <a:pPr marL="0" indent="0">
              <a:buNone/>
            </a:pPr>
            <a:r>
              <a:rPr lang="en-US" b="1" dirty="0">
                <a:solidFill>
                  <a:schemeClr val="bg1"/>
                </a:solidFill>
              </a:rPr>
              <a:t>What to watch operationally</a:t>
            </a:r>
            <a:endParaRPr lang="en-US" dirty="0">
              <a:solidFill>
                <a:schemeClr val="bg1"/>
              </a:solidFill>
            </a:endParaRPr>
          </a:p>
        </p:txBody>
      </p:sp>
      <p:sp>
        <p:nvSpPr>
          <p:cNvPr id="32" name="Shape 21">
            <a:extLst>
              <a:ext uri="{FF2B5EF4-FFF2-40B4-BE49-F238E27FC236}">
                <a16:creationId xmlns:a16="http://schemas.microsoft.com/office/drawing/2014/main" id="{295F822D-80A6-F221-8039-A0213D634FC6}"/>
              </a:ext>
            </a:extLst>
          </p:cNvPr>
          <p:cNvSpPr/>
          <p:nvPr/>
        </p:nvSpPr>
        <p:spPr>
          <a:xfrm>
            <a:off x="6874375" y="5509260"/>
            <a:ext cx="91440" cy="91440"/>
          </a:xfrm>
          <a:prstGeom prst="ellipse">
            <a:avLst/>
          </a:prstGeom>
          <a:solidFill>
            <a:srgbClr val="0F766E"/>
          </a:solidFill>
          <a:ln w="12700">
            <a:solidFill>
              <a:srgbClr val="0F766E"/>
            </a:solidFill>
            <a:prstDash val="solid"/>
          </a:ln>
        </p:spPr>
        <p:txBody>
          <a:bodyPr/>
          <a:lstStyle/>
          <a:p>
            <a:endParaRPr lang="en-US"/>
          </a:p>
        </p:txBody>
      </p:sp>
      <p:sp>
        <p:nvSpPr>
          <p:cNvPr id="33" name="Text 22">
            <a:extLst>
              <a:ext uri="{FF2B5EF4-FFF2-40B4-BE49-F238E27FC236}">
                <a16:creationId xmlns:a16="http://schemas.microsoft.com/office/drawing/2014/main" id="{20BCE99F-39FA-BA1B-0D03-225F598BCD9C}"/>
              </a:ext>
            </a:extLst>
          </p:cNvPr>
          <p:cNvSpPr/>
          <p:nvPr/>
        </p:nvSpPr>
        <p:spPr>
          <a:xfrm>
            <a:off x="7038967" y="5324094"/>
            <a:ext cx="4544568" cy="465582"/>
          </a:xfrm>
          <a:prstGeom prst="rect">
            <a:avLst/>
          </a:prstGeom>
          <a:noFill/>
          <a:ln/>
        </p:spPr>
        <p:txBody>
          <a:bodyPr wrap="square" lIns="0" tIns="0" rIns="0" bIns="0" rtlCol="0" anchor="ctr"/>
          <a:lstStyle/>
          <a:p>
            <a:pPr marL="0" indent="0">
              <a:buNone/>
            </a:pPr>
            <a:r>
              <a:rPr lang="en-US" dirty="0">
                <a:solidFill>
                  <a:schemeClr val="bg1"/>
                </a:solidFill>
              </a:rPr>
              <a:t>Top-consuming workspaces and item types</a:t>
            </a:r>
          </a:p>
        </p:txBody>
      </p:sp>
      <p:sp>
        <p:nvSpPr>
          <p:cNvPr id="34" name="Shape 23">
            <a:extLst>
              <a:ext uri="{FF2B5EF4-FFF2-40B4-BE49-F238E27FC236}">
                <a16:creationId xmlns:a16="http://schemas.microsoft.com/office/drawing/2014/main" id="{6CA98BF6-7F3E-3BF8-E0FD-9A77062C8BDA}"/>
              </a:ext>
            </a:extLst>
          </p:cNvPr>
          <p:cNvSpPr/>
          <p:nvPr/>
        </p:nvSpPr>
        <p:spPr>
          <a:xfrm>
            <a:off x="6874375" y="6042660"/>
            <a:ext cx="91440" cy="91440"/>
          </a:xfrm>
          <a:prstGeom prst="ellipse">
            <a:avLst/>
          </a:prstGeom>
          <a:solidFill>
            <a:srgbClr val="0F766E"/>
          </a:solidFill>
          <a:ln w="12700">
            <a:solidFill>
              <a:srgbClr val="0F766E"/>
            </a:solidFill>
            <a:prstDash val="solid"/>
          </a:ln>
        </p:spPr>
        <p:txBody>
          <a:bodyPr/>
          <a:lstStyle/>
          <a:p>
            <a:endParaRPr lang="en-US"/>
          </a:p>
        </p:txBody>
      </p:sp>
      <p:sp>
        <p:nvSpPr>
          <p:cNvPr id="35" name="Text 24">
            <a:extLst>
              <a:ext uri="{FF2B5EF4-FFF2-40B4-BE49-F238E27FC236}">
                <a16:creationId xmlns:a16="http://schemas.microsoft.com/office/drawing/2014/main" id="{C3432F33-2447-9984-A6A5-DCE6810C1074}"/>
              </a:ext>
            </a:extLst>
          </p:cNvPr>
          <p:cNvSpPr/>
          <p:nvPr/>
        </p:nvSpPr>
        <p:spPr>
          <a:xfrm>
            <a:off x="7038967" y="5835396"/>
            <a:ext cx="4544568" cy="465582"/>
          </a:xfrm>
          <a:prstGeom prst="rect">
            <a:avLst/>
          </a:prstGeom>
          <a:noFill/>
          <a:ln/>
        </p:spPr>
        <p:txBody>
          <a:bodyPr wrap="square" lIns="0" tIns="0" rIns="0" bIns="0" rtlCol="0" anchor="ctr"/>
          <a:lstStyle/>
          <a:p>
            <a:pPr marL="0" indent="0">
              <a:buNone/>
            </a:pPr>
            <a:r>
              <a:rPr lang="en-US" dirty="0">
                <a:solidFill>
                  <a:schemeClr val="bg1"/>
                </a:solidFill>
              </a:rPr>
              <a:t>Time-of-day spikes and month-end collisions</a:t>
            </a:r>
          </a:p>
        </p:txBody>
      </p:sp>
      <p:sp>
        <p:nvSpPr>
          <p:cNvPr id="36" name="Shape 25">
            <a:extLst>
              <a:ext uri="{FF2B5EF4-FFF2-40B4-BE49-F238E27FC236}">
                <a16:creationId xmlns:a16="http://schemas.microsoft.com/office/drawing/2014/main" id="{AECFC780-2AE6-C5AC-433B-6D78ECB31616}"/>
              </a:ext>
            </a:extLst>
          </p:cNvPr>
          <p:cNvSpPr/>
          <p:nvPr/>
        </p:nvSpPr>
        <p:spPr>
          <a:xfrm>
            <a:off x="6874375" y="6499860"/>
            <a:ext cx="91440" cy="91440"/>
          </a:xfrm>
          <a:prstGeom prst="ellipse">
            <a:avLst/>
          </a:prstGeom>
          <a:solidFill>
            <a:srgbClr val="0F766E"/>
          </a:solidFill>
          <a:ln w="12700">
            <a:solidFill>
              <a:srgbClr val="0F766E"/>
            </a:solidFill>
            <a:prstDash val="solid"/>
          </a:ln>
        </p:spPr>
        <p:txBody>
          <a:bodyPr/>
          <a:lstStyle/>
          <a:p>
            <a:endParaRPr lang="en-US"/>
          </a:p>
        </p:txBody>
      </p:sp>
      <p:sp>
        <p:nvSpPr>
          <p:cNvPr id="37" name="Text 26">
            <a:extLst>
              <a:ext uri="{FF2B5EF4-FFF2-40B4-BE49-F238E27FC236}">
                <a16:creationId xmlns:a16="http://schemas.microsoft.com/office/drawing/2014/main" id="{C4C01B82-21CC-34A1-0AC4-3FE3662D54AD}"/>
              </a:ext>
            </a:extLst>
          </p:cNvPr>
          <p:cNvSpPr/>
          <p:nvPr/>
        </p:nvSpPr>
        <p:spPr>
          <a:xfrm>
            <a:off x="7038967" y="6346698"/>
            <a:ext cx="4544568" cy="465582"/>
          </a:xfrm>
          <a:prstGeom prst="rect">
            <a:avLst/>
          </a:prstGeom>
          <a:noFill/>
          <a:ln/>
        </p:spPr>
        <p:txBody>
          <a:bodyPr wrap="square" lIns="0" tIns="0" rIns="0" bIns="0" rtlCol="0" anchor="ctr"/>
          <a:lstStyle/>
          <a:p>
            <a:pPr marL="0" indent="0">
              <a:buNone/>
            </a:pPr>
            <a:r>
              <a:rPr lang="en-US" dirty="0">
                <a:solidFill>
                  <a:schemeClr val="bg1"/>
                </a:solidFill>
              </a:rPr>
              <a:t>When to optimize, isolate, reschedule, or resize</a:t>
            </a:r>
          </a:p>
        </p:txBody>
      </p:sp>
    </p:spTree>
    <p:extLst>
      <p:ext uri="{BB962C8B-B14F-4D97-AF65-F5344CB8AC3E}">
        <p14:creationId xmlns:p14="http://schemas.microsoft.com/office/powerpoint/2010/main" val="25546998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ED8AC61-C024-5FE2-716B-5EB6B01F946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34C27B8-8C9F-A01E-22D7-A02311B13C56}"/>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874E8A7E-E55D-C01E-7859-254D7AA9F7FE}"/>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9BFD901E-5605-A506-2157-C4A1B409FFA5}"/>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E0941DE1-283C-C519-30C6-D2FAFA07B225}"/>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47A53285-7487-C99B-7B57-69F2750C3EEE}"/>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56F0C679-20C4-0E67-EDBF-3FB8685BAAEE}"/>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053A9306-3C37-01FE-DD59-57108E39BA79}"/>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F9BDC428-6EED-3341-5DB0-D8FA70CAD826}"/>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E04E87E8-2D93-A577-1C79-213B556E3E70}"/>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54</a:t>
            </a:fld>
            <a:endParaRPr lang="en-US" sz="2400" dirty="0">
              <a:solidFill>
                <a:srgbClr val="FFFFFF"/>
              </a:solidFill>
              <a:latin typeface="Outfit"/>
              <a:ea typeface="Outfit"/>
              <a:cs typeface="Outfit"/>
              <a:sym typeface="Outfit"/>
            </a:endParaRPr>
          </a:p>
        </p:txBody>
      </p:sp>
      <p:sp>
        <p:nvSpPr>
          <p:cNvPr id="36" name="Text 0">
            <a:extLst>
              <a:ext uri="{FF2B5EF4-FFF2-40B4-BE49-F238E27FC236}">
                <a16:creationId xmlns:a16="http://schemas.microsoft.com/office/drawing/2014/main" id="{7681E314-3D39-BD36-670F-A94726682FCE}"/>
              </a:ext>
            </a:extLst>
          </p:cNvPr>
          <p:cNvSpPr/>
          <p:nvPr/>
        </p:nvSpPr>
        <p:spPr>
          <a:xfrm>
            <a:off x="1089714" y="1287780"/>
            <a:ext cx="10873686"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Bursting and Smoothing in Fabric</a:t>
            </a:r>
            <a:endParaRPr lang="en-US" sz="3600" dirty="0">
              <a:solidFill>
                <a:schemeClr val="bg1"/>
              </a:solidFill>
            </a:endParaRPr>
          </a:p>
        </p:txBody>
      </p:sp>
      <p:sp>
        <p:nvSpPr>
          <p:cNvPr id="37" name="Text 1">
            <a:extLst>
              <a:ext uri="{FF2B5EF4-FFF2-40B4-BE49-F238E27FC236}">
                <a16:creationId xmlns:a16="http://schemas.microsoft.com/office/drawing/2014/main" id="{1CC147C8-C864-92EA-84B6-DEC4CB1B61B9}"/>
              </a:ext>
            </a:extLst>
          </p:cNvPr>
          <p:cNvSpPr/>
          <p:nvPr/>
        </p:nvSpPr>
        <p:spPr>
          <a:xfrm>
            <a:off x="1089714" y="2022348"/>
            <a:ext cx="15140886"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dirty="0">
                <a:solidFill>
                  <a:schemeClr val="bg1"/>
                </a:solidFill>
                <a:latin typeface="Aptos" pitchFamily="34" charset="0"/>
                <a:ea typeface="Aptos" pitchFamily="34" charset="-122"/>
                <a:cs typeface="Aptos" pitchFamily="34" charset="-120"/>
              </a:rPr>
              <a:t>Bursting helps jobs finish faster. Smoothing spreads the capacity charge over time so short peaks do not immediately cause throttling.</a:t>
            </a:r>
            <a:endParaRPr lang="en-US" sz="2800" dirty="0">
              <a:solidFill>
                <a:schemeClr val="bg1"/>
              </a:solidFill>
            </a:endParaRPr>
          </a:p>
        </p:txBody>
      </p:sp>
      <p:sp>
        <p:nvSpPr>
          <p:cNvPr id="38" name="Shape 2">
            <a:extLst>
              <a:ext uri="{FF2B5EF4-FFF2-40B4-BE49-F238E27FC236}">
                <a16:creationId xmlns:a16="http://schemas.microsoft.com/office/drawing/2014/main" id="{1863A357-F84E-680B-30EF-C9F435F35822}"/>
              </a:ext>
            </a:extLst>
          </p:cNvPr>
          <p:cNvSpPr/>
          <p:nvPr/>
        </p:nvSpPr>
        <p:spPr>
          <a:xfrm>
            <a:off x="1089714" y="2857500"/>
            <a:ext cx="3749040" cy="4526280"/>
          </a:xfrm>
          <a:prstGeom prst="roundRect">
            <a:avLst>
              <a:gd name="adj" fmla="val 1951"/>
            </a:avLst>
          </a:prstGeom>
          <a:solidFill>
            <a:srgbClr val="FFFFFF"/>
          </a:solidFill>
          <a:ln w="15240">
            <a:solidFill>
              <a:srgbClr val="D0D5DD"/>
            </a:solidFill>
            <a:prstDash val="solid"/>
          </a:ln>
          <a:effectLst>
            <a:outerShdw blurRad="19050" dist="6350" dir="2700000" algn="bl" rotWithShape="0">
              <a:srgbClr val="000000">
                <a:alpha val="12000"/>
              </a:srgbClr>
            </a:outerShdw>
          </a:effectLst>
        </p:spPr>
        <p:txBody>
          <a:bodyPr/>
          <a:lstStyle/>
          <a:p>
            <a:endParaRPr lang="en-US"/>
          </a:p>
        </p:txBody>
      </p:sp>
      <p:sp>
        <p:nvSpPr>
          <p:cNvPr id="39" name="Text 3">
            <a:extLst>
              <a:ext uri="{FF2B5EF4-FFF2-40B4-BE49-F238E27FC236}">
                <a16:creationId xmlns:a16="http://schemas.microsoft.com/office/drawing/2014/main" id="{0BEB2345-9427-A596-14D4-C5CB47641FA1}"/>
              </a:ext>
            </a:extLst>
          </p:cNvPr>
          <p:cNvSpPr/>
          <p:nvPr/>
        </p:nvSpPr>
        <p:spPr>
          <a:xfrm>
            <a:off x="1318314" y="3104388"/>
            <a:ext cx="256032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F172A"/>
                </a:solidFill>
              </a:rPr>
              <a:t>What is bursting?</a:t>
            </a:r>
            <a:endParaRPr lang="en-US" dirty="0"/>
          </a:p>
        </p:txBody>
      </p:sp>
      <p:sp>
        <p:nvSpPr>
          <p:cNvPr id="40" name="Text 4">
            <a:extLst>
              <a:ext uri="{FF2B5EF4-FFF2-40B4-BE49-F238E27FC236}">
                <a16:creationId xmlns:a16="http://schemas.microsoft.com/office/drawing/2014/main" id="{FFC5CE7A-345A-1101-0195-05ACAB912ECF}"/>
              </a:ext>
            </a:extLst>
          </p:cNvPr>
          <p:cNvSpPr/>
          <p:nvPr/>
        </p:nvSpPr>
        <p:spPr>
          <a:xfrm>
            <a:off x="1318314" y="3451860"/>
            <a:ext cx="3154680" cy="7315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344054"/>
                </a:solidFill>
              </a:rPr>
              <a:t>Definition: </a:t>
            </a:r>
            <a:r>
              <a:rPr lang="en-US" sz="1600" dirty="0">
                <a:solidFill>
                  <a:srgbClr val="344054"/>
                </a:solidFill>
              </a:rPr>
              <a:t>Fabric can temporarily let a workload consume more than its baseline capacity so the work completes faster.</a:t>
            </a:r>
            <a:endParaRPr lang="en-US" sz="1600" dirty="0"/>
          </a:p>
        </p:txBody>
      </p:sp>
      <p:sp>
        <p:nvSpPr>
          <p:cNvPr id="41" name="Text 5">
            <a:extLst>
              <a:ext uri="{FF2B5EF4-FFF2-40B4-BE49-F238E27FC236}">
                <a16:creationId xmlns:a16="http://schemas.microsoft.com/office/drawing/2014/main" id="{65D1E80F-A081-BB3E-190F-E04A6CC50E02}"/>
              </a:ext>
            </a:extLst>
          </p:cNvPr>
          <p:cNvSpPr/>
          <p:nvPr/>
        </p:nvSpPr>
        <p:spPr>
          <a:xfrm>
            <a:off x="1318314" y="4457700"/>
            <a:ext cx="3154680" cy="7315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344054"/>
                </a:solidFill>
              </a:rPr>
              <a:t>Why it exists: </a:t>
            </a:r>
            <a:r>
              <a:rPr lang="en-US" sz="1600" dirty="0">
                <a:solidFill>
                  <a:srgbClr val="344054"/>
                </a:solidFill>
              </a:rPr>
              <a:t>it absorbs short spikes instead of forcing you to size only for peak demand.</a:t>
            </a:r>
            <a:endParaRPr lang="en-US" sz="1600" dirty="0"/>
          </a:p>
        </p:txBody>
      </p:sp>
      <p:sp>
        <p:nvSpPr>
          <p:cNvPr id="42" name="Text 6">
            <a:extLst>
              <a:ext uri="{FF2B5EF4-FFF2-40B4-BE49-F238E27FC236}">
                <a16:creationId xmlns:a16="http://schemas.microsoft.com/office/drawing/2014/main" id="{3A8C54A6-D65D-977B-AF31-05983093DC7B}"/>
              </a:ext>
            </a:extLst>
          </p:cNvPr>
          <p:cNvSpPr/>
          <p:nvPr/>
        </p:nvSpPr>
        <p:spPr>
          <a:xfrm>
            <a:off x="1318314" y="5244084"/>
            <a:ext cx="3154680" cy="7315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344054"/>
                </a:solidFill>
              </a:rPr>
              <a:t>Key point: </a:t>
            </a:r>
            <a:r>
              <a:rPr lang="en-US" sz="1600" dirty="0">
                <a:solidFill>
                  <a:srgbClr val="344054"/>
                </a:solidFill>
              </a:rPr>
              <a:t>bursting changes how fast work can run; it is about performance and concurrency in the moment.</a:t>
            </a:r>
            <a:endParaRPr lang="en-US" sz="1600" dirty="0"/>
          </a:p>
        </p:txBody>
      </p:sp>
      <p:sp>
        <p:nvSpPr>
          <p:cNvPr id="43" name="Shape 7">
            <a:extLst>
              <a:ext uri="{FF2B5EF4-FFF2-40B4-BE49-F238E27FC236}">
                <a16:creationId xmlns:a16="http://schemas.microsoft.com/office/drawing/2014/main" id="{718F7C15-6C83-F4FA-5A65-51E17DF7E265}"/>
              </a:ext>
            </a:extLst>
          </p:cNvPr>
          <p:cNvSpPr/>
          <p:nvPr/>
        </p:nvSpPr>
        <p:spPr>
          <a:xfrm>
            <a:off x="1318314" y="6176772"/>
            <a:ext cx="3108960" cy="868680"/>
          </a:xfrm>
          <a:prstGeom prst="roundRect">
            <a:avLst>
              <a:gd name="adj" fmla="val 6316"/>
            </a:avLst>
          </a:prstGeom>
          <a:solidFill>
            <a:srgbClr val="EFF6FF"/>
          </a:solidFill>
          <a:ln w="12700">
            <a:solidFill>
              <a:srgbClr val="93C5FD"/>
            </a:solidFill>
            <a:prstDash val="solid"/>
          </a:ln>
        </p:spPr>
        <p:txBody>
          <a:bodyPr/>
          <a:lstStyle/>
          <a:p>
            <a:endParaRPr lang="en-US"/>
          </a:p>
        </p:txBody>
      </p:sp>
      <p:sp>
        <p:nvSpPr>
          <p:cNvPr id="44" name="Text 8">
            <a:extLst>
              <a:ext uri="{FF2B5EF4-FFF2-40B4-BE49-F238E27FC236}">
                <a16:creationId xmlns:a16="http://schemas.microsoft.com/office/drawing/2014/main" id="{A90A9876-AA31-E617-654F-CED89A35ABFE}"/>
              </a:ext>
            </a:extLst>
          </p:cNvPr>
          <p:cNvSpPr/>
          <p:nvPr/>
        </p:nvSpPr>
        <p:spPr>
          <a:xfrm>
            <a:off x="1501194" y="6451092"/>
            <a:ext cx="274320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i="1" dirty="0">
                <a:solidFill>
                  <a:srgbClr val="1D4ED8"/>
                </a:solidFill>
              </a:rPr>
              <a:t>Think: “Use extra horsepower now.”</a:t>
            </a:r>
            <a:endParaRPr lang="en-US" sz="1600" dirty="0"/>
          </a:p>
        </p:txBody>
      </p:sp>
      <p:sp>
        <p:nvSpPr>
          <p:cNvPr id="45" name="Shape 9">
            <a:extLst>
              <a:ext uri="{FF2B5EF4-FFF2-40B4-BE49-F238E27FC236}">
                <a16:creationId xmlns:a16="http://schemas.microsoft.com/office/drawing/2014/main" id="{77C3DFBF-45BF-0158-7091-4E01E94BCA08}"/>
              </a:ext>
            </a:extLst>
          </p:cNvPr>
          <p:cNvSpPr/>
          <p:nvPr/>
        </p:nvSpPr>
        <p:spPr>
          <a:xfrm>
            <a:off x="5113074" y="2857500"/>
            <a:ext cx="7159752" cy="4526280"/>
          </a:xfrm>
          <a:prstGeom prst="roundRect">
            <a:avLst>
              <a:gd name="adj" fmla="val 1616"/>
            </a:avLst>
          </a:prstGeom>
          <a:solidFill>
            <a:srgbClr val="FFFFFF"/>
          </a:solidFill>
          <a:ln w="15240">
            <a:solidFill>
              <a:srgbClr val="D0D5DD"/>
            </a:solidFill>
            <a:prstDash val="solid"/>
          </a:ln>
          <a:effectLst>
            <a:outerShdw blurRad="19050" dist="6350" dir="2700000" algn="bl" rotWithShape="0">
              <a:srgbClr val="000000">
                <a:alpha val="12000"/>
              </a:srgbClr>
            </a:outerShdw>
          </a:effectLst>
        </p:spPr>
        <p:txBody>
          <a:bodyPr/>
          <a:lstStyle/>
          <a:p>
            <a:endParaRPr lang="en-US"/>
          </a:p>
        </p:txBody>
      </p:sp>
      <p:sp>
        <p:nvSpPr>
          <p:cNvPr id="46" name="Text 10">
            <a:extLst>
              <a:ext uri="{FF2B5EF4-FFF2-40B4-BE49-F238E27FC236}">
                <a16:creationId xmlns:a16="http://schemas.microsoft.com/office/drawing/2014/main" id="{ABDDFAF3-226F-097E-328A-52FD1643D492}"/>
              </a:ext>
            </a:extLst>
          </p:cNvPr>
          <p:cNvSpPr/>
          <p:nvPr/>
        </p:nvSpPr>
        <p:spPr>
          <a:xfrm>
            <a:off x="5387394" y="3104388"/>
            <a:ext cx="256032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F172A"/>
                </a:solidFill>
              </a:rPr>
              <a:t>How smoothing works</a:t>
            </a:r>
            <a:endParaRPr lang="en-US" dirty="0"/>
          </a:p>
        </p:txBody>
      </p:sp>
      <p:sp>
        <p:nvSpPr>
          <p:cNvPr id="47" name="Text 11">
            <a:extLst>
              <a:ext uri="{FF2B5EF4-FFF2-40B4-BE49-F238E27FC236}">
                <a16:creationId xmlns:a16="http://schemas.microsoft.com/office/drawing/2014/main" id="{2B9C1C53-9A51-9000-2B7C-1930B104B12A}"/>
              </a:ext>
            </a:extLst>
          </p:cNvPr>
          <p:cNvSpPr/>
          <p:nvPr/>
        </p:nvSpPr>
        <p:spPr>
          <a:xfrm>
            <a:off x="5387394" y="3424428"/>
            <a:ext cx="64008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344054"/>
                </a:solidFill>
              </a:rPr>
              <a:t>A bursty job uses extra compute during execution, but Fabric evaluates the capacity consumption over time so one spike is less likely to trigger throttling.</a:t>
            </a:r>
            <a:endParaRPr lang="en-US" sz="1600" dirty="0"/>
          </a:p>
        </p:txBody>
      </p:sp>
      <p:sp>
        <p:nvSpPr>
          <p:cNvPr id="48" name="Shape 12">
            <a:extLst>
              <a:ext uri="{FF2B5EF4-FFF2-40B4-BE49-F238E27FC236}">
                <a16:creationId xmlns:a16="http://schemas.microsoft.com/office/drawing/2014/main" id="{F675C2B3-6A9C-98E9-C3D6-61F305AEC754}"/>
              </a:ext>
            </a:extLst>
          </p:cNvPr>
          <p:cNvSpPr/>
          <p:nvPr/>
        </p:nvSpPr>
        <p:spPr>
          <a:xfrm>
            <a:off x="5570274" y="6103620"/>
            <a:ext cx="6309360" cy="0"/>
          </a:xfrm>
          <a:prstGeom prst="line">
            <a:avLst/>
          </a:prstGeom>
          <a:noFill/>
          <a:ln w="15240">
            <a:solidFill>
              <a:srgbClr val="98A2B3"/>
            </a:solidFill>
            <a:prstDash val="solid"/>
          </a:ln>
        </p:spPr>
        <p:txBody>
          <a:bodyPr/>
          <a:lstStyle/>
          <a:p>
            <a:endParaRPr lang="en-US"/>
          </a:p>
        </p:txBody>
      </p:sp>
      <p:sp>
        <p:nvSpPr>
          <p:cNvPr id="49" name="Shape 13">
            <a:extLst>
              <a:ext uri="{FF2B5EF4-FFF2-40B4-BE49-F238E27FC236}">
                <a16:creationId xmlns:a16="http://schemas.microsoft.com/office/drawing/2014/main" id="{70472AAB-E0D8-A50C-6197-5F814CFFEC06}"/>
              </a:ext>
            </a:extLst>
          </p:cNvPr>
          <p:cNvSpPr/>
          <p:nvPr/>
        </p:nvSpPr>
        <p:spPr>
          <a:xfrm>
            <a:off x="5570274" y="4137660"/>
            <a:ext cx="0" cy="1965960"/>
          </a:xfrm>
          <a:prstGeom prst="line">
            <a:avLst/>
          </a:prstGeom>
          <a:noFill/>
          <a:ln w="15240">
            <a:solidFill>
              <a:srgbClr val="98A2B3"/>
            </a:solidFill>
            <a:prstDash val="solid"/>
          </a:ln>
        </p:spPr>
        <p:txBody>
          <a:bodyPr/>
          <a:lstStyle/>
          <a:p>
            <a:endParaRPr lang="en-US"/>
          </a:p>
        </p:txBody>
      </p:sp>
      <p:sp>
        <p:nvSpPr>
          <p:cNvPr id="50" name="Text 14">
            <a:extLst>
              <a:ext uri="{FF2B5EF4-FFF2-40B4-BE49-F238E27FC236}">
                <a16:creationId xmlns:a16="http://schemas.microsoft.com/office/drawing/2014/main" id="{C6847D83-B2E7-860E-9895-E9CC7428AAD5}"/>
              </a:ext>
            </a:extLst>
          </p:cNvPr>
          <p:cNvSpPr/>
          <p:nvPr/>
        </p:nvSpPr>
        <p:spPr>
          <a:xfrm rot="16200000">
            <a:off x="5029200" y="4805172"/>
            <a:ext cx="64008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667085"/>
                </a:solidFill>
              </a:rPr>
              <a:t>Capacity load</a:t>
            </a:r>
            <a:endParaRPr lang="en-US" sz="1400" dirty="0"/>
          </a:p>
        </p:txBody>
      </p:sp>
      <p:sp>
        <p:nvSpPr>
          <p:cNvPr id="51" name="Text 15">
            <a:extLst>
              <a:ext uri="{FF2B5EF4-FFF2-40B4-BE49-F238E27FC236}">
                <a16:creationId xmlns:a16="http://schemas.microsoft.com/office/drawing/2014/main" id="{C186855E-FE44-4013-3F2E-F0573765E33D}"/>
              </a:ext>
            </a:extLst>
          </p:cNvPr>
          <p:cNvSpPr/>
          <p:nvPr/>
        </p:nvSpPr>
        <p:spPr>
          <a:xfrm>
            <a:off x="8313474" y="6176772"/>
            <a:ext cx="45720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667085"/>
                </a:solidFill>
              </a:rPr>
              <a:t>Time</a:t>
            </a:r>
            <a:endParaRPr lang="en-US" sz="1400" dirty="0"/>
          </a:p>
        </p:txBody>
      </p:sp>
      <p:sp>
        <p:nvSpPr>
          <p:cNvPr id="52" name="Shape 16">
            <a:extLst>
              <a:ext uri="{FF2B5EF4-FFF2-40B4-BE49-F238E27FC236}">
                <a16:creationId xmlns:a16="http://schemas.microsoft.com/office/drawing/2014/main" id="{AE609C8E-A34D-3A62-D298-6261D429B7C9}"/>
              </a:ext>
            </a:extLst>
          </p:cNvPr>
          <p:cNvSpPr/>
          <p:nvPr/>
        </p:nvSpPr>
        <p:spPr>
          <a:xfrm>
            <a:off x="5570274" y="5445252"/>
            <a:ext cx="6309360" cy="0"/>
          </a:xfrm>
          <a:prstGeom prst="line">
            <a:avLst/>
          </a:prstGeom>
          <a:noFill/>
          <a:ln w="15240">
            <a:solidFill>
              <a:srgbClr val="CBD5E1"/>
            </a:solidFill>
            <a:prstDash val="solid"/>
          </a:ln>
        </p:spPr>
        <p:txBody>
          <a:bodyPr/>
          <a:lstStyle/>
          <a:p>
            <a:endParaRPr lang="en-US"/>
          </a:p>
        </p:txBody>
      </p:sp>
      <p:sp>
        <p:nvSpPr>
          <p:cNvPr id="53" name="Text 17">
            <a:extLst>
              <a:ext uri="{FF2B5EF4-FFF2-40B4-BE49-F238E27FC236}">
                <a16:creationId xmlns:a16="http://schemas.microsoft.com/office/drawing/2014/main" id="{668ADA23-AB51-7C61-5328-83024E6AD7C8}"/>
              </a:ext>
            </a:extLst>
          </p:cNvPr>
          <p:cNvSpPr/>
          <p:nvPr/>
        </p:nvSpPr>
        <p:spPr>
          <a:xfrm>
            <a:off x="11148114" y="5113020"/>
            <a:ext cx="100584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dirty="0">
                <a:solidFill>
                  <a:srgbClr val="64748B"/>
                </a:solidFill>
              </a:rPr>
              <a:t>Baseline capacity</a:t>
            </a:r>
            <a:endParaRPr lang="en-US" sz="1400" dirty="0"/>
          </a:p>
        </p:txBody>
      </p:sp>
      <p:pic>
        <p:nvPicPr>
          <p:cNvPr id="54" name="Image 0">
            <a:extLst>
              <a:ext uri="{FF2B5EF4-FFF2-40B4-BE49-F238E27FC236}">
                <a16:creationId xmlns:a16="http://schemas.microsoft.com/office/drawing/2014/main" id="{C3E3A9CB-63BA-BB42-2A43-37D502D501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70274" y="4137660"/>
            <a:ext cx="6309360" cy="1965960"/>
          </a:xfrm>
          <a:prstGeom prst="rect">
            <a:avLst/>
          </a:prstGeom>
        </p:spPr>
      </p:pic>
      <p:pic>
        <p:nvPicPr>
          <p:cNvPr id="55" name="Image 1">
            <a:extLst>
              <a:ext uri="{FF2B5EF4-FFF2-40B4-BE49-F238E27FC236}">
                <a16:creationId xmlns:a16="http://schemas.microsoft.com/office/drawing/2014/main" id="{17F9AB26-7A22-EB41-F45A-7F1BF2CC29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70274" y="4137660"/>
            <a:ext cx="6309360" cy="1965960"/>
          </a:xfrm>
          <a:prstGeom prst="rect">
            <a:avLst/>
          </a:prstGeom>
        </p:spPr>
      </p:pic>
      <p:sp>
        <p:nvSpPr>
          <p:cNvPr id="56" name="Shape 18">
            <a:extLst>
              <a:ext uri="{FF2B5EF4-FFF2-40B4-BE49-F238E27FC236}">
                <a16:creationId xmlns:a16="http://schemas.microsoft.com/office/drawing/2014/main" id="{F2A1048C-EF3A-07AE-34EB-74C3A476FA5B}"/>
              </a:ext>
            </a:extLst>
          </p:cNvPr>
          <p:cNvSpPr/>
          <p:nvPr/>
        </p:nvSpPr>
        <p:spPr>
          <a:xfrm>
            <a:off x="7627674" y="4238244"/>
            <a:ext cx="960120" cy="1417320"/>
          </a:xfrm>
          <a:prstGeom prst="rect">
            <a:avLst/>
          </a:prstGeom>
          <a:solidFill>
            <a:srgbClr val="FEF3C7">
              <a:alpha val="65000"/>
            </a:srgbClr>
          </a:solidFill>
          <a:ln w="12700">
            <a:solidFill>
              <a:srgbClr val="FCD34D">
                <a:alpha val="0"/>
              </a:srgbClr>
            </a:solidFill>
            <a:prstDash val="solid"/>
          </a:ln>
        </p:spPr>
        <p:txBody>
          <a:bodyPr/>
          <a:lstStyle/>
          <a:p>
            <a:endParaRPr lang="en-US"/>
          </a:p>
        </p:txBody>
      </p:sp>
      <p:sp>
        <p:nvSpPr>
          <p:cNvPr id="57" name="Text 19">
            <a:extLst>
              <a:ext uri="{FF2B5EF4-FFF2-40B4-BE49-F238E27FC236}">
                <a16:creationId xmlns:a16="http://schemas.microsoft.com/office/drawing/2014/main" id="{67FEE499-FAAC-1786-0E83-B61864EDE426}"/>
              </a:ext>
            </a:extLst>
          </p:cNvPr>
          <p:cNvSpPr/>
          <p:nvPr/>
        </p:nvSpPr>
        <p:spPr>
          <a:xfrm>
            <a:off x="7819698" y="4347972"/>
            <a:ext cx="59436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92400E"/>
                </a:solidFill>
              </a:rPr>
              <a:t>Burst</a:t>
            </a:r>
            <a:endParaRPr lang="en-US" sz="1400" dirty="0"/>
          </a:p>
          <a:p>
            <a:pPr marL="0" indent="0" algn="ctr">
              <a:buNone/>
            </a:pPr>
            <a:r>
              <a:rPr lang="en-US" sz="1400" b="1" dirty="0">
                <a:solidFill>
                  <a:srgbClr val="92400E"/>
                </a:solidFill>
              </a:rPr>
              <a:t>window</a:t>
            </a:r>
            <a:endParaRPr lang="en-US" sz="1400" dirty="0"/>
          </a:p>
        </p:txBody>
      </p:sp>
      <p:sp>
        <p:nvSpPr>
          <p:cNvPr id="58" name="Shape 20">
            <a:extLst>
              <a:ext uri="{FF2B5EF4-FFF2-40B4-BE49-F238E27FC236}">
                <a16:creationId xmlns:a16="http://schemas.microsoft.com/office/drawing/2014/main" id="{927AAD6A-6252-EC54-7542-1BE184F32829}"/>
              </a:ext>
            </a:extLst>
          </p:cNvPr>
          <p:cNvSpPr/>
          <p:nvPr/>
        </p:nvSpPr>
        <p:spPr>
          <a:xfrm>
            <a:off x="5478834" y="6539484"/>
            <a:ext cx="320040" cy="0"/>
          </a:xfrm>
          <a:prstGeom prst="line">
            <a:avLst/>
          </a:prstGeom>
          <a:noFill/>
          <a:ln w="44450">
            <a:solidFill>
              <a:srgbClr val="F59E0B"/>
            </a:solidFill>
            <a:prstDash val="solid"/>
          </a:ln>
        </p:spPr>
        <p:txBody>
          <a:bodyPr/>
          <a:lstStyle/>
          <a:p>
            <a:endParaRPr lang="en-US"/>
          </a:p>
        </p:txBody>
      </p:sp>
      <p:sp>
        <p:nvSpPr>
          <p:cNvPr id="59" name="Text 21">
            <a:extLst>
              <a:ext uri="{FF2B5EF4-FFF2-40B4-BE49-F238E27FC236}">
                <a16:creationId xmlns:a16="http://schemas.microsoft.com/office/drawing/2014/main" id="{6C0CDCCB-A6FF-43A1-C977-0B20E4E68CDB}"/>
              </a:ext>
            </a:extLst>
          </p:cNvPr>
          <p:cNvSpPr/>
          <p:nvPr/>
        </p:nvSpPr>
        <p:spPr>
          <a:xfrm>
            <a:off x="5872026" y="6438900"/>
            <a:ext cx="141732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dirty="0">
                <a:solidFill>
                  <a:srgbClr val="475467"/>
                </a:solidFill>
              </a:rPr>
              <a:t>Actual burst usage</a:t>
            </a:r>
            <a:endParaRPr lang="en-US" sz="1400" dirty="0"/>
          </a:p>
        </p:txBody>
      </p:sp>
      <p:sp>
        <p:nvSpPr>
          <p:cNvPr id="60" name="Shape 22">
            <a:extLst>
              <a:ext uri="{FF2B5EF4-FFF2-40B4-BE49-F238E27FC236}">
                <a16:creationId xmlns:a16="http://schemas.microsoft.com/office/drawing/2014/main" id="{050C1E0C-E402-5414-127F-DFD89AFFAECE}"/>
              </a:ext>
            </a:extLst>
          </p:cNvPr>
          <p:cNvSpPr/>
          <p:nvPr/>
        </p:nvSpPr>
        <p:spPr>
          <a:xfrm>
            <a:off x="7399074" y="6539484"/>
            <a:ext cx="320040" cy="0"/>
          </a:xfrm>
          <a:prstGeom prst="line">
            <a:avLst/>
          </a:prstGeom>
          <a:noFill/>
          <a:ln w="44450">
            <a:solidFill>
              <a:srgbClr val="2563EB"/>
            </a:solidFill>
            <a:prstDash val="solid"/>
          </a:ln>
        </p:spPr>
        <p:txBody>
          <a:bodyPr/>
          <a:lstStyle/>
          <a:p>
            <a:endParaRPr lang="en-US"/>
          </a:p>
        </p:txBody>
      </p:sp>
      <p:sp>
        <p:nvSpPr>
          <p:cNvPr id="61" name="Text 23">
            <a:extLst>
              <a:ext uri="{FF2B5EF4-FFF2-40B4-BE49-F238E27FC236}">
                <a16:creationId xmlns:a16="http://schemas.microsoft.com/office/drawing/2014/main" id="{2012C5AA-954A-5600-CC0E-F2FCBF9D4926}"/>
              </a:ext>
            </a:extLst>
          </p:cNvPr>
          <p:cNvSpPr/>
          <p:nvPr/>
        </p:nvSpPr>
        <p:spPr>
          <a:xfrm>
            <a:off x="7792266" y="6438900"/>
            <a:ext cx="160020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dirty="0">
                <a:solidFill>
                  <a:srgbClr val="475467"/>
                </a:solidFill>
              </a:rPr>
              <a:t>Smoothed accounting</a:t>
            </a:r>
            <a:endParaRPr lang="en-US" sz="1400" dirty="0"/>
          </a:p>
        </p:txBody>
      </p:sp>
      <p:sp>
        <p:nvSpPr>
          <p:cNvPr id="62" name="Shape 24">
            <a:extLst>
              <a:ext uri="{FF2B5EF4-FFF2-40B4-BE49-F238E27FC236}">
                <a16:creationId xmlns:a16="http://schemas.microsoft.com/office/drawing/2014/main" id="{31A2CFC9-5C95-CC4E-8C40-0973F81B0764}"/>
              </a:ext>
            </a:extLst>
          </p:cNvPr>
          <p:cNvSpPr/>
          <p:nvPr/>
        </p:nvSpPr>
        <p:spPr>
          <a:xfrm>
            <a:off x="9685074" y="6539484"/>
            <a:ext cx="320040" cy="0"/>
          </a:xfrm>
          <a:prstGeom prst="line">
            <a:avLst/>
          </a:prstGeom>
          <a:noFill/>
          <a:ln w="25400">
            <a:solidFill>
              <a:srgbClr val="CBD5E1"/>
            </a:solidFill>
            <a:prstDash val="solid"/>
          </a:ln>
        </p:spPr>
        <p:txBody>
          <a:bodyPr/>
          <a:lstStyle/>
          <a:p>
            <a:endParaRPr lang="en-US"/>
          </a:p>
        </p:txBody>
      </p:sp>
      <p:sp>
        <p:nvSpPr>
          <p:cNvPr id="63" name="Text 25">
            <a:extLst>
              <a:ext uri="{FF2B5EF4-FFF2-40B4-BE49-F238E27FC236}">
                <a16:creationId xmlns:a16="http://schemas.microsoft.com/office/drawing/2014/main" id="{A3B35B79-A18E-BAF5-BCEC-BEFD285D5705}"/>
              </a:ext>
            </a:extLst>
          </p:cNvPr>
          <p:cNvSpPr/>
          <p:nvPr/>
        </p:nvSpPr>
        <p:spPr>
          <a:xfrm>
            <a:off x="10078266" y="6438900"/>
            <a:ext cx="1801368" cy="17678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dirty="0">
                <a:solidFill>
                  <a:srgbClr val="475467"/>
                </a:solidFill>
              </a:rPr>
              <a:t>Purchased baseline</a:t>
            </a:r>
            <a:endParaRPr lang="en-US" sz="1400" dirty="0"/>
          </a:p>
        </p:txBody>
      </p:sp>
      <p:sp>
        <p:nvSpPr>
          <p:cNvPr id="64" name="Shape 26">
            <a:extLst>
              <a:ext uri="{FF2B5EF4-FFF2-40B4-BE49-F238E27FC236}">
                <a16:creationId xmlns:a16="http://schemas.microsoft.com/office/drawing/2014/main" id="{D504F978-C800-F579-5F5D-6A83EE6F3E81}"/>
              </a:ext>
            </a:extLst>
          </p:cNvPr>
          <p:cNvSpPr/>
          <p:nvPr/>
        </p:nvSpPr>
        <p:spPr>
          <a:xfrm>
            <a:off x="5387394" y="6798564"/>
            <a:ext cx="6652206" cy="384048"/>
          </a:xfrm>
          <a:prstGeom prst="roundRect">
            <a:avLst>
              <a:gd name="adj" fmla="val 9524"/>
            </a:avLst>
          </a:prstGeom>
          <a:solidFill>
            <a:srgbClr val="EEF2FF"/>
          </a:solidFill>
          <a:ln w="10160">
            <a:solidFill>
              <a:srgbClr val="C7D2FE"/>
            </a:solidFill>
            <a:prstDash val="solid"/>
          </a:ln>
        </p:spPr>
        <p:txBody>
          <a:bodyPr/>
          <a:lstStyle/>
          <a:p>
            <a:endParaRPr lang="en-US"/>
          </a:p>
        </p:txBody>
      </p:sp>
      <p:sp>
        <p:nvSpPr>
          <p:cNvPr id="65" name="Text 27">
            <a:extLst>
              <a:ext uri="{FF2B5EF4-FFF2-40B4-BE49-F238E27FC236}">
                <a16:creationId xmlns:a16="http://schemas.microsoft.com/office/drawing/2014/main" id="{1FB1AEB1-6001-D1BC-1F2F-D3045C1EEAF3}"/>
              </a:ext>
            </a:extLst>
          </p:cNvPr>
          <p:cNvSpPr/>
          <p:nvPr/>
        </p:nvSpPr>
        <p:spPr>
          <a:xfrm>
            <a:off x="5486400" y="6908292"/>
            <a:ext cx="6545526" cy="11887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dirty="0">
                <a:solidFill>
                  <a:srgbClr val="3730A3"/>
                </a:solidFill>
              </a:rPr>
              <a:t>Execution can be fast now, while capacity accounting is spread forward in time.</a:t>
            </a:r>
            <a:endParaRPr lang="en-US" sz="1600" dirty="0"/>
          </a:p>
        </p:txBody>
      </p:sp>
      <p:sp>
        <p:nvSpPr>
          <p:cNvPr id="66" name="Text 28">
            <a:extLst>
              <a:ext uri="{FF2B5EF4-FFF2-40B4-BE49-F238E27FC236}">
                <a16:creationId xmlns:a16="http://schemas.microsoft.com/office/drawing/2014/main" id="{3DEF77C7-DDD8-FB23-A704-08E778C42E70}"/>
              </a:ext>
            </a:extLst>
          </p:cNvPr>
          <p:cNvSpPr/>
          <p:nvPr/>
        </p:nvSpPr>
        <p:spPr>
          <a:xfrm>
            <a:off x="1089714" y="7624571"/>
            <a:ext cx="4625286" cy="25298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chemeClr val="bg1"/>
                </a:solidFill>
              </a:rPr>
              <a:t>Why this matters for teams</a:t>
            </a:r>
            <a:endParaRPr lang="en-US" dirty="0">
              <a:solidFill>
                <a:schemeClr val="bg1"/>
              </a:solidFill>
            </a:endParaRPr>
          </a:p>
        </p:txBody>
      </p:sp>
      <p:sp>
        <p:nvSpPr>
          <p:cNvPr id="67" name="Text 29">
            <a:extLst>
              <a:ext uri="{FF2B5EF4-FFF2-40B4-BE49-F238E27FC236}">
                <a16:creationId xmlns:a16="http://schemas.microsoft.com/office/drawing/2014/main" id="{FAC696D6-D89B-5C2C-8B3D-7B8C938E407B}"/>
              </a:ext>
            </a:extLst>
          </p:cNvPr>
          <p:cNvSpPr/>
          <p:nvPr/>
        </p:nvSpPr>
        <p:spPr>
          <a:xfrm>
            <a:off x="1226874" y="8023099"/>
            <a:ext cx="10698480" cy="70180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2400" indent="-152400">
              <a:buSzPct val="100000"/>
              <a:buChar char="•"/>
            </a:pPr>
            <a:r>
              <a:rPr lang="en-US" sz="1600" dirty="0">
                <a:solidFill>
                  <a:schemeClr val="bg1"/>
                </a:solidFill>
              </a:rPr>
              <a:t>Bursting and smoothing reduce the need to schedule every job around tiny peaks.</a:t>
            </a:r>
          </a:p>
          <a:p>
            <a:pPr marL="152400" indent="-152400">
              <a:buSzPct val="100000"/>
              <a:buChar char="•"/>
            </a:pPr>
            <a:r>
              <a:rPr lang="en-US" sz="1600" dirty="0">
                <a:solidFill>
                  <a:schemeClr val="bg1"/>
                </a:solidFill>
              </a:rPr>
              <a:t>Smoothing does not make a job slower or faster; it changes how usage is evaluated against limits.</a:t>
            </a:r>
          </a:p>
          <a:p>
            <a:pPr marL="152400" indent="-152400">
              <a:buSzPct val="100000"/>
              <a:buChar char="•"/>
            </a:pPr>
            <a:r>
              <a:rPr lang="en-US" sz="1600" dirty="0">
                <a:solidFill>
                  <a:schemeClr val="bg1"/>
                </a:solidFill>
              </a:rPr>
              <a:t>Sustained overuse still leads to throttling, so repeated peaks are not “free.”</a:t>
            </a:r>
          </a:p>
        </p:txBody>
      </p:sp>
    </p:spTree>
    <p:extLst>
      <p:ext uri="{BB962C8B-B14F-4D97-AF65-F5344CB8AC3E}">
        <p14:creationId xmlns:p14="http://schemas.microsoft.com/office/powerpoint/2010/main" val="3363181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B7E66DE-0251-A25E-6E93-9025216C092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900FB0C-1D87-0EFD-B60F-01EF93B0A6C6}"/>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5F383B90-A594-8657-E37B-E3C3067A7DEF}"/>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B9B0408B-6F2E-E751-4063-87B13B943BA3}"/>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38A4353C-BDE2-C46B-3169-64A91C9BCD49}"/>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E08EBD0E-80C2-80EF-2252-9FFE5076D76F}"/>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9384DF4A-A4F4-6CAC-7919-97EF4F237F1E}"/>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37B00951-20AB-7959-B0DC-58E6D8EB1701}"/>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844F2ADD-9F3E-9801-7B8E-17AD7134F63B}"/>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FB586D15-B2B0-F4E6-CB66-AF5690BE01F6}"/>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55</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FD8EE74A-8559-2BBB-CE04-58A50799A66E}"/>
              </a:ext>
            </a:extLst>
          </p:cNvPr>
          <p:cNvSpPr/>
          <p:nvPr/>
        </p:nvSpPr>
        <p:spPr>
          <a:xfrm>
            <a:off x="1019556" y="1593914"/>
            <a:ext cx="658368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Throttling in Microsoft Fabric</a:t>
            </a:r>
            <a:endParaRPr lang="en-US" sz="3600" dirty="0">
              <a:solidFill>
                <a:schemeClr val="bg1"/>
              </a:solidFill>
            </a:endParaRPr>
          </a:p>
        </p:txBody>
      </p:sp>
      <p:sp>
        <p:nvSpPr>
          <p:cNvPr id="12" name="Text 1">
            <a:extLst>
              <a:ext uri="{FF2B5EF4-FFF2-40B4-BE49-F238E27FC236}">
                <a16:creationId xmlns:a16="http://schemas.microsoft.com/office/drawing/2014/main" id="{8C9F7A0E-1F86-3098-7FF4-E2A937F4A275}"/>
              </a:ext>
            </a:extLst>
          </p:cNvPr>
          <p:cNvSpPr/>
          <p:nvPr/>
        </p:nvSpPr>
        <p:spPr>
          <a:xfrm>
            <a:off x="1028700" y="2095500"/>
            <a:ext cx="15608818" cy="22859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dirty="0">
                <a:solidFill>
                  <a:schemeClr val="bg1"/>
                </a:solidFill>
                <a:latin typeface="Aptos" pitchFamily="34" charset="0"/>
                <a:ea typeface="Aptos" pitchFamily="34" charset="-122"/>
                <a:cs typeface="Aptos" pitchFamily="34" charset="-120"/>
              </a:rPr>
              <a:t>Progressive protection when smoothed future CU consumption stays above capacity limits</a:t>
            </a:r>
            <a:endParaRPr lang="en-US" sz="2800" dirty="0">
              <a:solidFill>
                <a:schemeClr val="bg1"/>
              </a:solidFill>
            </a:endParaRPr>
          </a:p>
        </p:txBody>
      </p:sp>
      <p:sp>
        <p:nvSpPr>
          <p:cNvPr id="13" name="Shape 2">
            <a:extLst>
              <a:ext uri="{FF2B5EF4-FFF2-40B4-BE49-F238E27FC236}">
                <a16:creationId xmlns:a16="http://schemas.microsoft.com/office/drawing/2014/main" id="{63A365FB-14F2-DA4A-371C-3EF0B917E0DD}"/>
              </a:ext>
            </a:extLst>
          </p:cNvPr>
          <p:cNvSpPr/>
          <p:nvPr/>
        </p:nvSpPr>
        <p:spPr>
          <a:xfrm>
            <a:off x="992124" y="2948940"/>
            <a:ext cx="2971800" cy="2801748"/>
          </a:xfrm>
          <a:prstGeom prst="roundRect">
            <a:avLst>
              <a:gd name="adj" fmla="val 4000"/>
            </a:avLst>
          </a:prstGeom>
          <a:solidFill>
            <a:srgbClr val="FFFFFF"/>
          </a:solidFill>
          <a:ln w="12700">
            <a:solidFill>
              <a:srgbClr val="D6DEE8"/>
            </a:solidFill>
            <a:prstDash val="solid"/>
          </a:ln>
          <a:effectLst>
            <a:outerShdw blurRad="19050" dist="12700" dir="2700000" algn="bl" rotWithShape="0">
              <a:srgbClr val="000000">
                <a:alpha val="12000"/>
              </a:srgbClr>
            </a:outerShdw>
          </a:effectLst>
        </p:spPr>
        <p:txBody>
          <a:bodyPr/>
          <a:lstStyle/>
          <a:p>
            <a:endParaRPr lang="en-US"/>
          </a:p>
        </p:txBody>
      </p:sp>
      <p:sp>
        <p:nvSpPr>
          <p:cNvPr id="14" name="Text 3">
            <a:extLst>
              <a:ext uri="{FF2B5EF4-FFF2-40B4-BE49-F238E27FC236}">
                <a16:creationId xmlns:a16="http://schemas.microsoft.com/office/drawing/2014/main" id="{18FCA6E3-3C0F-DEC9-BB21-CBE460354D7B}"/>
              </a:ext>
            </a:extLst>
          </p:cNvPr>
          <p:cNvSpPr/>
          <p:nvPr/>
        </p:nvSpPr>
        <p:spPr>
          <a:xfrm>
            <a:off x="1211580" y="3150108"/>
            <a:ext cx="109728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F172A"/>
                </a:solidFill>
                <a:latin typeface="Aptos" pitchFamily="34" charset="0"/>
                <a:ea typeface="Aptos" pitchFamily="34" charset="-122"/>
                <a:cs typeface="Aptos" pitchFamily="34" charset="-120"/>
              </a:rPr>
              <a:t>What it is</a:t>
            </a:r>
            <a:endParaRPr lang="en-US" dirty="0"/>
          </a:p>
        </p:txBody>
      </p:sp>
      <p:sp>
        <p:nvSpPr>
          <p:cNvPr id="15" name="Text 4">
            <a:extLst>
              <a:ext uri="{FF2B5EF4-FFF2-40B4-BE49-F238E27FC236}">
                <a16:creationId xmlns:a16="http://schemas.microsoft.com/office/drawing/2014/main" id="{61AAE0FF-F3F5-CFF2-7B43-265FAC987230}"/>
              </a:ext>
            </a:extLst>
          </p:cNvPr>
          <p:cNvSpPr/>
          <p:nvPr/>
        </p:nvSpPr>
        <p:spPr>
          <a:xfrm>
            <a:off x="1211580" y="3424428"/>
            <a:ext cx="2395728" cy="85953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334155"/>
                </a:solidFill>
                <a:latin typeface="Aptos" pitchFamily="34" charset="0"/>
                <a:ea typeface="Aptos" pitchFamily="34" charset="-122"/>
                <a:cs typeface="Aptos" pitchFamily="34" charset="-120"/>
              </a:rPr>
              <a:t>Fabric </a:t>
            </a:r>
            <a:r>
              <a:rPr lang="en-US" sz="1400" dirty="0">
                <a:solidFill>
                  <a:srgbClr val="334155"/>
                </a:solidFill>
                <a:latin typeface="Aptos" pitchFamily="34" charset="0"/>
                <a:ea typeface="Aptos" pitchFamily="34" charset="-122"/>
                <a:cs typeface="Aptos" pitchFamily="34" charset="-120"/>
              </a:rPr>
              <a:t>allows short spikes through </a:t>
            </a:r>
            <a:r>
              <a:rPr lang="en-US" sz="1400" b="1" dirty="0">
                <a:solidFill>
                  <a:srgbClr val="0EA5E9"/>
                </a:solidFill>
                <a:latin typeface="Aptos" pitchFamily="34" charset="0"/>
                <a:ea typeface="Aptos" pitchFamily="34" charset="-122"/>
                <a:cs typeface="Aptos" pitchFamily="34" charset="-120"/>
              </a:rPr>
              <a:t>bursting</a:t>
            </a:r>
            <a:r>
              <a:rPr lang="en-US" sz="1400" dirty="0">
                <a:solidFill>
                  <a:srgbClr val="334155"/>
                </a:solidFill>
                <a:latin typeface="Aptos" pitchFamily="34" charset="0"/>
                <a:ea typeface="Aptos" pitchFamily="34" charset="-122"/>
                <a:cs typeface="Aptos" pitchFamily="34" charset="-120"/>
              </a:rPr>
              <a:t> and spreads usage over time through </a:t>
            </a:r>
            <a:r>
              <a:rPr lang="en-US" sz="1400" b="1" dirty="0">
                <a:solidFill>
                  <a:srgbClr val="0EA5E9"/>
                </a:solidFill>
                <a:latin typeface="Aptos" pitchFamily="34" charset="0"/>
                <a:ea typeface="Aptos" pitchFamily="34" charset="-122"/>
                <a:cs typeface="Aptos" pitchFamily="34" charset="-120"/>
              </a:rPr>
              <a:t>smoothing</a:t>
            </a:r>
            <a:r>
              <a:rPr lang="en-US" sz="1400" dirty="0">
                <a:solidFill>
                  <a:srgbClr val="334155"/>
                </a:solidFill>
                <a:latin typeface="Aptos" pitchFamily="34" charset="0"/>
                <a:ea typeface="Aptos" pitchFamily="34" charset="-122"/>
                <a:cs typeface="Aptos" pitchFamily="34" charset="-120"/>
              </a:rPr>
              <a:t>. When sustained demand still stays above the SKU limit, it begins throttling new work.</a:t>
            </a:r>
            <a:endParaRPr lang="en-US" sz="1400" dirty="0"/>
          </a:p>
        </p:txBody>
      </p:sp>
      <p:sp>
        <p:nvSpPr>
          <p:cNvPr id="16" name="Text 5">
            <a:extLst>
              <a:ext uri="{FF2B5EF4-FFF2-40B4-BE49-F238E27FC236}">
                <a16:creationId xmlns:a16="http://schemas.microsoft.com/office/drawing/2014/main" id="{A103A4E9-582A-0913-23FB-0D3BB9A43D8C}"/>
              </a:ext>
            </a:extLst>
          </p:cNvPr>
          <p:cNvSpPr/>
          <p:nvPr/>
        </p:nvSpPr>
        <p:spPr>
          <a:xfrm>
            <a:off x="1211580" y="5067300"/>
            <a:ext cx="2377440" cy="2286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i="1" dirty="0">
                <a:solidFill>
                  <a:srgbClr val="64748B"/>
                </a:solidFill>
                <a:latin typeface="Aptos" pitchFamily="34" charset="0"/>
                <a:ea typeface="Aptos" pitchFamily="34" charset="-122"/>
                <a:cs typeface="Aptos" pitchFamily="34" charset="-120"/>
              </a:rPr>
              <a:t>Think of it as a traffic-control mechanism for shared capacity.</a:t>
            </a:r>
            <a:endParaRPr lang="en-US" sz="1200" dirty="0"/>
          </a:p>
        </p:txBody>
      </p:sp>
      <p:sp>
        <p:nvSpPr>
          <p:cNvPr id="17" name="Shape 6">
            <a:extLst>
              <a:ext uri="{FF2B5EF4-FFF2-40B4-BE49-F238E27FC236}">
                <a16:creationId xmlns:a16="http://schemas.microsoft.com/office/drawing/2014/main" id="{6DB773BD-C627-52B9-3B22-BC7D876D22CD}"/>
              </a:ext>
            </a:extLst>
          </p:cNvPr>
          <p:cNvSpPr/>
          <p:nvPr/>
        </p:nvSpPr>
        <p:spPr>
          <a:xfrm>
            <a:off x="4167296" y="2931917"/>
            <a:ext cx="8177103" cy="2852928"/>
          </a:xfrm>
          <a:prstGeom prst="roundRect">
            <a:avLst>
              <a:gd name="adj" fmla="val 2564"/>
            </a:avLst>
          </a:prstGeom>
          <a:solidFill>
            <a:srgbClr val="FFFFFF"/>
          </a:solidFill>
          <a:ln w="12700">
            <a:solidFill>
              <a:srgbClr val="D6DEE8"/>
            </a:solidFill>
            <a:prstDash val="solid"/>
          </a:ln>
          <a:effectLst>
            <a:outerShdw blurRad="19050" dist="12700" dir="2700000" algn="bl" rotWithShape="0">
              <a:srgbClr val="000000">
                <a:alpha val="10000"/>
              </a:srgbClr>
            </a:outerShdw>
          </a:effectLst>
        </p:spPr>
        <p:txBody>
          <a:bodyPr/>
          <a:lstStyle/>
          <a:p>
            <a:endParaRPr lang="en-US"/>
          </a:p>
        </p:txBody>
      </p:sp>
      <p:sp>
        <p:nvSpPr>
          <p:cNvPr id="18" name="Text 7">
            <a:extLst>
              <a:ext uri="{FF2B5EF4-FFF2-40B4-BE49-F238E27FC236}">
                <a16:creationId xmlns:a16="http://schemas.microsoft.com/office/drawing/2014/main" id="{53ACB19D-E0FC-276B-DB22-2FF922FE7387}"/>
              </a:ext>
            </a:extLst>
          </p:cNvPr>
          <p:cNvSpPr/>
          <p:nvPr/>
        </p:nvSpPr>
        <p:spPr>
          <a:xfrm>
            <a:off x="4393692" y="3140964"/>
            <a:ext cx="4445508"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F172A"/>
                </a:solidFill>
                <a:latin typeface="Aptos" pitchFamily="34" charset="0"/>
                <a:ea typeface="Aptos" pitchFamily="34" charset="-122"/>
                <a:cs typeface="Aptos" pitchFamily="34" charset="-120"/>
              </a:rPr>
              <a:t>How throttling progresses</a:t>
            </a:r>
            <a:endParaRPr lang="en-US" dirty="0"/>
          </a:p>
        </p:txBody>
      </p:sp>
      <p:sp>
        <p:nvSpPr>
          <p:cNvPr id="19" name="Text 8">
            <a:extLst>
              <a:ext uri="{FF2B5EF4-FFF2-40B4-BE49-F238E27FC236}">
                <a16:creationId xmlns:a16="http://schemas.microsoft.com/office/drawing/2014/main" id="{887E48FB-A89F-0CCD-90DF-E34D22EE6390}"/>
              </a:ext>
            </a:extLst>
          </p:cNvPr>
          <p:cNvSpPr/>
          <p:nvPr/>
        </p:nvSpPr>
        <p:spPr>
          <a:xfrm>
            <a:off x="4393692" y="3400044"/>
            <a:ext cx="7036308" cy="21945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dirty="0">
                <a:solidFill>
                  <a:srgbClr val="64748B"/>
                </a:solidFill>
                <a:latin typeface="Aptos" pitchFamily="34" charset="0"/>
                <a:ea typeface="Aptos" pitchFamily="34" charset="-122"/>
                <a:cs typeface="Aptos" pitchFamily="34" charset="-120"/>
              </a:rPr>
              <a:t>Thresholds are based on future capacity consumed after smoothing</a:t>
            </a:r>
            <a:endParaRPr lang="en-US" sz="1400" dirty="0"/>
          </a:p>
        </p:txBody>
      </p:sp>
      <p:sp>
        <p:nvSpPr>
          <p:cNvPr id="20" name="Shape 9">
            <a:extLst>
              <a:ext uri="{FF2B5EF4-FFF2-40B4-BE49-F238E27FC236}">
                <a16:creationId xmlns:a16="http://schemas.microsoft.com/office/drawing/2014/main" id="{F8539312-BCBF-E4FA-AD3C-7D34D390257F}"/>
              </a:ext>
            </a:extLst>
          </p:cNvPr>
          <p:cNvSpPr/>
          <p:nvPr/>
        </p:nvSpPr>
        <p:spPr>
          <a:xfrm>
            <a:off x="6141720" y="3771900"/>
            <a:ext cx="182880" cy="365760"/>
          </a:xfrm>
          <a:prstGeom prst="chevron">
            <a:avLst/>
          </a:prstGeom>
          <a:solidFill>
            <a:srgbClr val="CBD5E1"/>
          </a:solidFill>
          <a:ln w="12700">
            <a:solidFill>
              <a:srgbClr val="CBD5E1"/>
            </a:solidFill>
            <a:prstDash val="solid"/>
          </a:ln>
        </p:spPr>
        <p:txBody>
          <a:bodyPr/>
          <a:lstStyle/>
          <a:p>
            <a:endParaRPr lang="en-US"/>
          </a:p>
        </p:txBody>
      </p:sp>
      <p:sp>
        <p:nvSpPr>
          <p:cNvPr id="21" name="Shape 10">
            <a:extLst>
              <a:ext uri="{FF2B5EF4-FFF2-40B4-BE49-F238E27FC236}">
                <a16:creationId xmlns:a16="http://schemas.microsoft.com/office/drawing/2014/main" id="{9BF68D27-CC98-AB56-F543-D1DFD91E8031}"/>
              </a:ext>
            </a:extLst>
          </p:cNvPr>
          <p:cNvSpPr/>
          <p:nvPr/>
        </p:nvSpPr>
        <p:spPr>
          <a:xfrm>
            <a:off x="8147693" y="3807382"/>
            <a:ext cx="182880" cy="365760"/>
          </a:xfrm>
          <a:prstGeom prst="chevron">
            <a:avLst/>
          </a:prstGeom>
          <a:solidFill>
            <a:srgbClr val="CBD5E1"/>
          </a:solidFill>
          <a:ln w="12700">
            <a:solidFill>
              <a:srgbClr val="CBD5E1"/>
            </a:solidFill>
            <a:prstDash val="solid"/>
          </a:ln>
        </p:spPr>
        <p:txBody>
          <a:bodyPr/>
          <a:lstStyle/>
          <a:p>
            <a:endParaRPr lang="en-US"/>
          </a:p>
        </p:txBody>
      </p:sp>
      <p:sp>
        <p:nvSpPr>
          <p:cNvPr id="22" name="Shape 11">
            <a:extLst>
              <a:ext uri="{FF2B5EF4-FFF2-40B4-BE49-F238E27FC236}">
                <a16:creationId xmlns:a16="http://schemas.microsoft.com/office/drawing/2014/main" id="{5872D067-8186-B8BB-F958-EDB7A20748A4}"/>
              </a:ext>
            </a:extLst>
          </p:cNvPr>
          <p:cNvSpPr/>
          <p:nvPr/>
        </p:nvSpPr>
        <p:spPr>
          <a:xfrm>
            <a:off x="10166604" y="3824405"/>
            <a:ext cx="182880" cy="365760"/>
          </a:xfrm>
          <a:prstGeom prst="chevron">
            <a:avLst/>
          </a:prstGeom>
          <a:solidFill>
            <a:srgbClr val="CBD5E1"/>
          </a:solidFill>
          <a:ln w="12700">
            <a:solidFill>
              <a:srgbClr val="CBD5E1"/>
            </a:solidFill>
            <a:prstDash val="solid"/>
          </a:ln>
        </p:spPr>
        <p:txBody>
          <a:bodyPr/>
          <a:lstStyle/>
          <a:p>
            <a:endParaRPr lang="en-US"/>
          </a:p>
        </p:txBody>
      </p:sp>
      <p:sp>
        <p:nvSpPr>
          <p:cNvPr id="23" name="Shape 12">
            <a:extLst>
              <a:ext uri="{FF2B5EF4-FFF2-40B4-BE49-F238E27FC236}">
                <a16:creationId xmlns:a16="http://schemas.microsoft.com/office/drawing/2014/main" id="{EDABA01E-5E9D-5611-2274-18DE792C7DAF}"/>
              </a:ext>
            </a:extLst>
          </p:cNvPr>
          <p:cNvSpPr/>
          <p:nvPr/>
        </p:nvSpPr>
        <p:spPr>
          <a:xfrm>
            <a:off x="4375404" y="3698747"/>
            <a:ext cx="1720596" cy="1953769"/>
          </a:xfrm>
          <a:prstGeom prst="roundRect">
            <a:avLst>
              <a:gd name="adj" fmla="val 4054"/>
            </a:avLst>
          </a:prstGeom>
          <a:solidFill>
            <a:srgbClr val="E2F3FF"/>
          </a:solidFill>
          <a:ln w="15240">
            <a:solidFill>
              <a:srgbClr val="8CCFFF"/>
            </a:solidFill>
            <a:prstDash val="solid"/>
          </a:ln>
        </p:spPr>
        <p:txBody>
          <a:bodyPr/>
          <a:lstStyle/>
          <a:p>
            <a:endParaRPr lang="en-US"/>
          </a:p>
        </p:txBody>
      </p:sp>
      <p:sp>
        <p:nvSpPr>
          <p:cNvPr id="24" name="Text 13">
            <a:extLst>
              <a:ext uri="{FF2B5EF4-FFF2-40B4-BE49-F238E27FC236}">
                <a16:creationId xmlns:a16="http://schemas.microsoft.com/office/drawing/2014/main" id="{72215B2E-E88F-8BF4-901C-BC38CC4B196E}"/>
              </a:ext>
            </a:extLst>
          </p:cNvPr>
          <p:cNvSpPr/>
          <p:nvPr/>
        </p:nvSpPr>
        <p:spPr>
          <a:xfrm>
            <a:off x="4648200" y="3826764"/>
            <a:ext cx="1115568"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0F172A"/>
                </a:solidFill>
                <a:latin typeface="Aptos" pitchFamily="34" charset="0"/>
                <a:ea typeface="Aptos" pitchFamily="34" charset="-122"/>
                <a:cs typeface="Aptos" pitchFamily="34" charset="-120"/>
              </a:rPr>
              <a:t>0–10 min</a:t>
            </a:r>
            <a:endParaRPr lang="en-US" dirty="0"/>
          </a:p>
        </p:txBody>
      </p:sp>
      <p:sp>
        <p:nvSpPr>
          <p:cNvPr id="25" name="Text 14">
            <a:extLst>
              <a:ext uri="{FF2B5EF4-FFF2-40B4-BE49-F238E27FC236}">
                <a16:creationId xmlns:a16="http://schemas.microsoft.com/office/drawing/2014/main" id="{F522E435-C659-7A05-EB3A-3BF71FC79D59}"/>
              </a:ext>
            </a:extLst>
          </p:cNvPr>
          <p:cNvSpPr/>
          <p:nvPr/>
        </p:nvSpPr>
        <p:spPr>
          <a:xfrm>
            <a:off x="4439412" y="4064508"/>
            <a:ext cx="1580388" cy="24029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0F172A"/>
                </a:solidFill>
                <a:latin typeface="Aptos" pitchFamily="34" charset="0"/>
                <a:ea typeface="Aptos" pitchFamily="34" charset="-122"/>
                <a:cs typeface="Aptos" pitchFamily="34" charset="-120"/>
              </a:rPr>
              <a:t>Overage protection</a:t>
            </a:r>
            <a:endParaRPr lang="en-US" sz="1400" dirty="0"/>
          </a:p>
        </p:txBody>
      </p:sp>
      <p:sp>
        <p:nvSpPr>
          <p:cNvPr id="26" name="Text 15">
            <a:extLst>
              <a:ext uri="{FF2B5EF4-FFF2-40B4-BE49-F238E27FC236}">
                <a16:creationId xmlns:a16="http://schemas.microsoft.com/office/drawing/2014/main" id="{1884BC1C-714B-620D-3D80-558D05247AE9}"/>
              </a:ext>
            </a:extLst>
          </p:cNvPr>
          <p:cNvSpPr/>
          <p:nvPr/>
        </p:nvSpPr>
        <p:spPr>
          <a:xfrm>
            <a:off x="4503420" y="4381500"/>
            <a:ext cx="1511808" cy="475488"/>
          </a:xfrm>
          <a:prstGeom prst="rect">
            <a:avLst/>
          </a:prstGeom>
          <a:noFill/>
          <a:ln/>
        </p:spPr>
        <p:txBody>
          <a:bodyPr wrap="square" lIns="254" tIns="254" rIns="254" bIns="254"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334155"/>
                </a:solidFill>
                <a:latin typeface="Aptos" pitchFamily="34" charset="0"/>
                <a:ea typeface="Aptos" pitchFamily="34" charset="-122"/>
                <a:cs typeface="Aptos" pitchFamily="34" charset="-120"/>
              </a:rPr>
              <a:t>Short overages are tolerated. New work still starts normally.</a:t>
            </a:r>
            <a:endParaRPr lang="en-US" sz="1200" dirty="0"/>
          </a:p>
        </p:txBody>
      </p:sp>
      <p:sp>
        <p:nvSpPr>
          <p:cNvPr id="27" name="Text 16">
            <a:extLst>
              <a:ext uri="{FF2B5EF4-FFF2-40B4-BE49-F238E27FC236}">
                <a16:creationId xmlns:a16="http://schemas.microsoft.com/office/drawing/2014/main" id="{2A7D9D53-7F75-C9BD-B06D-171EE6631784}"/>
              </a:ext>
            </a:extLst>
          </p:cNvPr>
          <p:cNvSpPr/>
          <p:nvPr/>
        </p:nvSpPr>
        <p:spPr>
          <a:xfrm>
            <a:off x="4639056" y="5378196"/>
            <a:ext cx="1152144" cy="146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i="1" dirty="0">
                <a:solidFill>
                  <a:srgbClr val="475569"/>
                </a:solidFill>
                <a:latin typeface="Aptos" pitchFamily="34" charset="0"/>
                <a:ea typeface="Aptos" pitchFamily="34" charset="-122"/>
                <a:cs typeface="Aptos" pitchFamily="34" charset="-120"/>
              </a:rPr>
              <a:t>No throttling yet</a:t>
            </a:r>
            <a:endParaRPr lang="en-US" sz="1200" dirty="0"/>
          </a:p>
        </p:txBody>
      </p:sp>
      <p:sp>
        <p:nvSpPr>
          <p:cNvPr id="28" name="Shape 17">
            <a:extLst>
              <a:ext uri="{FF2B5EF4-FFF2-40B4-BE49-F238E27FC236}">
                <a16:creationId xmlns:a16="http://schemas.microsoft.com/office/drawing/2014/main" id="{048DE8DD-A40C-4102-A866-B17A4FDD19D9}"/>
              </a:ext>
            </a:extLst>
          </p:cNvPr>
          <p:cNvSpPr/>
          <p:nvPr/>
        </p:nvSpPr>
        <p:spPr>
          <a:xfrm>
            <a:off x="6356604" y="3698748"/>
            <a:ext cx="1720596" cy="1953768"/>
          </a:xfrm>
          <a:prstGeom prst="roundRect">
            <a:avLst>
              <a:gd name="adj" fmla="val 4054"/>
            </a:avLst>
          </a:prstGeom>
          <a:solidFill>
            <a:srgbClr val="FFF1D6"/>
          </a:solidFill>
          <a:ln w="15240">
            <a:solidFill>
              <a:srgbClr val="FDBA74"/>
            </a:solidFill>
            <a:prstDash val="solid"/>
          </a:ln>
        </p:spPr>
        <p:txBody>
          <a:bodyPr/>
          <a:lstStyle/>
          <a:p>
            <a:endParaRPr lang="en-US"/>
          </a:p>
        </p:txBody>
      </p:sp>
      <p:sp>
        <p:nvSpPr>
          <p:cNvPr id="29" name="Text 18">
            <a:extLst>
              <a:ext uri="{FF2B5EF4-FFF2-40B4-BE49-F238E27FC236}">
                <a16:creationId xmlns:a16="http://schemas.microsoft.com/office/drawing/2014/main" id="{B4D480DD-A14E-925C-374E-FA149810BF0F}"/>
              </a:ext>
            </a:extLst>
          </p:cNvPr>
          <p:cNvSpPr/>
          <p:nvPr/>
        </p:nvSpPr>
        <p:spPr>
          <a:xfrm>
            <a:off x="6457188" y="3826764"/>
            <a:ext cx="1405128"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0F172A"/>
                </a:solidFill>
                <a:latin typeface="Aptos" pitchFamily="34" charset="0"/>
                <a:ea typeface="Aptos" pitchFamily="34" charset="-122"/>
                <a:cs typeface="Aptos" pitchFamily="34" charset="-120"/>
              </a:rPr>
              <a:t>&gt;10–60 min</a:t>
            </a:r>
            <a:endParaRPr lang="en-US" dirty="0"/>
          </a:p>
        </p:txBody>
      </p:sp>
      <p:sp>
        <p:nvSpPr>
          <p:cNvPr id="30" name="Text 19">
            <a:extLst>
              <a:ext uri="{FF2B5EF4-FFF2-40B4-BE49-F238E27FC236}">
                <a16:creationId xmlns:a16="http://schemas.microsoft.com/office/drawing/2014/main" id="{D52493D6-1A83-E1D3-42EA-386901785B34}"/>
              </a:ext>
            </a:extLst>
          </p:cNvPr>
          <p:cNvSpPr/>
          <p:nvPr/>
        </p:nvSpPr>
        <p:spPr>
          <a:xfrm>
            <a:off x="6420612" y="4064508"/>
            <a:ext cx="1536192" cy="21336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0F172A"/>
                </a:solidFill>
                <a:latin typeface="Aptos" pitchFamily="34" charset="0"/>
                <a:ea typeface="Aptos" pitchFamily="34" charset="-122"/>
                <a:cs typeface="Aptos" pitchFamily="34" charset="-120"/>
              </a:rPr>
              <a:t>Interactive delay</a:t>
            </a:r>
            <a:endParaRPr lang="en-US" sz="1400" dirty="0"/>
          </a:p>
        </p:txBody>
      </p:sp>
      <p:sp>
        <p:nvSpPr>
          <p:cNvPr id="31" name="Text 20">
            <a:extLst>
              <a:ext uri="{FF2B5EF4-FFF2-40B4-BE49-F238E27FC236}">
                <a16:creationId xmlns:a16="http://schemas.microsoft.com/office/drawing/2014/main" id="{443BBF64-FBED-45FB-9DA0-5882CADF4979}"/>
              </a:ext>
            </a:extLst>
          </p:cNvPr>
          <p:cNvSpPr/>
          <p:nvPr/>
        </p:nvSpPr>
        <p:spPr>
          <a:xfrm>
            <a:off x="6448044" y="4402836"/>
            <a:ext cx="1536192" cy="475488"/>
          </a:xfrm>
          <a:prstGeom prst="rect">
            <a:avLst/>
          </a:prstGeom>
          <a:noFill/>
          <a:ln/>
        </p:spPr>
        <p:txBody>
          <a:bodyPr wrap="square" lIns="254" tIns="254" rIns="254" bIns="254"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334155"/>
                </a:solidFill>
                <a:latin typeface="Aptos" pitchFamily="34" charset="0"/>
                <a:ea typeface="Aptos" pitchFamily="34" charset="-122"/>
                <a:cs typeface="Aptos" pitchFamily="34" charset="-120"/>
              </a:rPr>
              <a:t>New interactive requests are delayed by about 20 seconds.</a:t>
            </a:r>
            <a:endParaRPr lang="en-US" sz="1200" dirty="0"/>
          </a:p>
        </p:txBody>
      </p:sp>
      <p:sp>
        <p:nvSpPr>
          <p:cNvPr id="32" name="Text 21">
            <a:extLst>
              <a:ext uri="{FF2B5EF4-FFF2-40B4-BE49-F238E27FC236}">
                <a16:creationId xmlns:a16="http://schemas.microsoft.com/office/drawing/2014/main" id="{BD4774B7-365B-361F-AB85-AFEC474A65FE}"/>
              </a:ext>
            </a:extLst>
          </p:cNvPr>
          <p:cNvSpPr/>
          <p:nvPr/>
        </p:nvSpPr>
        <p:spPr>
          <a:xfrm>
            <a:off x="6504075" y="5332476"/>
            <a:ext cx="1152144" cy="146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i="1" dirty="0">
                <a:solidFill>
                  <a:srgbClr val="475569"/>
                </a:solidFill>
                <a:latin typeface="Aptos" pitchFamily="34" charset="0"/>
                <a:ea typeface="Aptos" pitchFamily="34" charset="-122"/>
                <a:cs typeface="Aptos" pitchFamily="34" charset="-120"/>
              </a:rPr>
              <a:t>Background work can still start</a:t>
            </a:r>
            <a:endParaRPr lang="en-US" sz="1200" dirty="0"/>
          </a:p>
        </p:txBody>
      </p:sp>
      <p:sp>
        <p:nvSpPr>
          <p:cNvPr id="33" name="Shape 22">
            <a:extLst>
              <a:ext uri="{FF2B5EF4-FFF2-40B4-BE49-F238E27FC236}">
                <a16:creationId xmlns:a16="http://schemas.microsoft.com/office/drawing/2014/main" id="{32996A57-A8EF-1368-C287-C91280CDD7F4}"/>
              </a:ext>
            </a:extLst>
          </p:cNvPr>
          <p:cNvSpPr/>
          <p:nvPr/>
        </p:nvSpPr>
        <p:spPr>
          <a:xfrm>
            <a:off x="8382000" y="3698747"/>
            <a:ext cx="1720596" cy="1953767"/>
          </a:xfrm>
          <a:prstGeom prst="roundRect">
            <a:avLst>
              <a:gd name="adj" fmla="val 4054"/>
            </a:avLst>
          </a:prstGeom>
          <a:solidFill>
            <a:srgbClr val="FEE2E2"/>
          </a:solidFill>
          <a:ln w="15240">
            <a:solidFill>
              <a:srgbClr val="FCA5A5"/>
            </a:solidFill>
            <a:prstDash val="solid"/>
          </a:ln>
        </p:spPr>
        <p:txBody>
          <a:bodyPr/>
          <a:lstStyle/>
          <a:p>
            <a:endParaRPr lang="en-US"/>
          </a:p>
        </p:txBody>
      </p:sp>
      <p:sp>
        <p:nvSpPr>
          <p:cNvPr id="34" name="Text 23">
            <a:extLst>
              <a:ext uri="{FF2B5EF4-FFF2-40B4-BE49-F238E27FC236}">
                <a16:creationId xmlns:a16="http://schemas.microsoft.com/office/drawing/2014/main" id="{E3D988FA-1943-6402-701E-41B561D56779}"/>
              </a:ext>
            </a:extLst>
          </p:cNvPr>
          <p:cNvSpPr/>
          <p:nvPr/>
        </p:nvSpPr>
        <p:spPr>
          <a:xfrm>
            <a:off x="8446008" y="3826764"/>
            <a:ext cx="1519428" cy="21031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0F172A"/>
                </a:solidFill>
                <a:latin typeface="Aptos" pitchFamily="34" charset="0"/>
                <a:ea typeface="Aptos" pitchFamily="34" charset="-122"/>
                <a:cs typeface="Aptos" pitchFamily="34" charset="-120"/>
              </a:rPr>
              <a:t>&gt;60 min–24 hr</a:t>
            </a:r>
            <a:endParaRPr lang="en-US" dirty="0"/>
          </a:p>
        </p:txBody>
      </p:sp>
      <p:sp>
        <p:nvSpPr>
          <p:cNvPr id="35" name="Text 24">
            <a:extLst>
              <a:ext uri="{FF2B5EF4-FFF2-40B4-BE49-F238E27FC236}">
                <a16:creationId xmlns:a16="http://schemas.microsoft.com/office/drawing/2014/main" id="{3D16BEB4-7DF5-7CA3-7ED8-F82AA9BB4E9A}"/>
              </a:ext>
            </a:extLst>
          </p:cNvPr>
          <p:cNvSpPr/>
          <p:nvPr/>
        </p:nvSpPr>
        <p:spPr>
          <a:xfrm>
            <a:off x="8410956" y="4055364"/>
            <a:ext cx="1647444" cy="24993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0F172A"/>
                </a:solidFill>
                <a:latin typeface="Aptos" pitchFamily="34" charset="0"/>
                <a:ea typeface="Aptos" pitchFamily="34" charset="-122"/>
                <a:cs typeface="Aptos" pitchFamily="34" charset="-120"/>
              </a:rPr>
              <a:t>Interactive rejection</a:t>
            </a:r>
            <a:endParaRPr lang="en-US" sz="1400" dirty="0"/>
          </a:p>
        </p:txBody>
      </p:sp>
      <p:sp>
        <p:nvSpPr>
          <p:cNvPr id="68" name="Text 25">
            <a:extLst>
              <a:ext uri="{FF2B5EF4-FFF2-40B4-BE49-F238E27FC236}">
                <a16:creationId xmlns:a16="http://schemas.microsoft.com/office/drawing/2014/main" id="{EFA5E17D-B403-603D-623E-71FD34ACAE44}"/>
              </a:ext>
            </a:extLst>
          </p:cNvPr>
          <p:cNvSpPr/>
          <p:nvPr/>
        </p:nvSpPr>
        <p:spPr>
          <a:xfrm>
            <a:off x="8410956" y="4439412"/>
            <a:ext cx="1647444" cy="475488"/>
          </a:xfrm>
          <a:prstGeom prst="rect">
            <a:avLst/>
          </a:prstGeom>
          <a:noFill/>
          <a:ln/>
        </p:spPr>
        <p:txBody>
          <a:bodyPr wrap="square" lIns="254" tIns="254" rIns="254" bIns="254"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334155"/>
                </a:solidFill>
                <a:latin typeface="Aptos" pitchFamily="34" charset="0"/>
                <a:ea typeface="Aptos" pitchFamily="34" charset="-122"/>
                <a:cs typeface="Aptos" pitchFamily="34" charset="-120"/>
              </a:rPr>
              <a:t>New interactive requests are rejected until debt burns down.</a:t>
            </a:r>
            <a:endParaRPr lang="en-US" sz="1200" dirty="0"/>
          </a:p>
        </p:txBody>
      </p:sp>
      <p:sp>
        <p:nvSpPr>
          <p:cNvPr id="69" name="Text 26">
            <a:extLst>
              <a:ext uri="{FF2B5EF4-FFF2-40B4-BE49-F238E27FC236}">
                <a16:creationId xmlns:a16="http://schemas.microsoft.com/office/drawing/2014/main" id="{A1049CC5-C0C9-5759-3092-D954BB77CB74}"/>
              </a:ext>
            </a:extLst>
          </p:cNvPr>
          <p:cNvSpPr/>
          <p:nvPr/>
        </p:nvSpPr>
        <p:spPr>
          <a:xfrm>
            <a:off x="8645652" y="5378196"/>
            <a:ext cx="1152144" cy="146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i="1" dirty="0">
                <a:solidFill>
                  <a:srgbClr val="475569"/>
                </a:solidFill>
                <a:latin typeface="Aptos" pitchFamily="34" charset="0"/>
                <a:ea typeface="Aptos" pitchFamily="34" charset="-122"/>
                <a:cs typeface="Aptos" pitchFamily="34" charset="-120"/>
              </a:rPr>
              <a:t>Background work still allowed</a:t>
            </a:r>
            <a:endParaRPr lang="en-US" sz="1200" dirty="0"/>
          </a:p>
        </p:txBody>
      </p:sp>
      <p:sp>
        <p:nvSpPr>
          <p:cNvPr id="70" name="Shape 27">
            <a:extLst>
              <a:ext uri="{FF2B5EF4-FFF2-40B4-BE49-F238E27FC236}">
                <a16:creationId xmlns:a16="http://schemas.microsoft.com/office/drawing/2014/main" id="{01E08B39-6842-72B0-81FC-CA902170CB35}"/>
              </a:ext>
            </a:extLst>
          </p:cNvPr>
          <p:cNvSpPr/>
          <p:nvPr/>
        </p:nvSpPr>
        <p:spPr>
          <a:xfrm>
            <a:off x="10395204" y="3698748"/>
            <a:ext cx="1720596" cy="1953766"/>
          </a:xfrm>
          <a:prstGeom prst="roundRect">
            <a:avLst>
              <a:gd name="adj" fmla="val 4054"/>
            </a:avLst>
          </a:prstGeom>
          <a:solidFill>
            <a:srgbClr val="FCE7F3"/>
          </a:solidFill>
          <a:ln w="15240">
            <a:solidFill>
              <a:srgbClr val="F9A8D4"/>
            </a:solidFill>
            <a:prstDash val="solid"/>
          </a:ln>
        </p:spPr>
        <p:txBody>
          <a:bodyPr/>
          <a:lstStyle/>
          <a:p>
            <a:endParaRPr lang="en-US"/>
          </a:p>
        </p:txBody>
      </p:sp>
      <p:sp>
        <p:nvSpPr>
          <p:cNvPr id="71" name="Text 28">
            <a:extLst>
              <a:ext uri="{FF2B5EF4-FFF2-40B4-BE49-F238E27FC236}">
                <a16:creationId xmlns:a16="http://schemas.microsoft.com/office/drawing/2014/main" id="{C1221521-F385-29D3-2307-17EA511F792E}"/>
              </a:ext>
            </a:extLst>
          </p:cNvPr>
          <p:cNvSpPr/>
          <p:nvPr/>
        </p:nvSpPr>
        <p:spPr>
          <a:xfrm>
            <a:off x="10395204" y="3826764"/>
            <a:ext cx="1720596" cy="21031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dirty="0">
                <a:solidFill>
                  <a:srgbClr val="0F172A"/>
                </a:solidFill>
                <a:latin typeface="Aptos" pitchFamily="34" charset="0"/>
                <a:ea typeface="Aptos" pitchFamily="34" charset="-122"/>
                <a:cs typeface="Aptos" pitchFamily="34" charset="-120"/>
              </a:rPr>
              <a:t>&gt;24 hr</a:t>
            </a:r>
            <a:endParaRPr lang="en-US" dirty="0"/>
          </a:p>
        </p:txBody>
      </p:sp>
      <p:sp>
        <p:nvSpPr>
          <p:cNvPr id="72" name="Text 29">
            <a:extLst>
              <a:ext uri="{FF2B5EF4-FFF2-40B4-BE49-F238E27FC236}">
                <a16:creationId xmlns:a16="http://schemas.microsoft.com/office/drawing/2014/main" id="{097AD275-74E0-39CB-3531-A2892CAAA817}"/>
              </a:ext>
            </a:extLst>
          </p:cNvPr>
          <p:cNvSpPr/>
          <p:nvPr/>
        </p:nvSpPr>
        <p:spPr>
          <a:xfrm>
            <a:off x="10407396" y="4000500"/>
            <a:ext cx="1708404" cy="31699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0F172A"/>
                </a:solidFill>
                <a:latin typeface="Aptos" pitchFamily="34" charset="0"/>
                <a:ea typeface="Aptos" pitchFamily="34" charset="-122"/>
                <a:cs typeface="Aptos" pitchFamily="34" charset="-120"/>
              </a:rPr>
              <a:t>Everything rejected</a:t>
            </a:r>
            <a:endParaRPr lang="en-US" sz="1400" dirty="0"/>
          </a:p>
        </p:txBody>
      </p:sp>
      <p:sp>
        <p:nvSpPr>
          <p:cNvPr id="73" name="Text 30">
            <a:extLst>
              <a:ext uri="{FF2B5EF4-FFF2-40B4-BE49-F238E27FC236}">
                <a16:creationId xmlns:a16="http://schemas.microsoft.com/office/drawing/2014/main" id="{7F752D66-E298-1705-701D-0E7378169858}"/>
              </a:ext>
            </a:extLst>
          </p:cNvPr>
          <p:cNvSpPr/>
          <p:nvPr/>
        </p:nvSpPr>
        <p:spPr>
          <a:xfrm>
            <a:off x="10407396" y="4340983"/>
            <a:ext cx="1708404" cy="666249"/>
          </a:xfrm>
          <a:prstGeom prst="rect">
            <a:avLst/>
          </a:prstGeom>
          <a:noFill/>
          <a:ln/>
        </p:spPr>
        <p:txBody>
          <a:bodyPr wrap="square" lIns="254" tIns="254" rIns="254" bIns="254"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dirty="0">
                <a:solidFill>
                  <a:srgbClr val="334155"/>
                </a:solidFill>
                <a:latin typeface="Aptos" pitchFamily="34" charset="0"/>
                <a:ea typeface="Aptos" pitchFamily="34" charset="-122"/>
                <a:cs typeface="Aptos" pitchFamily="34" charset="-120"/>
              </a:rPr>
              <a:t>All new requests are rejected: interactive and background.</a:t>
            </a:r>
            <a:endParaRPr lang="en-US" sz="1200" dirty="0"/>
          </a:p>
        </p:txBody>
      </p:sp>
      <p:sp>
        <p:nvSpPr>
          <p:cNvPr id="74" name="Text 31">
            <a:extLst>
              <a:ext uri="{FF2B5EF4-FFF2-40B4-BE49-F238E27FC236}">
                <a16:creationId xmlns:a16="http://schemas.microsoft.com/office/drawing/2014/main" id="{0215F2FE-481F-B347-25A4-C61E8DAA836F}"/>
              </a:ext>
            </a:extLst>
          </p:cNvPr>
          <p:cNvSpPr/>
          <p:nvPr/>
        </p:nvSpPr>
        <p:spPr>
          <a:xfrm>
            <a:off x="10735056" y="5372100"/>
            <a:ext cx="1152144" cy="14630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i="1" dirty="0">
                <a:solidFill>
                  <a:srgbClr val="475569"/>
                </a:solidFill>
                <a:latin typeface="Aptos" pitchFamily="34" charset="0"/>
                <a:ea typeface="Aptos" pitchFamily="34" charset="-122"/>
                <a:cs typeface="Aptos" pitchFamily="34" charset="-120"/>
              </a:rPr>
              <a:t>Full protection mode</a:t>
            </a:r>
            <a:endParaRPr lang="en-US" sz="1200" dirty="0"/>
          </a:p>
        </p:txBody>
      </p:sp>
      <p:sp>
        <p:nvSpPr>
          <p:cNvPr id="75" name="Shape 32">
            <a:extLst>
              <a:ext uri="{FF2B5EF4-FFF2-40B4-BE49-F238E27FC236}">
                <a16:creationId xmlns:a16="http://schemas.microsoft.com/office/drawing/2014/main" id="{E3CC9078-F82A-597B-1B92-DD8713C650A9}"/>
              </a:ext>
            </a:extLst>
          </p:cNvPr>
          <p:cNvSpPr/>
          <p:nvPr/>
        </p:nvSpPr>
        <p:spPr>
          <a:xfrm>
            <a:off x="992123" y="5993891"/>
            <a:ext cx="11352275" cy="2625089"/>
          </a:xfrm>
          <a:prstGeom prst="roundRect">
            <a:avLst>
              <a:gd name="adj" fmla="val 3448"/>
            </a:avLst>
          </a:prstGeom>
          <a:solidFill>
            <a:srgbClr val="FFFFFF"/>
          </a:solidFill>
          <a:ln w="12700">
            <a:solidFill>
              <a:srgbClr val="D6DEE8"/>
            </a:solidFill>
            <a:prstDash val="solid"/>
          </a:ln>
          <a:effectLst>
            <a:outerShdw blurRad="19050" dist="12700" dir="2700000" algn="bl" rotWithShape="0">
              <a:srgbClr val="000000">
                <a:alpha val="8000"/>
              </a:srgbClr>
            </a:outerShdw>
          </a:effectLst>
        </p:spPr>
        <p:txBody>
          <a:bodyPr/>
          <a:lstStyle/>
          <a:p>
            <a:endParaRPr lang="en-US"/>
          </a:p>
        </p:txBody>
      </p:sp>
      <p:sp>
        <p:nvSpPr>
          <p:cNvPr id="76" name="Text 33">
            <a:extLst>
              <a:ext uri="{FF2B5EF4-FFF2-40B4-BE49-F238E27FC236}">
                <a16:creationId xmlns:a16="http://schemas.microsoft.com/office/drawing/2014/main" id="{EF72FC29-9CFA-FA39-261D-EA878A5ED3DF}"/>
              </a:ext>
            </a:extLst>
          </p:cNvPr>
          <p:cNvSpPr/>
          <p:nvPr/>
        </p:nvSpPr>
        <p:spPr>
          <a:xfrm>
            <a:off x="1211580" y="6204204"/>
            <a:ext cx="3493008"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F172A"/>
                </a:solidFill>
                <a:latin typeface="Aptos" pitchFamily="34" charset="0"/>
                <a:ea typeface="Aptos" pitchFamily="34" charset="-122"/>
                <a:cs typeface="Aptos" pitchFamily="34" charset="-120"/>
              </a:rPr>
              <a:t>How teams respond</a:t>
            </a:r>
            <a:endParaRPr lang="en-US" dirty="0"/>
          </a:p>
        </p:txBody>
      </p:sp>
      <p:sp>
        <p:nvSpPr>
          <p:cNvPr id="77" name="Shape 34">
            <a:extLst>
              <a:ext uri="{FF2B5EF4-FFF2-40B4-BE49-F238E27FC236}">
                <a16:creationId xmlns:a16="http://schemas.microsoft.com/office/drawing/2014/main" id="{BE1E6ED7-368E-21D6-A40F-5B0B49B62375}"/>
              </a:ext>
            </a:extLst>
          </p:cNvPr>
          <p:cNvSpPr/>
          <p:nvPr/>
        </p:nvSpPr>
        <p:spPr>
          <a:xfrm>
            <a:off x="1229868" y="6542531"/>
            <a:ext cx="3127248" cy="1481965"/>
          </a:xfrm>
          <a:prstGeom prst="roundRect">
            <a:avLst>
              <a:gd name="adj" fmla="val 4237"/>
            </a:avLst>
          </a:prstGeom>
          <a:solidFill>
            <a:srgbClr val="F8FAFC"/>
          </a:solidFill>
          <a:ln w="12700">
            <a:solidFill>
              <a:srgbClr val="E2E8F0"/>
            </a:solidFill>
            <a:prstDash val="solid"/>
          </a:ln>
        </p:spPr>
        <p:txBody>
          <a:bodyPr/>
          <a:lstStyle/>
          <a:p>
            <a:endParaRPr lang="en-US"/>
          </a:p>
        </p:txBody>
      </p:sp>
      <p:sp>
        <p:nvSpPr>
          <p:cNvPr id="78" name="Text 35">
            <a:extLst>
              <a:ext uri="{FF2B5EF4-FFF2-40B4-BE49-F238E27FC236}">
                <a16:creationId xmlns:a16="http://schemas.microsoft.com/office/drawing/2014/main" id="{FB331D31-F8EF-7223-1FD7-CE33B2528AE0}"/>
              </a:ext>
            </a:extLst>
          </p:cNvPr>
          <p:cNvSpPr/>
          <p:nvPr/>
        </p:nvSpPr>
        <p:spPr>
          <a:xfrm>
            <a:off x="1339596" y="6661404"/>
            <a:ext cx="2907792"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0F172A"/>
                </a:solidFill>
                <a:latin typeface="Aptos" pitchFamily="34" charset="0"/>
                <a:ea typeface="Aptos" pitchFamily="34" charset="-122"/>
                <a:cs typeface="Aptos" pitchFamily="34" charset="-120"/>
              </a:rPr>
              <a:t>1. Verify the pattern</a:t>
            </a:r>
            <a:endParaRPr lang="en-US" dirty="0"/>
          </a:p>
        </p:txBody>
      </p:sp>
      <p:sp>
        <p:nvSpPr>
          <p:cNvPr id="79" name="Text 36">
            <a:extLst>
              <a:ext uri="{FF2B5EF4-FFF2-40B4-BE49-F238E27FC236}">
                <a16:creationId xmlns:a16="http://schemas.microsoft.com/office/drawing/2014/main" id="{B0C898C9-4383-8078-3B2C-CB3C36D0E5C8}"/>
              </a:ext>
            </a:extLst>
          </p:cNvPr>
          <p:cNvSpPr/>
          <p:nvPr/>
        </p:nvSpPr>
        <p:spPr>
          <a:xfrm>
            <a:off x="1339596" y="6917436"/>
            <a:ext cx="2907792" cy="89306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dirty="0">
                <a:solidFill>
                  <a:srgbClr val="334155"/>
                </a:solidFill>
                <a:latin typeface="Aptos" pitchFamily="34" charset="0"/>
                <a:ea typeface="Aptos" pitchFamily="34" charset="-122"/>
                <a:cs typeface="Aptos" pitchFamily="34" charset="-120"/>
              </a:rPr>
              <a:t>Use the Capacity Metrics app to check interactive delay, interactive rejection, and background rejection trends.</a:t>
            </a:r>
            <a:endParaRPr lang="en-US" sz="1400" dirty="0"/>
          </a:p>
        </p:txBody>
      </p:sp>
      <p:sp>
        <p:nvSpPr>
          <p:cNvPr id="80" name="Shape 37">
            <a:extLst>
              <a:ext uri="{FF2B5EF4-FFF2-40B4-BE49-F238E27FC236}">
                <a16:creationId xmlns:a16="http://schemas.microsoft.com/office/drawing/2014/main" id="{2B9CA602-9CDB-5766-4C88-158FAA040D9D}"/>
              </a:ext>
            </a:extLst>
          </p:cNvPr>
          <p:cNvSpPr/>
          <p:nvPr/>
        </p:nvSpPr>
        <p:spPr>
          <a:xfrm>
            <a:off x="4503420" y="6542532"/>
            <a:ext cx="3493008" cy="1481964"/>
          </a:xfrm>
          <a:prstGeom prst="roundRect">
            <a:avLst>
              <a:gd name="adj" fmla="val 4237"/>
            </a:avLst>
          </a:prstGeom>
          <a:solidFill>
            <a:srgbClr val="F8FAFC"/>
          </a:solidFill>
          <a:ln w="12700">
            <a:solidFill>
              <a:srgbClr val="E2E8F0"/>
            </a:solidFill>
            <a:prstDash val="solid"/>
          </a:ln>
        </p:spPr>
        <p:txBody>
          <a:bodyPr/>
          <a:lstStyle/>
          <a:p>
            <a:endParaRPr lang="en-US"/>
          </a:p>
        </p:txBody>
      </p:sp>
      <p:sp>
        <p:nvSpPr>
          <p:cNvPr id="81" name="Text 38">
            <a:extLst>
              <a:ext uri="{FF2B5EF4-FFF2-40B4-BE49-F238E27FC236}">
                <a16:creationId xmlns:a16="http://schemas.microsoft.com/office/drawing/2014/main" id="{1138E299-3492-EA8B-F57D-C4732067C39C}"/>
              </a:ext>
            </a:extLst>
          </p:cNvPr>
          <p:cNvSpPr/>
          <p:nvPr/>
        </p:nvSpPr>
        <p:spPr>
          <a:xfrm>
            <a:off x="4613148" y="6661404"/>
            <a:ext cx="3273552"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0F172A"/>
                </a:solidFill>
                <a:latin typeface="Aptos" pitchFamily="34" charset="0"/>
                <a:ea typeface="Aptos" pitchFamily="34" charset="-122"/>
                <a:cs typeface="Aptos" pitchFamily="34" charset="-120"/>
              </a:rPr>
              <a:t>2. Reduce compute pressure</a:t>
            </a:r>
            <a:endParaRPr lang="en-US" sz="1600" dirty="0"/>
          </a:p>
        </p:txBody>
      </p:sp>
      <p:sp>
        <p:nvSpPr>
          <p:cNvPr id="82" name="Text 39">
            <a:extLst>
              <a:ext uri="{FF2B5EF4-FFF2-40B4-BE49-F238E27FC236}">
                <a16:creationId xmlns:a16="http://schemas.microsoft.com/office/drawing/2014/main" id="{C389ED0E-4DAB-3770-9B77-299B7746D2C0}"/>
              </a:ext>
            </a:extLst>
          </p:cNvPr>
          <p:cNvSpPr/>
          <p:nvPr/>
        </p:nvSpPr>
        <p:spPr>
          <a:xfrm>
            <a:off x="4613148" y="6917436"/>
            <a:ext cx="3273552" cy="673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dirty="0">
                <a:solidFill>
                  <a:srgbClr val="334155"/>
                </a:solidFill>
                <a:latin typeface="Aptos" pitchFamily="34" charset="0"/>
                <a:ea typeface="Aptos" pitchFamily="34" charset="-122"/>
                <a:cs typeface="Aptos" pitchFamily="34" charset="-120"/>
              </a:rPr>
              <a:t>Optimize semantic models, refreshes, Spark jobs, notebooks, pipelines, and expensive SQL/DAX patterns.</a:t>
            </a:r>
            <a:endParaRPr lang="en-US" sz="1400" dirty="0"/>
          </a:p>
        </p:txBody>
      </p:sp>
      <p:sp>
        <p:nvSpPr>
          <p:cNvPr id="83" name="Shape 40">
            <a:extLst>
              <a:ext uri="{FF2B5EF4-FFF2-40B4-BE49-F238E27FC236}">
                <a16:creationId xmlns:a16="http://schemas.microsoft.com/office/drawing/2014/main" id="{6569C348-6329-9692-893D-B9B053C35AB4}"/>
              </a:ext>
            </a:extLst>
          </p:cNvPr>
          <p:cNvSpPr/>
          <p:nvPr/>
        </p:nvSpPr>
        <p:spPr>
          <a:xfrm>
            <a:off x="8161020" y="6542532"/>
            <a:ext cx="3621024" cy="1481964"/>
          </a:xfrm>
          <a:prstGeom prst="roundRect">
            <a:avLst>
              <a:gd name="adj" fmla="val 4237"/>
            </a:avLst>
          </a:prstGeom>
          <a:solidFill>
            <a:srgbClr val="F8FAFC"/>
          </a:solidFill>
          <a:ln w="12700">
            <a:solidFill>
              <a:srgbClr val="E2E8F0"/>
            </a:solidFill>
            <a:prstDash val="solid"/>
          </a:ln>
        </p:spPr>
        <p:txBody>
          <a:bodyPr/>
          <a:lstStyle/>
          <a:p>
            <a:endParaRPr lang="en-US"/>
          </a:p>
        </p:txBody>
      </p:sp>
      <p:sp>
        <p:nvSpPr>
          <p:cNvPr id="84" name="Text 41">
            <a:extLst>
              <a:ext uri="{FF2B5EF4-FFF2-40B4-BE49-F238E27FC236}">
                <a16:creationId xmlns:a16="http://schemas.microsoft.com/office/drawing/2014/main" id="{FEE13DDC-5B52-DD8D-6EDC-C66072419532}"/>
              </a:ext>
            </a:extLst>
          </p:cNvPr>
          <p:cNvSpPr/>
          <p:nvPr/>
        </p:nvSpPr>
        <p:spPr>
          <a:xfrm>
            <a:off x="8270748" y="6661404"/>
            <a:ext cx="3401568"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0F172A"/>
                </a:solidFill>
                <a:latin typeface="Aptos" pitchFamily="34" charset="0"/>
                <a:ea typeface="Aptos" pitchFamily="34" charset="-122"/>
                <a:cs typeface="Aptos" pitchFamily="34" charset="-120"/>
              </a:rPr>
              <a:t>3. Change the capacity plan</a:t>
            </a:r>
            <a:endParaRPr lang="en-US" sz="1600" dirty="0"/>
          </a:p>
        </p:txBody>
      </p:sp>
      <p:sp>
        <p:nvSpPr>
          <p:cNvPr id="85" name="Text 42">
            <a:extLst>
              <a:ext uri="{FF2B5EF4-FFF2-40B4-BE49-F238E27FC236}">
                <a16:creationId xmlns:a16="http://schemas.microsoft.com/office/drawing/2014/main" id="{E43C0FB8-EC47-DA82-48E9-9101768D7CEA}"/>
              </a:ext>
            </a:extLst>
          </p:cNvPr>
          <p:cNvSpPr/>
          <p:nvPr/>
        </p:nvSpPr>
        <p:spPr>
          <a:xfrm>
            <a:off x="8270748" y="6917436"/>
            <a:ext cx="3401568" cy="673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dirty="0">
                <a:solidFill>
                  <a:srgbClr val="334155"/>
                </a:solidFill>
                <a:latin typeface="Aptos" pitchFamily="34" charset="0"/>
                <a:ea typeface="Aptos" pitchFamily="34" charset="-122"/>
                <a:cs typeface="Aptos" pitchFamily="34" charset="-120"/>
              </a:rPr>
              <a:t>Scale up, scale out, isolate high-priority workspaces, or use surge protection / capacity overage where appropriate.</a:t>
            </a:r>
            <a:endParaRPr lang="en-US" sz="1400" dirty="0"/>
          </a:p>
        </p:txBody>
      </p:sp>
      <p:sp>
        <p:nvSpPr>
          <p:cNvPr id="86" name="Text 43">
            <a:extLst>
              <a:ext uri="{FF2B5EF4-FFF2-40B4-BE49-F238E27FC236}">
                <a16:creationId xmlns:a16="http://schemas.microsoft.com/office/drawing/2014/main" id="{96893BCB-CECE-8170-42C4-B55046318DEF}"/>
              </a:ext>
            </a:extLst>
          </p:cNvPr>
          <p:cNvSpPr/>
          <p:nvPr/>
        </p:nvSpPr>
        <p:spPr>
          <a:xfrm>
            <a:off x="914400" y="8349493"/>
            <a:ext cx="11201400" cy="579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i="1" dirty="0">
                <a:solidFill>
                  <a:srgbClr val="475569"/>
                </a:solidFill>
                <a:latin typeface="Aptos" pitchFamily="34" charset="0"/>
                <a:ea typeface="Aptos" pitchFamily="34" charset="-122"/>
                <a:cs typeface="Aptos" pitchFamily="34" charset="-120"/>
              </a:rPr>
              <a:t>Key takeaway: throttling does not mean “Fabric is broken”, it means sustained demand is higher than the capacity can absorb.</a:t>
            </a:r>
            <a:endParaRPr lang="en-US" sz="1600" dirty="0"/>
          </a:p>
        </p:txBody>
      </p:sp>
    </p:spTree>
    <p:extLst>
      <p:ext uri="{BB962C8B-B14F-4D97-AF65-F5344CB8AC3E}">
        <p14:creationId xmlns:p14="http://schemas.microsoft.com/office/powerpoint/2010/main" val="13816938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3D1A2F0-2013-BB4D-82D6-D664BB7DC25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24B05FA-32F8-7D59-9B4E-0224A9A23C7D}"/>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05A6706D-60F5-2225-F6D7-FF26A82BF53E}"/>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F1E10A05-68CD-65F7-F279-9F3B55558D7A}"/>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D7AA84EA-7955-949E-A875-8808FE0F0FE4}"/>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1C67F837-A778-DC7E-D7FB-D480546292CE}"/>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26880C5E-B221-7F79-B5BA-5CE27D04F470}"/>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7677B2EA-33DF-F55E-BD35-D978699B7181}"/>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8183DB58-D9CB-2B06-2587-DBBEBE7D29F7}"/>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4DC06E3B-2450-E224-A059-0A00762B9C21}"/>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56</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EA0953C6-64DF-7A7B-4827-B37542E64785}"/>
              </a:ext>
            </a:extLst>
          </p:cNvPr>
          <p:cNvSpPr/>
          <p:nvPr/>
        </p:nvSpPr>
        <p:spPr>
          <a:xfrm>
            <a:off x="1107548" y="2068068"/>
            <a:ext cx="11846452"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Isolation patterns: the trade-off is simplicity vs blast radius</a:t>
            </a:r>
            <a:endParaRPr lang="en-US" sz="3600" dirty="0">
              <a:solidFill>
                <a:schemeClr val="bg1"/>
              </a:solidFill>
            </a:endParaRPr>
          </a:p>
        </p:txBody>
      </p:sp>
      <p:sp>
        <p:nvSpPr>
          <p:cNvPr id="12" name="Shape 1">
            <a:extLst>
              <a:ext uri="{FF2B5EF4-FFF2-40B4-BE49-F238E27FC236}">
                <a16:creationId xmlns:a16="http://schemas.microsoft.com/office/drawing/2014/main" id="{53E28EBB-E82C-C444-6B61-08B4DCC5E120}"/>
              </a:ext>
            </a:extLst>
          </p:cNvPr>
          <p:cNvSpPr/>
          <p:nvPr/>
        </p:nvSpPr>
        <p:spPr>
          <a:xfrm>
            <a:off x="1153268" y="3009900"/>
            <a:ext cx="3611880" cy="4526280"/>
          </a:xfrm>
          <a:prstGeom prst="roundRect">
            <a:avLst>
              <a:gd name="adj" fmla="val 1266"/>
            </a:avLst>
          </a:prstGeom>
          <a:solidFill>
            <a:srgbClr val="FFFFFF"/>
          </a:solidFill>
          <a:ln w="12700">
            <a:solidFill>
              <a:srgbClr val="C7D4E3"/>
            </a:solidFill>
            <a:prstDash val="solid"/>
          </a:ln>
          <a:effectLst>
            <a:outerShdw blurRad="12700" dist="6350" dir="2700000" algn="bl" rotWithShape="0">
              <a:srgbClr val="7A8CA5">
                <a:alpha val="12000"/>
              </a:srgbClr>
            </a:outerShdw>
          </a:effectLst>
        </p:spPr>
        <p:txBody>
          <a:bodyPr/>
          <a:lstStyle/>
          <a:p>
            <a:endParaRPr lang="en-US"/>
          </a:p>
        </p:txBody>
      </p:sp>
      <p:sp>
        <p:nvSpPr>
          <p:cNvPr id="13" name="Text 2">
            <a:extLst>
              <a:ext uri="{FF2B5EF4-FFF2-40B4-BE49-F238E27FC236}">
                <a16:creationId xmlns:a16="http://schemas.microsoft.com/office/drawing/2014/main" id="{2583981C-C9C1-3EDF-D715-7A29565CD493}"/>
              </a:ext>
            </a:extLst>
          </p:cNvPr>
          <p:cNvSpPr/>
          <p:nvPr/>
        </p:nvSpPr>
        <p:spPr>
          <a:xfrm>
            <a:off x="1354436" y="3275076"/>
            <a:ext cx="2836564" cy="256032"/>
          </a:xfrm>
          <a:prstGeom prst="rect">
            <a:avLst/>
          </a:prstGeom>
          <a:noFill/>
          <a:ln/>
        </p:spPr>
        <p:txBody>
          <a:bodyPr wrap="square" lIns="0" tIns="0" rIns="0" bIns="0" rtlCol="0" anchor="ctr"/>
          <a:lstStyle/>
          <a:p>
            <a:pPr marL="0" indent="0">
              <a:buNone/>
            </a:pPr>
            <a:r>
              <a:rPr lang="en-US" sz="2000" b="1" dirty="0">
                <a:solidFill>
                  <a:srgbClr val="10253E"/>
                </a:solidFill>
              </a:rPr>
              <a:t>A. One shared capacity</a:t>
            </a:r>
            <a:endParaRPr lang="en-US" sz="2000" dirty="0"/>
          </a:p>
        </p:txBody>
      </p:sp>
      <p:sp>
        <p:nvSpPr>
          <p:cNvPr id="14" name="Shape 3">
            <a:extLst>
              <a:ext uri="{FF2B5EF4-FFF2-40B4-BE49-F238E27FC236}">
                <a16:creationId xmlns:a16="http://schemas.microsoft.com/office/drawing/2014/main" id="{D38E3FF5-75FE-4A49-142B-396B39CAB342}"/>
              </a:ext>
            </a:extLst>
          </p:cNvPr>
          <p:cNvSpPr/>
          <p:nvPr/>
        </p:nvSpPr>
        <p:spPr>
          <a:xfrm>
            <a:off x="3622148" y="3585972"/>
            <a:ext cx="868680" cy="429768"/>
          </a:xfrm>
          <a:prstGeom prst="roundRect">
            <a:avLst>
              <a:gd name="adj" fmla="val 23529"/>
            </a:avLst>
          </a:prstGeom>
          <a:solidFill>
            <a:srgbClr val="173B63"/>
          </a:solidFill>
          <a:ln w="12700">
            <a:solidFill>
              <a:srgbClr val="173B63"/>
            </a:solidFill>
            <a:prstDash val="solid"/>
          </a:ln>
          <a:effectLst>
            <a:outerShdw blurRad="12700" dist="3810" dir="2700000" algn="bl" rotWithShape="0">
              <a:srgbClr val="000000">
                <a:alpha val="12000"/>
              </a:srgbClr>
            </a:outerShdw>
          </a:effectLst>
        </p:spPr>
        <p:txBody>
          <a:bodyPr/>
          <a:lstStyle/>
          <a:p>
            <a:endParaRPr lang="en-US"/>
          </a:p>
        </p:txBody>
      </p:sp>
      <p:sp>
        <p:nvSpPr>
          <p:cNvPr id="15" name="Text 4">
            <a:extLst>
              <a:ext uri="{FF2B5EF4-FFF2-40B4-BE49-F238E27FC236}">
                <a16:creationId xmlns:a16="http://schemas.microsoft.com/office/drawing/2014/main" id="{DA8287CD-E059-6C39-4A39-9B8198AF4122}"/>
              </a:ext>
            </a:extLst>
          </p:cNvPr>
          <p:cNvSpPr/>
          <p:nvPr/>
        </p:nvSpPr>
        <p:spPr>
          <a:xfrm>
            <a:off x="3713588" y="3640836"/>
            <a:ext cx="685800" cy="164592"/>
          </a:xfrm>
          <a:prstGeom prst="rect">
            <a:avLst/>
          </a:prstGeom>
          <a:noFill/>
          <a:ln/>
        </p:spPr>
        <p:txBody>
          <a:bodyPr wrap="square" lIns="0" tIns="0" rIns="0" bIns="0" rtlCol="0" anchor="ctr"/>
          <a:lstStyle/>
          <a:p>
            <a:pPr marL="0" indent="0" algn="ctr">
              <a:buNone/>
            </a:pPr>
            <a:r>
              <a:rPr lang="en-US" sz="1200" b="1" dirty="0">
                <a:solidFill>
                  <a:srgbClr val="FFFFFF"/>
                </a:solidFill>
              </a:rPr>
              <a:t>Simple</a:t>
            </a:r>
            <a:endParaRPr lang="en-US" sz="1200" dirty="0"/>
          </a:p>
        </p:txBody>
      </p:sp>
      <p:sp>
        <p:nvSpPr>
          <p:cNvPr id="16" name="Text 5">
            <a:extLst>
              <a:ext uri="{FF2B5EF4-FFF2-40B4-BE49-F238E27FC236}">
                <a16:creationId xmlns:a16="http://schemas.microsoft.com/office/drawing/2014/main" id="{E1DD5D32-F80B-AAA3-7F3D-616247EA2597}"/>
              </a:ext>
            </a:extLst>
          </p:cNvPr>
          <p:cNvSpPr/>
          <p:nvPr/>
        </p:nvSpPr>
        <p:spPr>
          <a:xfrm>
            <a:off x="1354436" y="3832860"/>
            <a:ext cx="914400" cy="182880"/>
          </a:xfrm>
          <a:prstGeom prst="rect">
            <a:avLst/>
          </a:prstGeom>
          <a:noFill/>
          <a:ln/>
        </p:spPr>
        <p:txBody>
          <a:bodyPr wrap="square" lIns="0" tIns="0" rIns="0" bIns="0" rtlCol="0" anchor="ctr"/>
          <a:lstStyle/>
          <a:p>
            <a:pPr marL="0" indent="0">
              <a:buNone/>
            </a:pPr>
            <a:r>
              <a:rPr lang="en-US" b="1" dirty="0">
                <a:solidFill>
                  <a:srgbClr val="173B63"/>
                </a:solidFill>
              </a:rPr>
              <a:t>Strengths</a:t>
            </a:r>
            <a:endParaRPr lang="en-US" dirty="0"/>
          </a:p>
        </p:txBody>
      </p:sp>
      <p:sp>
        <p:nvSpPr>
          <p:cNvPr id="17" name="Shape 6">
            <a:extLst>
              <a:ext uri="{FF2B5EF4-FFF2-40B4-BE49-F238E27FC236}">
                <a16:creationId xmlns:a16="http://schemas.microsoft.com/office/drawing/2014/main" id="{D72A9248-81B2-D5E2-64EE-D26047DF9549}"/>
              </a:ext>
            </a:extLst>
          </p:cNvPr>
          <p:cNvSpPr/>
          <p:nvPr/>
        </p:nvSpPr>
        <p:spPr>
          <a:xfrm>
            <a:off x="1354436" y="4213860"/>
            <a:ext cx="91440" cy="91440"/>
          </a:xfrm>
          <a:prstGeom prst="ellipse">
            <a:avLst/>
          </a:prstGeom>
          <a:solidFill>
            <a:srgbClr val="173B63"/>
          </a:solidFill>
          <a:ln w="12700">
            <a:solidFill>
              <a:srgbClr val="173B63"/>
            </a:solidFill>
            <a:prstDash val="solid"/>
          </a:ln>
        </p:spPr>
        <p:txBody>
          <a:bodyPr/>
          <a:lstStyle/>
          <a:p>
            <a:endParaRPr lang="en-US"/>
          </a:p>
        </p:txBody>
      </p:sp>
      <p:sp>
        <p:nvSpPr>
          <p:cNvPr id="18" name="Text 7">
            <a:extLst>
              <a:ext uri="{FF2B5EF4-FFF2-40B4-BE49-F238E27FC236}">
                <a16:creationId xmlns:a16="http://schemas.microsoft.com/office/drawing/2014/main" id="{51E9DF44-7070-9022-8271-7116F9F6D073}"/>
              </a:ext>
            </a:extLst>
          </p:cNvPr>
          <p:cNvSpPr/>
          <p:nvPr/>
        </p:nvSpPr>
        <p:spPr>
          <a:xfrm>
            <a:off x="1519028" y="4039108"/>
            <a:ext cx="3044952" cy="494792"/>
          </a:xfrm>
          <a:prstGeom prst="rect">
            <a:avLst/>
          </a:prstGeom>
          <a:noFill/>
          <a:ln/>
        </p:spPr>
        <p:txBody>
          <a:bodyPr wrap="square" lIns="0" tIns="0" rIns="0" bIns="0" rtlCol="0" anchor="ctr"/>
          <a:lstStyle/>
          <a:p>
            <a:pPr marL="0" indent="0">
              <a:buNone/>
            </a:pPr>
            <a:r>
              <a:rPr lang="en-US" dirty="0">
                <a:solidFill>
                  <a:srgbClr val="10253E"/>
                </a:solidFill>
              </a:rPr>
              <a:t>Easy billing story</a:t>
            </a:r>
            <a:endParaRPr lang="en-US" dirty="0"/>
          </a:p>
        </p:txBody>
      </p:sp>
      <p:sp>
        <p:nvSpPr>
          <p:cNvPr id="19" name="Shape 8">
            <a:extLst>
              <a:ext uri="{FF2B5EF4-FFF2-40B4-BE49-F238E27FC236}">
                <a16:creationId xmlns:a16="http://schemas.microsoft.com/office/drawing/2014/main" id="{50BC93FF-CB1B-0469-3796-1EA3B836B028}"/>
              </a:ext>
            </a:extLst>
          </p:cNvPr>
          <p:cNvSpPr/>
          <p:nvPr/>
        </p:nvSpPr>
        <p:spPr>
          <a:xfrm>
            <a:off x="1354436" y="4693412"/>
            <a:ext cx="91440" cy="91440"/>
          </a:xfrm>
          <a:prstGeom prst="ellipse">
            <a:avLst/>
          </a:prstGeom>
          <a:solidFill>
            <a:srgbClr val="173B63"/>
          </a:solidFill>
          <a:ln w="12700">
            <a:solidFill>
              <a:srgbClr val="173B63"/>
            </a:solidFill>
            <a:prstDash val="solid"/>
          </a:ln>
        </p:spPr>
        <p:txBody>
          <a:bodyPr/>
          <a:lstStyle/>
          <a:p>
            <a:endParaRPr lang="en-US"/>
          </a:p>
        </p:txBody>
      </p:sp>
      <p:sp>
        <p:nvSpPr>
          <p:cNvPr id="20" name="Text 9">
            <a:extLst>
              <a:ext uri="{FF2B5EF4-FFF2-40B4-BE49-F238E27FC236}">
                <a16:creationId xmlns:a16="http://schemas.microsoft.com/office/drawing/2014/main" id="{55774372-AB54-5464-7442-00656230A289}"/>
              </a:ext>
            </a:extLst>
          </p:cNvPr>
          <p:cNvSpPr/>
          <p:nvPr/>
        </p:nvSpPr>
        <p:spPr>
          <a:xfrm>
            <a:off x="1519028" y="4457700"/>
            <a:ext cx="3044952" cy="494792"/>
          </a:xfrm>
          <a:prstGeom prst="rect">
            <a:avLst/>
          </a:prstGeom>
          <a:noFill/>
          <a:ln/>
        </p:spPr>
        <p:txBody>
          <a:bodyPr wrap="square" lIns="0" tIns="0" rIns="0" bIns="0" rtlCol="0" anchor="ctr"/>
          <a:lstStyle/>
          <a:p>
            <a:pPr marL="0" indent="0">
              <a:buNone/>
            </a:pPr>
            <a:r>
              <a:rPr lang="en-US" sz="1600" dirty="0">
                <a:solidFill>
                  <a:srgbClr val="10253E"/>
                </a:solidFill>
              </a:rPr>
              <a:t>Few moving parts</a:t>
            </a:r>
            <a:endParaRPr lang="en-US" sz="1600" dirty="0"/>
          </a:p>
        </p:txBody>
      </p:sp>
      <p:sp>
        <p:nvSpPr>
          <p:cNvPr id="21" name="Text 10">
            <a:extLst>
              <a:ext uri="{FF2B5EF4-FFF2-40B4-BE49-F238E27FC236}">
                <a16:creationId xmlns:a16="http://schemas.microsoft.com/office/drawing/2014/main" id="{8A9C28A9-78EF-DA8D-5D90-53806B1E2DC2}"/>
              </a:ext>
            </a:extLst>
          </p:cNvPr>
          <p:cNvSpPr/>
          <p:nvPr/>
        </p:nvSpPr>
        <p:spPr>
          <a:xfrm>
            <a:off x="1354436" y="5780532"/>
            <a:ext cx="731520" cy="182880"/>
          </a:xfrm>
          <a:prstGeom prst="rect">
            <a:avLst/>
          </a:prstGeom>
          <a:noFill/>
          <a:ln/>
        </p:spPr>
        <p:txBody>
          <a:bodyPr wrap="square" lIns="0" tIns="0" rIns="0" bIns="0" rtlCol="0" anchor="ctr"/>
          <a:lstStyle/>
          <a:p>
            <a:pPr marL="0" indent="0">
              <a:buNone/>
            </a:pPr>
            <a:r>
              <a:rPr lang="en-US" b="1" dirty="0">
                <a:solidFill>
                  <a:srgbClr val="B94A48"/>
                </a:solidFill>
              </a:rPr>
              <a:t>Risks</a:t>
            </a:r>
            <a:endParaRPr lang="en-US" dirty="0"/>
          </a:p>
        </p:txBody>
      </p:sp>
      <p:sp>
        <p:nvSpPr>
          <p:cNvPr id="22" name="Shape 11">
            <a:extLst>
              <a:ext uri="{FF2B5EF4-FFF2-40B4-BE49-F238E27FC236}">
                <a16:creationId xmlns:a16="http://schemas.microsoft.com/office/drawing/2014/main" id="{8E29C160-6C5A-5E52-F232-0721D650FE37}"/>
              </a:ext>
            </a:extLst>
          </p:cNvPr>
          <p:cNvSpPr/>
          <p:nvPr/>
        </p:nvSpPr>
        <p:spPr>
          <a:xfrm>
            <a:off x="1354436" y="6063996"/>
            <a:ext cx="91440" cy="91440"/>
          </a:xfrm>
          <a:prstGeom prst="ellipse">
            <a:avLst/>
          </a:prstGeom>
          <a:solidFill>
            <a:srgbClr val="B94A48"/>
          </a:solidFill>
          <a:ln w="12700">
            <a:solidFill>
              <a:srgbClr val="B94A48"/>
            </a:solidFill>
            <a:prstDash val="solid"/>
          </a:ln>
        </p:spPr>
        <p:txBody>
          <a:bodyPr/>
          <a:lstStyle/>
          <a:p>
            <a:endParaRPr lang="en-US"/>
          </a:p>
        </p:txBody>
      </p:sp>
      <p:sp>
        <p:nvSpPr>
          <p:cNvPr id="23" name="Text 12">
            <a:extLst>
              <a:ext uri="{FF2B5EF4-FFF2-40B4-BE49-F238E27FC236}">
                <a16:creationId xmlns:a16="http://schemas.microsoft.com/office/drawing/2014/main" id="{6B8134F9-2B14-C6E1-E5E1-803AA1E31E12}"/>
              </a:ext>
            </a:extLst>
          </p:cNvPr>
          <p:cNvSpPr/>
          <p:nvPr/>
        </p:nvSpPr>
        <p:spPr>
          <a:xfrm>
            <a:off x="1519028" y="5905500"/>
            <a:ext cx="3044952" cy="450977"/>
          </a:xfrm>
          <a:prstGeom prst="rect">
            <a:avLst/>
          </a:prstGeom>
          <a:noFill/>
          <a:ln/>
        </p:spPr>
        <p:txBody>
          <a:bodyPr wrap="square" lIns="0" tIns="0" rIns="0" bIns="0" rtlCol="0" anchor="ctr"/>
          <a:lstStyle/>
          <a:p>
            <a:pPr marL="0" indent="0">
              <a:buNone/>
            </a:pPr>
            <a:r>
              <a:rPr lang="en-US" dirty="0">
                <a:solidFill>
                  <a:srgbClr val="10253E"/>
                </a:solidFill>
              </a:rPr>
              <a:t>Noisy neighbors</a:t>
            </a:r>
            <a:endParaRPr lang="en-US" dirty="0"/>
          </a:p>
        </p:txBody>
      </p:sp>
      <p:sp>
        <p:nvSpPr>
          <p:cNvPr id="24" name="Shape 13">
            <a:extLst>
              <a:ext uri="{FF2B5EF4-FFF2-40B4-BE49-F238E27FC236}">
                <a16:creationId xmlns:a16="http://schemas.microsoft.com/office/drawing/2014/main" id="{E640E228-24B8-61E3-8FB0-88CFA16489A4}"/>
              </a:ext>
            </a:extLst>
          </p:cNvPr>
          <p:cNvSpPr/>
          <p:nvPr/>
        </p:nvSpPr>
        <p:spPr>
          <a:xfrm>
            <a:off x="1354436" y="6560693"/>
            <a:ext cx="91440" cy="91440"/>
          </a:xfrm>
          <a:prstGeom prst="ellipse">
            <a:avLst/>
          </a:prstGeom>
          <a:solidFill>
            <a:srgbClr val="B94A48"/>
          </a:solidFill>
          <a:ln w="12700">
            <a:solidFill>
              <a:srgbClr val="B94A48"/>
            </a:solidFill>
            <a:prstDash val="solid"/>
          </a:ln>
        </p:spPr>
        <p:txBody>
          <a:bodyPr/>
          <a:lstStyle/>
          <a:p>
            <a:endParaRPr lang="en-US"/>
          </a:p>
        </p:txBody>
      </p:sp>
      <p:sp>
        <p:nvSpPr>
          <p:cNvPr id="25" name="Text 14">
            <a:extLst>
              <a:ext uri="{FF2B5EF4-FFF2-40B4-BE49-F238E27FC236}">
                <a16:creationId xmlns:a16="http://schemas.microsoft.com/office/drawing/2014/main" id="{6A396CE0-6BA7-F03A-1555-19C49B5E7D90}"/>
              </a:ext>
            </a:extLst>
          </p:cNvPr>
          <p:cNvSpPr/>
          <p:nvPr/>
        </p:nvSpPr>
        <p:spPr>
          <a:xfrm>
            <a:off x="1519028" y="6362700"/>
            <a:ext cx="3044952" cy="450977"/>
          </a:xfrm>
          <a:prstGeom prst="rect">
            <a:avLst/>
          </a:prstGeom>
          <a:noFill/>
          <a:ln/>
        </p:spPr>
        <p:txBody>
          <a:bodyPr wrap="square" lIns="0" tIns="0" rIns="0" bIns="0" rtlCol="0" anchor="ctr"/>
          <a:lstStyle/>
          <a:p>
            <a:pPr marL="0" indent="0">
              <a:buNone/>
            </a:pPr>
            <a:r>
              <a:rPr lang="en-US" dirty="0">
                <a:solidFill>
                  <a:srgbClr val="10253E"/>
                </a:solidFill>
              </a:rPr>
              <a:t>Weak accountability</a:t>
            </a:r>
            <a:endParaRPr lang="en-US" dirty="0"/>
          </a:p>
        </p:txBody>
      </p:sp>
      <p:sp>
        <p:nvSpPr>
          <p:cNvPr id="26" name="Shape 15">
            <a:extLst>
              <a:ext uri="{FF2B5EF4-FFF2-40B4-BE49-F238E27FC236}">
                <a16:creationId xmlns:a16="http://schemas.microsoft.com/office/drawing/2014/main" id="{A4D3F71E-16BC-E04C-9112-8844580059C0}"/>
              </a:ext>
            </a:extLst>
          </p:cNvPr>
          <p:cNvSpPr/>
          <p:nvPr/>
        </p:nvSpPr>
        <p:spPr>
          <a:xfrm>
            <a:off x="1354436" y="7057390"/>
            <a:ext cx="91440" cy="91440"/>
          </a:xfrm>
          <a:prstGeom prst="ellipse">
            <a:avLst/>
          </a:prstGeom>
          <a:solidFill>
            <a:srgbClr val="B94A48"/>
          </a:solidFill>
          <a:ln w="12700">
            <a:solidFill>
              <a:srgbClr val="B94A48"/>
            </a:solidFill>
            <a:prstDash val="solid"/>
          </a:ln>
        </p:spPr>
        <p:txBody>
          <a:bodyPr/>
          <a:lstStyle/>
          <a:p>
            <a:endParaRPr lang="en-US"/>
          </a:p>
        </p:txBody>
      </p:sp>
      <p:sp>
        <p:nvSpPr>
          <p:cNvPr id="27" name="Text 16">
            <a:extLst>
              <a:ext uri="{FF2B5EF4-FFF2-40B4-BE49-F238E27FC236}">
                <a16:creationId xmlns:a16="http://schemas.microsoft.com/office/drawing/2014/main" id="{1A682D86-E554-6766-429C-1FD122B6D7F9}"/>
              </a:ext>
            </a:extLst>
          </p:cNvPr>
          <p:cNvSpPr/>
          <p:nvPr/>
        </p:nvSpPr>
        <p:spPr>
          <a:xfrm>
            <a:off x="1519028" y="6896100"/>
            <a:ext cx="3044952" cy="450977"/>
          </a:xfrm>
          <a:prstGeom prst="rect">
            <a:avLst/>
          </a:prstGeom>
          <a:noFill/>
          <a:ln/>
        </p:spPr>
        <p:txBody>
          <a:bodyPr wrap="square" lIns="0" tIns="0" rIns="0" bIns="0" rtlCol="0" anchor="ctr"/>
          <a:lstStyle/>
          <a:p>
            <a:pPr marL="0" indent="0">
              <a:buNone/>
            </a:pPr>
            <a:r>
              <a:rPr lang="en-US" dirty="0">
                <a:solidFill>
                  <a:srgbClr val="10253E"/>
                </a:solidFill>
              </a:rPr>
              <a:t>Hard to protect executive SLAs</a:t>
            </a:r>
            <a:endParaRPr lang="en-US" dirty="0"/>
          </a:p>
        </p:txBody>
      </p:sp>
      <p:sp>
        <p:nvSpPr>
          <p:cNvPr id="28" name="Shape 17">
            <a:extLst>
              <a:ext uri="{FF2B5EF4-FFF2-40B4-BE49-F238E27FC236}">
                <a16:creationId xmlns:a16="http://schemas.microsoft.com/office/drawing/2014/main" id="{D9FE2731-95D0-047B-BE57-38C344201840}"/>
              </a:ext>
            </a:extLst>
          </p:cNvPr>
          <p:cNvSpPr/>
          <p:nvPr/>
        </p:nvSpPr>
        <p:spPr>
          <a:xfrm>
            <a:off x="4902308" y="3009900"/>
            <a:ext cx="3611880" cy="4526280"/>
          </a:xfrm>
          <a:prstGeom prst="roundRect">
            <a:avLst>
              <a:gd name="adj" fmla="val 1266"/>
            </a:avLst>
          </a:prstGeom>
          <a:solidFill>
            <a:srgbClr val="FFFFFF"/>
          </a:solidFill>
          <a:ln w="12700">
            <a:solidFill>
              <a:srgbClr val="C7D4E3"/>
            </a:solidFill>
            <a:prstDash val="solid"/>
          </a:ln>
          <a:effectLst>
            <a:outerShdw blurRad="12700" dist="6350" dir="2700000" algn="bl" rotWithShape="0">
              <a:srgbClr val="7A8CA5">
                <a:alpha val="12000"/>
              </a:srgbClr>
            </a:outerShdw>
          </a:effectLst>
        </p:spPr>
        <p:txBody>
          <a:bodyPr/>
          <a:lstStyle/>
          <a:p>
            <a:endParaRPr lang="en-US"/>
          </a:p>
        </p:txBody>
      </p:sp>
      <p:sp>
        <p:nvSpPr>
          <p:cNvPr id="29" name="Text 18">
            <a:extLst>
              <a:ext uri="{FF2B5EF4-FFF2-40B4-BE49-F238E27FC236}">
                <a16:creationId xmlns:a16="http://schemas.microsoft.com/office/drawing/2014/main" id="{922806DB-97B9-5FD8-84C3-EA8F112538BA}"/>
              </a:ext>
            </a:extLst>
          </p:cNvPr>
          <p:cNvSpPr/>
          <p:nvPr/>
        </p:nvSpPr>
        <p:spPr>
          <a:xfrm>
            <a:off x="5103476" y="3275076"/>
            <a:ext cx="2331720" cy="256032"/>
          </a:xfrm>
          <a:prstGeom prst="rect">
            <a:avLst/>
          </a:prstGeom>
          <a:noFill/>
          <a:ln/>
        </p:spPr>
        <p:txBody>
          <a:bodyPr wrap="square" lIns="0" tIns="0" rIns="0" bIns="0" rtlCol="0" anchor="ctr"/>
          <a:lstStyle/>
          <a:p>
            <a:pPr marL="0" indent="0">
              <a:buNone/>
            </a:pPr>
            <a:r>
              <a:rPr lang="en-US" sz="2000" b="1" dirty="0">
                <a:solidFill>
                  <a:srgbClr val="10253E"/>
                </a:solidFill>
              </a:rPr>
              <a:t>B. Tier by criticality</a:t>
            </a:r>
            <a:endParaRPr lang="en-US" sz="2000" dirty="0"/>
          </a:p>
        </p:txBody>
      </p:sp>
      <p:sp>
        <p:nvSpPr>
          <p:cNvPr id="30" name="Shape 19">
            <a:extLst>
              <a:ext uri="{FF2B5EF4-FFF2-40B4-BE49-F238E27FC236}">
                <a16:creationId xmlns:a16="http://schemas.microsoft.com/office/drawing/2014/main" id="{62D5CACA-53F5-2ABB-21C8-05E66F86C8AD}"/>
              </a:ext>
            </a:extLst>
          </p:cNvPr>
          <p:cNvSpPr/>
          <p:nvPr/>
        </p:nvSpPr>
        <p:spPr>
          <a:xfrm>
            <a:off x="6868268" y="3585972"/>
            <a:ext cx="1371600" cy="429768"/>
          </a:xfrm>
          <a:prstGeom prst="roundRect">
            <a:avLst>
              <a:gd name="adj" fmla="val 23529"/>
            </a:avLst>
          </a:prstGeom>
          <a:solidFill>
            <a:srgbClr val="0F766E"/>
          </a:solidFill>
          <a:ln w="12700">
            <a:solidFill>
              <a:srgbClr val="0F766E"/>
            </a:solidFill>
            <a:prstDash val="solid"/>
          </a:ln>
          <a:effectLst>
            <a:outerShdw blurRad="12700" dist="3810" dir="2700000" algn="bl" rotWithShape="0">
              <a:srgbClr val="000000">
                <a:alpha val="12000"/>
              </a:srgbClr>
            </a:outerShdw>
          </a:effectLst>
        </p:spPr>
        <p:txBody>
          <a:bodyPr/>
          <a:lstStyle/>
          <a:p>
            <a:endParaRPr lang="en-US"/>
          </a:p>
        </p:txBody>
      </p:sp>
      <p:sp>
        <p:nvSpPr>
          <p:cNvPr id="31" name="Text 20">
            <a:extLst>
              <a:ext uri="{FF2B5EF4-FFF2-40B4-BE49-F238E27FC236}">
                <a16:creationId xmlns:a16="http://schemas.microsoft.com/office/drawing/2014/main" id="{704FF86A-BEDB-BB45-A943-B1DCE9F0C0B5}"/>
              </a:ext>
            </a:extLst>
          </p:cNvPr>
          <p:cNvSpPr/>
          <p:nvPr/>
        </p:nvSpPr>
        <p:spPr>
          <a:xfrm>
            <a:off x="7010400" y="3695700"/>
            <a:ext cx="1138028" cy="163767"/>
          </a:xfrm>
          <a:prstGeom prst="rect">
            <a:avLst/>
          </a:prstGeom>
          <a:noFill/>
          <a:ln/>
        </p:spPr>
        <p:txBody>
          <a:bodyPr wrap="square" lIns="0" tIns="0" rIns="0" bIns="0" rtlCol="0" anchor="ctr"/>
          <a:lstStyle/>
          <a:p>
            <a:pPr marL="0" indent="0" algn="ctr">
              <a:buNone/>
            </a:pPr>
            <a:r>
              <a:rPr lang="en-US" sz="1200" b="1" dirty="0">
                <a:solidFill>
                  <a:srgbClr val="FFFFFF"/>
                </a:solidFill>
              </a:rPr>
              <a:t>Recommended default</a:t>
            </a:r>
            <a:endParaRPr lang="en-US" sz="1200" dirty="0"/>
          </a:p>
        </p:txBody>
      </p:sp>
      <p:sp>
        <p:nvSpPr>
          <p:cNvPr id="32" name="Text 21">
            <a:extLst>
              <a:ext uri="{FF2B5EF4-FFF2-40B4-BE49-F238E27FC236}">
                <a16:creationId xmlns:a16="http://schemas.microsoft.com/office/drawing/2014/main" id="{C29C8539-B4C3-D159-B30F-C59763215A45}"/>
              </a:ext>
            </a:extLst>
          </p:cNvPr>
          <p:cNvSpPr/>
          <p:nvPr/>
        </p:nvSpPr>
        <p:spPr>
          <a:xfrm>
            <a:off x="5103476" y="3832860"/>
            <a:ext cx="914400" cy="182880"/>
          </a:xfrm>
          <a:prstGeom prst="rect">
            <a:avLst/>
          </a:prstGeom>
          <a:noFill/>
          <a:ln/>
        </p:spPr>
        <p:txBody>
          <a:bodyPr wrap="square" lIns="0" tIns="0" rIns="0" bIns="0" rtlCol="0" anchor="ctr"/>
          <a:lstStyle/>
          <a:p>
            <a:pPr marL="0" indent="0">
              <a:buNone/>
            </a:pPr>
            <a:r>
              <a:rPr lang="en-US" b="1" dirty="0">
                <a:solidFill>
                  <a:srgbClr val="0F766E"/>
                </a:solidFill>
              </a:rPr>
              <a:t>Strengths</a:t>
            </a:r>
            <a:endParaRPr lang="en-US" dirty="0"/>
          </a:p>
        </p:txBody>
      </p:sp>
      <p:sp>
        <p:nvSpPr>
          <p:cNvPr id="33" name="Shape 22">
            <a:extLst>
              <a:ext uri="{FF2B5EF4-FFF2-40B4-BE49-F238E27FC236}">
                <a16:creationId xmlns:a16="http://schemas.microsoft.com/office/drawing/2014/main" id="{5D0D1CB4-114A-FC83-46F3-3E0D07FD2EE5}"/>
              </a:ext>
            </a:extLst>
          </p:cNvPr>
          <p:cNvSpPr/>
          <p:nvPr/>
        </p:nvSpPr>
        <p:spPr>
          <a:xfrm>
            <a:off x="5103476" y="4213860"/>
            <a:ext cx="91440" cy="91440"/>
          </a:xfrm>
          <a:prstGeom prst="ellipse">
            <a:avLst/>
          </a:prstGeom>
          <a:solidFill>
            <a:srgbClr val="0F766E"/>
          </a:solidFill>
          <a:ln w="12700">
            <a:solidFill>
              <a:srgbClr val="0F766E"/>
            </a:solidFill>
            <a:prstDash val="solid"/>
          </a:ln>
        </p:spPr>
        <p:txBody>
          <a:bodyPr/>
          <a:lstStyle/>
          <a:p>
            <a:endParaRPr lang="en-US"/>
          </a:p>
        </p:txBody>
      </p:sp>
      <p:sp>
        <p:nvSpPr>
          <p:cNvPr id="34" name="Text 23">
            <a:extLst>
              <a:ext uri="{FF2B5EF4-FFF2-40B4-BE49-F238E27FC236}">
                <a16:creationId xmlns:a16="http://schemas.microsoft.com/office/drawing/2014/main" id="{3FD134B7-EFE5-32A3-B6D1-B780C7233DC1}"/>
              </a:ext>
            </a:extLst>
          </p:cNvPr>
          <p:cNvSpPr/>
          <p:nvPr/>
        </p:nvSpPr>
        <p:spPr>
          <a:xfrm>
            <a:off x="5268068" y="4039108"/>
            <a:ext cx="3044952" cy="494792"/>
          </a:xfrm>
          <a:prstGeom prst="rect">
            <a:avLst/>
          </a:prstGeom>
          <a:noFill/>
          <a:ln/>
        </p:spPr>
        <p:txBody>
          <a:bodyPr wrap="square" lIns="0" tIns="0" rIns="0" bIns="0" rtlCol="0" anchor="ctr"/>
          <a:lstStyle/>
          <a:p>
            <a:pPr marL="0" indent="0">
              <a:buNone/>
            </a:pPr>
            <a:r>
              <a:rPr lang="en-US" dirty="0">
                <a:solidFill>
                  <a:srgbClr val="10253E"/>
                </a:solidFill>
              </a:rPr>
              <a:t>Protects prod BI</a:t>
            </a:r>
            <a:endParaRPr lang="en-US" dirty="0"/>
          </a:p>
        </p:txBody>
      </p:sp>
      <p:sp>
        <p:nvSpPr>
          <p:cNvPr id="35" name="Shape 24">
            <a:extLst>
              <a:ext uri="{FF2B5EF4-FFF2-40B4-BE49-F238E27FC236}">
                <a16:creationId xmlns:a16="http://schemas.microsoft.com/office/drawing/2014/main" id="{B3260380-19F0-E1C0-FCED-FD059695BF60}"/>
              </a:ext>
            </a:extLst>
          </p:cNvPr>
          <p:cNvSpPr/>
          <p:nvPr/>
        </p:nvSpPr>
        <p:spPr>
          <a:xfrm>
            <a:off x="5103476" y="4693412"/>
            <a:ext cx="91440" cy="91440"/>
          </a:xfrm>
          <a:prstGeom prst="ellipse">
            <a:avLst/>
          </a:prstGeom>
          <a:solidFill>
            <a:srgbClr val="0F766E"/>
          </a:solidFill>
          <a:ln w="12700">
            <a:solidFill>
              <a:srgbClr val="0F766E"/>
            </a:solidFill>
            <a:prstDash val="solid"/>
          </a:ln>
        </p:spPr>
        <p:txBody>
          <a:bodyPr/>
          <a:lstStyle/>
          <a:p>
            <a:endParaRPr lang="en-US"/>
          </a:p>
        </p:txBody>
      </p:sp>
      <p:sp>
        <p:nvSpPr>
          <p:cNvPr id="36" name="Text 25">
            <a:extLst>
              <a:ext uri="{FF2B5EF4-FFF2-40B4-BE49-F238E27FC236}">
                <a16:creationId xmlns:a16="http://schemas.microsoft.com/office/drawing/2014/main" id="{F5F585B5-ECEC-5A00-D96E-E7A20472D027}"/>
              </a:ext>
            </a:extLst>
          </p:cNvPr>
          <p:cNvSpPr/>
          <p:nvPr/>
        </p:nvSpPr>
        <p:spPr>
          <a:xfrm>
            <a:off x="5268068" y="4496308"/>
            <a:ext cx="3044952" cy="494792"/>
          </a:xfrm>
          <a:prstGeom prst="rect">
            <a:avLst/>
          </a:prstGeom>
          <a:noFill/>
          <a:ln/>
        </p:spPr>
        <p:txBody>
          <a:bodyPr wrap="square" lIns="0" tIns="0" rIns="0" bIns="0" rtlCol="0" anchor="ctr"/>
          <a:lstStyle/>
          <a:p>
            <a:pPr marL="0" indent="0">
              <a:buNone/>
            </a:pPr>
            <a:r>
              <a:rPr lang="en-US" dirty="0">
                <a:solidFill>
                  <a:srgbClr val="10253E"/>
                </a:solidFill>
              </a:rPr>
              <a:t>Separates experimentation</a:t>
            </a:r>
            <a:endParaRPr lang="en-US" dirty="0"/>
          </a:p>
        </p:txBody>
      </p:sp>
      <p:sp>
        <p:nvSpPr>
          <p:cNvPr id="37" name="Shape 26">
            <a:extLst>
              <a:ext uri="{FF2B5EF4-FFF2-40B4-BE49-F238E27FC236}">
                <a16:creationId xmlns:a16="http://schemas.microsoft.com/office/drawing/2014/main" id="{DEF83CDC-F67B-03E9-8F06-E6C371DA3869}"/>
              </a:ext>
            </a:extLst>
          </p:cNvPr>
          <p:cNvSpPr/>
          <p:nvPr/>
        </p:nvSpPr>
        <p:spPr>
          <a:xfrm>
            <a:off x="5103476" y="5185156"/>
            <a:ext cx="91440" cy="91440"/>
          </a:xfrm>
          <a:prstGeom prst="ellipse">
            <a:avLst/>
          </a:prstGeom>
          <a:solidFill>
            <a:srgbClr val="0F766E"/>
          </a:solidFill>
          <a:ln w="12700">
            <a:solidFill>
              <a:srgbClr val="0F766E"/>
            </a:solidFill>
            <a:prstDash val="solid"/>
          </a:ln>
        </p:spPr>
        <p:txBody>
          <a:bodyPr/>
          <a:lstStyle/>
          <a:p>
            <a:endParaRPr lang="en-US"/>
          </a:p>
        </p:txBody>
      </p:sp>
      <p:sp>
        <p:nvSpPr>
          <p:cNvPr id="38" name="Text 27">
            <a:extLst>
              <a:ext uri="{FF2B5EF4-FFF2-40B4-BE49-F238E27FC236}">
                <a16:creationId xmlns:a16="http://schemas.microsoft.com/office/drawing/2014/main" id="{9410BA6A-04E5-4E63-974E-AC1E72DCC907}"/>
              </a:ext>
            </a:extLst>
          </p:cNvPr>
          <p:cNvSpPr/>
          <p:nvPr/>
        </p:nvSpPr>
        <p:spPr>
          <a:xfrm>
            <a:off x="5268068" y="4991100"/>
            <a:ext cx="3044952" cy="494792"/>
          </a:xfrm>
          <a:prstGeom prst="rect">
            <a:avLst/>
          </a:prstGeom>
          <a:noFill/>
          <a:ln/>
        </p:spPr>
        <p:txBody>
          <a:bodyPr wrap="square" lIns="0" tIns="0" rIns="0" bIns="0" rtlCol="0" anchor="ctr"/>
          <a:lstStyle/>
          <a:p>
            <a:pPr marL="0" indent="0">
              <a:buNone/>
            </a:pPr>
            <a:r>
              <a:rPr lang="en-US" dirty="0">
                <a:solidFill>
                  <a:srgbClr val="10253E"/>
                </a:solidFill>
              </a:rPr>
              <a:t>Supports different service levels</a:t>
            </a:r>
            <a:endParaRPr lang="en-US" dirty="0"/>
          </a:p>
        </p:txBody>
      </p:sp>
      <p:sp>
        <p:nvSpPr>
          <p:cNvPr id="39" name="Text 28">
            <a:extLst>
              <a:ext uri="{FF2B5EF4-FFF2-40B4-BE49-F238E27FC236}">
                <a16:creationId xmlns:a16="http://schemas.microsoft.com/office/drawing/2014/main" id="{6CB556A6-F2FB-39D9-9B74-4A53417C050E}"/>
              </a:ext>
            </a:extLst>
          </p:cNvPr>
          <p:cNvSpPr/>
          <p:nvPr/>
        </p:nvSpPr>
        <p:spPr>
          <a:xfrm>
            <a:off x="5103476" y="5780532"/>
            <a:ext cx="731520" cy="182880"/>
          </a:xfrm>
          <a:prstGeom prst="rect">
            <a:avLst/>
          </a:prstGeom>
          <a:noFill/>
          <a:ln/>
        </p:spPr>
        <p:txBody>
          <a:bodyPr wrap="square" lIns="0" tIns="0" rIns="0" bIns="0" rtlCol="0" anchor="ctr"/>
          <a:lstStyle/>
          <a:p>
            <a:pPr marL="0" indent="0">
              <a:buNone/>
            </a:pPr>
            <a:r>
              <a:rPr lang="en-US" b="1" dirty="0">
                <a:solidFill>
                  <a:srgbClr val="B94A48"/>
                </a:solidFill>
              </a:rPr>
              <a:t>Risks</a:t>
            </a:r>
            <a:endParaRPr lang="en-US" dirty="0"/>
          </a:p>
        </p:txBody>
      </p:sp>
      <p:sp>
        <p:nvSpPr>
          <p:cNvPr id="40" name="Shape 29">
            <a:extLst>
              <a:ext uri="{FF2B5EF4-FFF2-40B4-BE49-F238E27FC236}">
                <a16:creationId xmlns:a16="http://schemas.microsoft.com/office/drawing/2014/main" id="{AFD1F46D-96A9-A2E3-3372-60974FFAAD90}"/>
              </a:ext>
            </a:extLst>
          </p:cNvPr>
          <p:cNvSpPr/>
          <p:nvPr/>
        </p:nvSpPr>
        <p:spPr>
          <a:xfrm>
            <a:off x="5103476" y="6063996"/>
            <a:ext cx="91440" cy="91440"/>
          </a:xfrm>
          <a:prstGeom prst="ellipse">
            <a:avLst/>
          </a:prstGeom>
          <a:solidFill>
            <a:srgbClr val="B94A48"/>
          </a:solidFill>
          <a:ln w="12700">
            <a:solidFill>
              <a:srgbClr val="B94A48"/>
            </a:solidFill>
            <a:prstDash val="solid"/>
          </a:ln>
        </p:spPr>
        <p:txBody>
          <a:bodyPr/>
          <a:lstStyle/>
          <a:p>
            <a:endParaRPr lang="en-US"/>
          </a:p>
        </p:txBody>
      </p:sp>
      <p:sp>
        <p:nvSpPr>
          <p:cNvPr id="41" name="Text 30">
            <a:extLst>
              <a:ext uri="{FF2B5EF4-FFF2-40B4-BE49-F238E27FC236}">
                <a16:creationId xmlns:a16="http://schemas.microsoft.com/office/drawing/2014/main" id="{CA523E44-F282-78BD-1258-1B8EF0CAA331}"/>
              </a:ext>
            </a:extLst>
          </p:cNvPr>
          <p:cNvSpPr/>
          <p:nvPr/>
        </p:nvSpPr>
        <p:spPr>
          <a:xfrm>
            <a:off x="5268068" y="5911723"/>
            <a:ext cx="3044952" cy="450977"/>
          </a:xfrm>
          <a:prstGeom prst="rect">
            <a:avLst/>
          </a:prstGeom>
          <a:noFill/>
          <a:ln/>
        </p:spPr>
        <p:txBody>
          <a:bodyPr wrap="square" lIns="0" tIns="0" rIns="0" bIns="0" rtlCol="0" anchor="ctr"/>
          <a:lstStyle/>
          <a:p>
            <a:pPr marL="0" indent="0">
              <a:buNone/>
            </a:pPr>
            <a:r>
              <a:rPr lang="en-US" dirty="0">
                <a:solidFill>
                  <a:srgbClr val="10253E"/>
                </a:solidFill>
              </a:rPr>
              <a:t>Needs clearer ownership model</a:t>
            </a:r>
            <a:endParaRPr lang="en-US" dirty="0"/>
          </a:p>
        </p:txBody>
      </p:sp>
      <p:sp>
        <p:nvSpPr>
          <p:cNvPr id="42" name="Shape 31">
            <a:extLst>
              <a:ext uri="{FF2B5EF4-FFF2-40B4-BE49-F238E27FC236}">
                <a16:creationId xmlns:a16="http://schemas.microsoft.com/office/drawing/2014/main" id="{912A6CC2-2A4C-F25B-28D8-466EA5A786D4}"/>
              </a:ext>
            </a:extLst>
          </p:cNvPr>
          <p:cNvSpPr/>
          <p:nvPr/>
        </p:nvSpPr>
        <p:spPr>
          <a:xfrm>
            <a:off x="8651348" y="3009900"/>
            <a:ext cx="3611880" cy="4526280"/>
          </a:xfrm>
          <a:prstGeom prst="roundRect">
            <a:avLst>
              <a:gd name="adj" fmla="val 1266"/>
            </a:avLst>
          </a:prstGeom>
          <a:solidFill>
            <a:srgbClr val="FFFFFF"/>
          </a:solidFill>
          <a:ln w="12700">
            <a:solidFill>
              <a:srgbClr val="C7D4E3"/>
            </a:solidFill>
            <a:prstDash val="solid"/>
          </a:ln>
          <a:effectLst>
            <a:outerShdw blurRad="12700" dist="6350" dir="2700000" algn="bl" rotWithShape="0">
              <a:srgbClr val="7A8CA5">
                <a:alpha val="12000"/>
              </a:srgbClr>
            </a:outerShdw>
          </a:effectLst>
        </p:spPr>
        <p:txBody>
          <a:bodyPr/>
          <a:lstStyle/>
          <a:p>
            <a:endParaRPr lang="en-US"/>
          </a:p>
        </p:txBody>
      </p:sp>
      <p:sp>
        <p:nvSpPr>
          <p:cNvPr id="43" name="Text 32">
            <a:extLst>
              <a:ext uri="{FF2B5EF4-FFF2-40B4-BE49-F238E27FC236}">
                <a16:creationId xmlns:a16="http://schemas.microsoft.com/office/drawing/2014/main" id="{A84A5C18-E729-848B-5D3E-D129DCA39B10}"/>
              </a:ext>
            </a:extLst>
          </p:cNvPr>
          <p:cNvSpPr/>
          <p:nvPr/>
        </p:nvSpPr>
        <p:spPr>
          <a:xfrm>
            <a:off x="8852516" y="3275076"/>
            <a:ext cx="2331720" cy="256032"/>
          </a:xfrm>
          <a:prstGeom prst="rect">
            <a:avLst/>
          </a:prstGeom>
          <a:noFill/>
          <a:ln/>
        </p:spPr>
        <p:txBody>
          <a:bodyPr wrap="square" lIns="0" tIns="0" rIns="0" bIns="0" rtlCol="0" anchor="ctr"/>
          <a:lstStyle/>
          <a:p>
            <a:pPr marL="0" indent="0">
              <a:buNone/>
            </a:pPr>
            <a:r>
              <a:rPr lang="en-US" sz="2000" b="1" dirty="0">
                <a:solidFill>
                  <a:srgbClr val="10253E"/>
                </a:solidFill>
              </a:rPr>
              <a:t>C. Domain isolation</a:t>
            </a:r>
            <a:endParaRPr lang="en-US" sz="2000" dirty="0"/>
          </a:p>
        </p:txBody>
      </p:sp>
      <p:sp>
        <p:nvSpPr>
          <p:cNvPr id="44" name="Shape 33">
            <a:extLst>
              <a:ext uri="{FF2B5EF4-FFF2-40B4-BE49-F238E27FC236}">
                <a16:creationId xmlns:a16="http://schemas.microsoft.com/office/drawing/2014/main" id="{92557F55-3C90-A96B-F829-75ABA5325C36}"/>
              </a:ext>
            </a:extLst>
          </p:cNvPr>
          <p:cNvSpPr/>
          <p:nvPr/>
        </p:nvSpPr>
        <p:spPr>
          <a:xfrm>
            <a:off x="10591800" y="3585972"/>
            <a:ext cx="1397108" cy="429768"/>
          </a:xfrm>
          <a:prstGeom prst="roundRect">
            <a:avLst>
              <a:gd name="adj" fmla="val 23529"/>
            </a:avLst>
          </a:prstGeom>
          <a:solidFill>
            <a:srgbClr val="C98B2E"/>
          </a:solidFill>
          <a:ln w="12700">
            <a:solidFill>
              <a:srgbClr val="C98B2E"/>
            </a:solidFill>
            <a:prstDash val="solid"/>
          </a:ln>
          <a:effectLst>
            <a:outerShdw blurRad="12700" dist="3810" dir="2700000" algn="bl" rotWithShape="0">
              <a:srgbClr val="000000">
                <a:alpha val="12000"/>
              </a:srgbClr>
            </a:outerShdw>
          </a:effectLst>
        </p:spPr>
        <p:txBody>
          <a:bodyPr/>
          <a:lstStyle/>
          <a:p>
            <a:endParaRPr lang="en-US"/>
          </a:p>
        </p:txBody>
      </p:sp>
      <p:sp>
        <p:nvSpPr>
          <p:cNvPr id="45" name="Text 34">
            <a:extLst>
              <a:ext uri="{FF2B5EF4-FFF2-40B4-BE49-F238E27FC236}">
                <a16:creationId xmlns:a16="http://schemas.microsoft.com/office/drawing/2014/main" id="{83421C20-4189-D337-0357-9414216EE114}"/>
              </a:ext>
            </a:extLst>
          </p:cNvPr>
          <p:cNvSpPr/>
          <p:nvPr/>
        </p:nvSpPr>
        <p:spPr>
          <a:xfrm>
            <a:off x="10744200" y="3695700"/>
            <a:ext cx="1066800" cy="206248"/>
          </a:xfrm>
          <a:prstGeom prst="rect">
            <a:avLst/>
          </a:prstGeom>
          <a:noFill/>
          <a:ln/>
        </p:spPr>
        <p:txBody>
          <a:bodyPr wrap="square" lIns="0" tIns="0" rIns="0" bIns="0" rtlCol="0" anchor="ctr"/>
          <a:lstStyle/>
          <a:p>
            <a:pPr marL="0" indent="0" algn="ctr">
              <a:buNone/>
            </a:pPr>
            <a:r>
              <a:rPr lang="en-US" sz="1200" b="1" dirty="0">
                <a:solidFill>
                  <a:srgbClr val="FFFFFF"/>
                </a:solidFill>
              </a:rPr>
              <a:t>When scale justifies it</a:t>
            </a:r>
            <a:endParaRPr lang="en-US" sz="1200" dirty="0"/>
          </a:p>
        </p:txBody>
      </p:sp>
      <p:sp>
        <p:nvSpPr>
          <p:cNvPr id="46" name="Text 35">
            <a:extLst>
              <a:ext uri="{FF2B5EF4-FFF2-40B4-BE49-F238E27FC236}">
                <a16:creationId xmlns:a16="http://schemas.microsoft.com/office/drawing/2014/main" id="{29220B6F-9AAC-D435-6E6E-08AD325D6464}"/>
              </a:ext>
            </a:extLst>
          </p:cNvPr>
          <p:cNvSpPr/>
          <p:nvPr/>
        </p:nvSpPr>
        <p:spPr>
          <a:xfrm>
            <a:off x="8852516" y="3832860"/>
            <a:ext cx="914400" cy="182880"/>
          </a:xfrm>
          <a:prstGeom prst="rect">
            <a:avLst/>
          </a:prstGeom>
          <a:noFill/>
          <a:ln/>
        </p:spPr>
        <p:txBody>
          <a:bodyPr wrap="square" lIns="0" tIns="0" rIns="0" bIns="0" rtlCol="0" anchor="ctr"/>
          <a:lstStyle/>
          <a:p>
            <a:pPr marL="0" indent="0">
              <a:buNone/>
            </a:pPr>
            <a:r>
              <a:rPr lang="en-US" b="1" dirty="0">
                <a:solidFill>
                  <a:srgbClr val="C98B2E"/>
                </a:solidFill>
              </a:rPr>
              <a:t>Strengths</a:t>
            </a:r>
            <a:endParaRPr lang="en-US" dirty="0"/>
          </a:p>
        </p:txBody>
      </p:sp>
      <p:sp>
        <p:nvSpPr>
          <p:cNvPr id="47" name="Shape 36">
            <a:extLst>
              <a:ext uri="{FF2B5EF4-FFF2-40B4-BE49-F238E27FC236}">
                <a16:creationId xmlns:a16="http://schemas.microsoft.com/office/drawing/2014/main" id="{7026434E-0709-C66F-C803-58D7E9ADF8B3}"/>
              </a:ext>
            </a:extLst>
          </p:cNvPr>
          <p:cNvSpPr/>
          <p:nvPr/>
        </p:nvSpPr>
        <p:spPr>
          <a:xfrm>
            <a:off x="8852516" y="4213860"/>
            <a:ext cx="91440" cy="91440"/>
          </a:xfrm>
          <a:prstGeom prst="ellipse">
            <a:avLst/>
          </a:prstGeom>
          <a:solidFill>
            <a:srgbClr val="C98B2E"/>
          </a:solidFill>
          <a:ln w="12700">
            <a:solidFill>
              <a:srgbClr val="C98B2E"/>
            </a:solidFill>
            <a:prstDash val="solid"/>
          </a:ln>
        </p:spPr>
        <p:txBody>
          <a:bodyPr/>
          <a:lstStyle/>
          <a:p>
            <a:endParaRPr lang="en-US"/>
          </a:p>
        </p:txBody>
      </p:sp>
      <p:sp>
        <p:nvSpPr>
          <p:cNvPr id="48" name="Text 37">
            <a:extLst>
              <a:ext uri="{FF2B5EF4-FFF2-40B4-BE49-F238E27FC236}">
                <a16:creationId xmlns:a16="http://schemas.microsoft.com/office/drawing/2014/main" id="{2B634592-7927-F72A-BB95-E80FA0A73811}"/>
              </a:ext>
            </a:extLst>
          </p:cNvPr>
          <p:cNvSpPr/>
          <p:nvPr/>
        </p:nvSpPr>
        <p:spPr>
          <a:xfrm>
            <a:off x="9017108" y="4039108"/>
            <a:ext cx="3044952" cy="494792"/>
          </a:xfrm>
          <a:prstGeom prst="rect">
            <a:avLst/>
          </a:prstGeom>
          <a:noFill/>
          <a:ln/>
        </p:spPr>
        <p:txBody>
          <a:bodyPr wrap="square" lIns="0" tIns="0" rIns="0" bIns="0" rtlCol="0" anchor="ctr"/>
          <a:lstStyle/>
          <a:p>
            <a:pPr marL="0" indent="0">
              <a:buNone/>
            </a:pPr>
            <a:r>
              <a:rPr lang="en-US" dirty="0">
                <a:solidFill>
                  <a:srgbClr val="10253E"/>
                </a:solidFill>
              </a:rPr>
              <a:t>Clearer showback/chargeback</a:t>
            </a:r>
            <a:endParaRPr lang="en-US" dirty="0"/>
          </a:p>
        </p:txBody>
      </p:sp>
      <p:sp>
        <p:nvSpPr>
          <p:cNvPr id="49" name="Shape 38">
            <a:extLst>
              <a:ext uri="{FF2B5EF4-FFF2-40B4-BE49-F238E27FC236}">
                <a16:creationId xmlns:a16="http://schemas.microsoft.com/office/drawing/2014/main" id="{3B50549F-EA32-30D9-1E4F-77240E093836}"/>
              </a:ext>
            </a:extLst>
          </p:cNvPr>
          <p:cNvSpPr/>
          <p:nvPr/>
        </p:nvSpPr>
        <p:spPr>
          <a:xfrm>
            <a:off x="8852516" y="4693412"/>
            <a:ext cx="91440" cy="91440"/>
          </a:xfrm>
          <a:prstGeom prst="ellipse">
            <a:avLst/>
          </a:prstGeom>
          <a:solidFill>
            <a:srgbClr val="C98B2E"/>
          </a:solidFill>
          <a:ln w="12700">
            <a:solidFill>
              <a:srgbClr val="C98B2E"/>
            </a:solidFill>
            <a:prstDash val="solid"/>
          </a:ln>
        </p:spPr>
        <p:txBody>
          <a:bodyPr/>
          <a:lstStyle/>
          <a:p>
            <a:endParaRPr lang="en-US"/>
          </a:p>
        </p:txBody>
      </p:sp>
      <p:sp>
        <p:nvSpPr>
          <p:cNvPr id="50" name="Text 39">
            <a:extLst>
              <a:ext uri="{FF2B5EF4-FFF2-40B4-BE49-F238E27FC236}">
                <a16:creationId xmlns:a16="http://schemas.microsoft.com/office/drawing/2014/main" id="{3AA5ACC6-D67F-27B8-CC33-2BE8D0B2887F}"/>
              </a:ext>
            </a:extLst>
          </p:cNvPr>
          <p:cNvSpPr/>
          <p:nvPr/>
        </p:nvSpPr>
        <p:spPr>
          <a:xfrm>
            <a:off x="9017108" y="4496308"/>
            <a:ext cx="3044952" cy="494792"/>
          </a:xfrm>
          <a:prstGeom prst="rect">
            <a:avLst/>
          </a:prstGeom>
          <a:noFill/>
          <a:ln/>
        </p:spPr>
        <p:txBody>
          <a:bodyPr wrap="square" lIns="0" tIns="0" rIns="0" bIns="0" rtlCol="0" anchor="ctr"/>
          <a:lstStyle/>
          <a:p>
            <a:pPr marL="0" indent="0">
              <a:buNone/>
            </a:pPr>
            <a:r>
              <a:rPr lang="en-US" dirty="0">
                <a:solidFill>
                  <a:srgbClr val="10253E"/>
                </a:solidFill>
              </a:rPr>
              <a:t>Stronger ownership boundaries</a:t>
            </a:r>
            <a:endParaRPr lang="en-US" dirty="0"/>
          </a:p>
        </p:txBody>
      </p:sp>
      <p:sp>
        <p:nvSpPr>
          <p:cNvPr id="51" name="Text 40">
            <a:extLst>
              <a:ext uri="{FF2B5EF4-FFF2-40B4-BE49-F238E27FC236}">
                <a16:creationId xmlns:a16="http://schemas.microsoft.com/office/drawing/2014/main" id="{944061E8-8D58-F154-F15B-A24443E7D0C7}"/>
              </a:ext>
            </a:extLst>
          </p:cNvPr>
          <p:cNvSpPr/>
          <p:nvPr/>
        </p:nvSpPr>
        <p:spPr>
          <a:xfrm>
            <a:off x="8852516" y="5780532"/>
            <a:ext cx="731520" cy="182880"/>
          </a:xfrm>
          <a:prstGeom prst="rect">
            <a:avLst/>
          </a:prstGeom>
          <a:noFill/>
          <a:ln/>
        </p:spPr>
        <p:txBody>
          <a:bodyPr wrap="square" lIns="0" tIns="0" rIns="0" bIns="0" rtlCol="0" anchor="ctr"/>
          <a:lstStyle/>
          <a:p>
            <a:pPr marL="0" indent="0">
              <a:buNone/>
            </a:pPr>
            <a:r>
              <a:rPr lang="en-US" b="1" dirty="0">
                <a:solidFill>
                  <a:srgbClr val="B94A48"/>
                </a:solidFill>
              </a:rPr>
              <a:t>Risks</a:t>
            </a:r>
            <a:endParaRPr lang="en-US" dirty="0"/>
          </a:p>
        </p:txBody>
      </p:sp>
      <p:sp>
        <p:nvSpPr>
          <p:cNvPr id="52" name="Shape 41">
            <a:extLst>
              <a:ext uri="{FF2B5EF4-FFF2-40B4-BE49-F238E27FC236}">
                <a16:creationId xmlns:a16="http://schemas.microsoft.com/office/drawing/2014/main" id="{F0BD7B9A-6F21-1235-6DF1-BB3719666703}"/>
              </a:ext>
            </a:extLst>
          </p:cNvPr>
          <p:cNvSpPr/>
          <p:nvPr/>
        </p:nvSpPr>
        <p:spPr>
          <a:xfrm>
            <a:off x="8852516" y="6063996"/>
            <a:ext cx="91440" cy="91440"/>
          </a:xfrm>
          <a:prstGeom prst="ellipse">
            <a:avLst/>
          </a:prstGeom>
          <a:solidFill>
            <a:srgbClr val="B94A48"/>
          </a:solidFill>
          <a:ln w="12700">
            <a:solidFill>
              <a:srgbClr val="B94A48"/>
            </a:solidFill>
            <a:prstDash val="solid"/>
          </a:ln>
        </p:spPr>
        <p:txBody>
          <a:bodyPr/>
          <a:lstStyle/>
          <a:p>
            <a:endParaRPr lang="en-US"/>
          </a:p>
        </p:txBody>
      </p:sp>
      <p:sp>
        <p:nvSpPr>
          <p:cNvPr id="53" name="Text 42">
            <a:extLst>
              <a:ext uri="{FF2B5EF4-FFF2-40B4-BE49-F238E27FC236}">
                <a16:creationId xmlns:a16="http://schemas.microsoft.com/office/drawing/2014/main" id="{CD609A6C-83A1-927D-21B1-A954E5D342C0}"/>
              </a:ext>
            </a:extLst>
          </p:cNvPr>
          <p:cNvSpPr/>
          <p:nvPr/>
        </p:nvSpPr>
        <p:spPr>
          <a:xfrm>
            <a:off x="9017108" y="5905500"/>
            <a:ext cx="3044952" cy="450977"/>
          </a:xfrm>
          <a:prstGeom prst="rect">
            <a:avLst/>
          </a:prstGeom>
          <a:noFill/>
          <a:ln/>
        </p:spPr>
        <p:txBody>
          <a:bodyPr wrap="square" lIns="0" tIns="0" rIns="0" bIns="0" rtlCol="0" anchor="ctr"/>
          <a:lstStyle/>
          <a:p>
            <a:pPr marL="0" indent="0">
              <a:buNone/>
            </a:pPr>
            <a:r>
              <a:rPr lang="en-US" dirty="0">
                <a:solidFill>
                  <a:srgbClr val="10253E"/>
                </a:solidFill>
              </a:rPr>
              <a:t>More capacities to govern</a:t>
            </a:r>
            <a:endParaRPr lang="en-US" dirty="0"/>
          </a:p>
        </p:txBody>
      </p:sp>
    </p:spTree>
    <p:extLst>
      <p:ext uri="{BB962C8B-B14F-4D97-AF65-F5344CB8AC3E}">
        <p14:creationId xmlns:p14="http://schemas.microsoft.com/office/powerpoint/2010/main" val="19678026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2E268B5-F1DB-C7E9-487E-A9A5AF226E4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88DE417-D3FB-F3CC-AFC2-025BA975CCAD}"/>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1F77C753-E7F5-73C7-E19C-39DDF07D6598}"/>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935581C7-C380-EF40-A9E7-0B3514372BE5}"/>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3DDFF294-E33B-86B9-239A-EC0E899A9636}"/>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F0CCD613-840E-F5C3-9FBE-242FD789ACE3}"/>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1D5F0829-FDEA-BE44-5CCB-8649BF8F0961}"/>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76BBDE03-0DF8-AF2F-DEB6-E680322F16D0}"/>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14C1A821-C010-248D-77ED-62FD9EEC2422}"/>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D030E983-471A-49D9-45A6-B0774661C352}"/>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57</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91FFDF63-855B-3AEF-E746-E59D868578D7}"/>
              </a:ext>
            </a:extLst>
          </p:cNvPr>
          <p:cNvSpPr/>
          <p:nvPr/>
        </p:nvSpPr>
        <p:spPr>
          <a:xfrm>
            <a:off x="1107548" y="2068068"/>
            <a:ext cx="12684652"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Estimating SKU Size and Costs</a:t>
            </a:r>
            <a:endParaRPr lang="en-US" sz="3600" dirty="0">
              <a:solidFill>
                <a:schemeClr val="bg1"/>
              </a:solidFill>
            </a:endParaRPr>
          </a:p>
        </p:txBody>
      </p:sp>
      <p:sp>
        <p:nvSpPr>
          <p:cNvPr id="57" name="TextBox 56">
            <a:extLst>
              <a:ext uri="{FF2B5EF4-FFF2-40B4-BE49-F238E27FC236}">
                <a16:creationId xmlns:a16="http://schemas.microsoft.com/office/drawing/2014/main" id="{0076C04A-0775-F516-D368-79900C9B99B0}"/>
              </a:ext>
            </a:extLst>
          </p:cNvPr>
          <p:cNvSpPr txBox="1"/>
          <p:nvPr/>
        </p:nvSpPr>
        <p:spPr>
          <a:xfrm>
            <a:off x="1044742" y="2523946"/>
            <a:ext cx="7718258" cy="5262979"/>
          </a:xfrm>
          <a:prstGeom prst="rect">
            <a:avLst/>
          </a:prstGeom>
          <a:noFill/>
        </p:spPr>
        <p:txBody>
          <a:bodyPr wrap="square">
            <a:spAutoFit/>
          </a:bodyPr>
          <a:lstStyle/>
          <a:p>
            <a:pPr marL="342900" indent="-342900">
              <a:buFont typeface="Arial" panose="020B0604020202020204" pitchFamily="34" charset="0"/>
              <a:buChar char="•"/>
            </a:pPr>
            <a:r>
              <a:rPr lang="en-US" sz="2800" dirty="0">
                <a:solidFill>
                  <a:schemeClr val="bg1"/>
                </a:solidFill>
              </a:rPr>
              <a:t>Microsoft Fabric SKU Estimator: </a:t>
            </a:r>
            <a:r>
              <a:rPr lang="en-US" sz="2800" dirty="0">
                <a:solidFill>
                  <a:schemeClr val="bg1"/>
                </a:solidFill>
                <a:hlinkClick r:id="rId2"/>
              </a:rPr>
              <a:t>https://www.microsoft.com/en-us/microsoft-fabric/capacity-estimator</a:t>
            </a:r>
            <a:endParaRPr lang="en-US" sz="2800" dirty="0">
              <a:solidFill>
                <a:schemeClr val="bg1"/>
              </a:solidFill>
            </a:endParaRPr>
          </a:p>
          <a:p>
            <a:pPr marL="342900" indent="-342900">
              <a:buFont typeface="Arial" panose="020B0604020202020204" pitchFamily="34" charset="0"/>
              <a:buChar char="•"/>
            </a:pPr>
            <a:r>
              <a:rPr lang="en-US" sz="2800" dirty="0">
                <a:solidFill>
                  <a:schemeClr val="bg1"/>
                </a:solidFill>
              </a:rPr>
              <a:t>The quick math:</a:t>
            </a:r>
          </a:p>
          <a:p>
            <a:pPr marL="800100" lvl="1" indent="-342900">
              <a:buFont typeface="Arial" panose="020B0604020202020204" pitchFamily="34" charset="0"/>
              <a:buChar char="•"/>
            </a:pPr>
            <a:r>
              <a:rPr lang="en-US" sz="2800" dirty="0">
                <a:solidFill>
                  <a:schemeClr val="bg1"/>
                </a:solidFill>
              </a:rPr>
              <a:t>If you only need your capacity for 14 hours a day or less, then PAYG is cheaper than reserved capacity.</a:t>
            </a:r>
          </a:p>
          <a:p>
            <a:pPr marL="800100" lvl="1" indent="-342900">
              <a:buFont typeface="Arial" panose="020B0604020202020204" pitchFamily="34" charset="0"/>
              <a:buChar char="•"/>
            </a:pPr>
            <a:r>
              <a:rPr lang="en-US" sz="2800" dirty="0">
                <a:solidFill>
                  <a:schemeClr val="bg1"/>
                </a:solidFill>
              </a:rPr>
              <a:t>168 hours in a week, 60% is 100 hours. If you don’t need your capacity on weekends, you are already at 120 hours maximum needed per week. That means 20 hours per weekday PAYG is less than reserved capacity.</a:t>
            </a:r>
          </a:p>
        </p:txBody>
      </p:sp>
      <p:pic>
        <p:nvPicPr>
          <p:cNvPr id="59" name="Picture 58">
            <a:extLst>
              <a:ext uri="{FF2B5EF4-FFF2-40B4-BE49-F238E27FC236}">
                <a16:creationId xmlns:a16="http://schemas.microsoft.com/office/drawing/2014/main" id="{342BD45D-BA48-6CA8-991F-E6E316749C33}"/>
              </a:ext>
            </a:extLst>
          </p:cNvPr>
          <p:cNvPicPr>
            <a:picLocks noChangeAspect="1"/>
          </p:cNvPicPr>
          <p:nvPr/>
        </p:nvPicPr>
        <p:blipFill>
          <a:blip r:embed="rId3"/>
          <a:stretch>
            <a:fillRect/>
          </a:stretch>
        </p:blipFill>
        <p:spPr>
          <a:xfrm>
            <a:off x="8762999" y="1133476"/>
            <a:ext cx="8239073" cy="7863758"/>
          </a:xfrm>
          <a:prstGeom prst="rect">
            <a:avLst/>
          </a:prstGeom>
        </p:spPr>
      </p:pic>
      <p:sp>
        <p:nvSpPr>
          <p:cNvPr id="13" name="Shape 24">
            <a:extLst>
              <a:ext uri="{FF2B5EF4-FFF2-40B4-BE49-F238E27FC236}">
                <a16:creationId xmlns:a16="http://schemas.microsoft.com/office/drawing/2014/main" id="{DCF065EB-519E-ADC4-0084-F2CD7324F858}"/>
              </a:ext>
            </a:extLst>
          </p:cNvPr>
          <p:cNvSpPr/>
          <p:nvPr/>
        </p:nvSpPr>
        <p:spPr>
          <a:xfrm>
            <a:off x="1987685" y="8340113"/>
            <a:ext cx="5422392" cy="384048"/>
          </a:xfrm>
          <a:prstGeom prst="roundRect">
            <a:avLst>
              <a:gd name="adj" fmla="val 9524"/>
            </a:avLst>
          </a:prstGeom>
          <a:solidFill>
            <a:srgbClr val="92D050"/>
          </a:solidFill>
          <a:ln w="12700">
            <a:solidFill>
              <a:srgbClr val="EAF0FB"/>
            </a:solidFill>
            <a:prstDash val="solid"/>
          </a:ln>
        </p:spPr>
        <p:txBody>
          <a:bodyPr/>
          <a:lstStyle/>
          <a:p>
            <a:endParaRPr lang="en-US"/>
          </a:p>
        </p:txBody>
      </p:sp>
      <p:sp>
        <p:nvSpPr>
          <p:cNvPr id="15" name="Text 25">
            <a:extLst>
              <a:ext uri="{FF2B5EF4-FFF2-40B4-BE49-F238E27FC236}">
                <a16:creationId xmlns:a16="http://schemas.microsoft.com/office/drawing/2014/main" id="{B3DFE77C-92E4-0B56-B5DD-66AB27281142}"/>
              </a:ext>
            </a:extLst>
          </p:cNvPr>
          <p:cNvSpPr/>
          <p:nvPr/>
        </p:nvSpPr>
        <p:spPr>
          <a:xfrm>
            <a:off x="2170565" y="8449841"/>
            <a:ext cx="5120640" cy="146304"/>
          </a:xfrm>
          <a:prstGeom prst="rect">
            <a:avLst/>
          </a:prstGeom>
          <a:noFill/>
          <a:ln/>
        </p:spPr>
        <p:txBody>
          <a:bodyPr wrap="square" lIns="0" tIns="0" rIns="0" bIns="0" rtlCol="0" anchor="ctr"/>
          <a:lstStyle/>
          <a:p>
            <a:pPr algn="ctr"/>
            <a:r>
              <a:rPr lang="en-US" b="1" dirty="0">
                <a:solidFill>
                  <a:srgbClr val="0F3D91"/>
                </a:solidFill>
              </a:rPr>
              <a:t>Fabric Power BI Capacity Planning Worksheet</a:t>
            </a:r>
            <a:endParaRPr lang="en-US" dirty="0"/>
          </a:p>
        </p:txBody>
      </p:sp>
    </p:spTree>
    <p:extLst>
      <p:ext uri="{BB962C8B-B14F-4D97-AF65-F5344CB8AC3E}">
        <p14:creationId xmlns:p14="http://schemas.microsoft.com/office/powerpoint/2010/main" val="19920005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18ECDF7-942D-9712-0CF1-B0F44934565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0528D90-9723-CEDD-C1BC-E8AE59CA2C5E}"/>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37F5E950-DBF8-28FC-7E73-030897A42DA9}"/>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3B1C04A8-6580-9A4F-2E4B-BBC1A04120ED}"/>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D6C8A316-6B0C-1F28-4D4E-009F3DB6406F}"/>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A2E8FE8B-F4A4-F91D-B89E-A31CAEE07287}"/>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DC38C792-3FB9-93A4-ABBC-26B9C59917CF}"/>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A3A0C0A1-AC74-49AE-3A9F-0E11FEB9B64B}"/>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6989D375-AE84-8768-45EC-F0C97FC6D227}"/>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889A2EF1-FE85-C492-53B5-D1882ACA8076}"/>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58</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576591B2-076F-E0EF-A99F-EA82BD19C6F7}"/>
              </a:ext>
            </a:extLst>
          </p:cNvPr>
          <p:cNvSpPr/>
          <p:nvPr/>
        </p:nvSpPr>
        <p:spPr>
          <a:xfrm>
            <a:off x="1002760" y="1686488"/>
            <a:ext cx="10884440"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Workspace design is the center of governance</a:t>
            </a:r>
            <a:endParaRPr lang="en-US" sz="3600" dirty="0">
              <a:solidFill>
                <a:schemeClr val="bg1"/>
              </a:solidFill>
            </a:endParaRPr>
          </a:p>
        </p:txBody>
      </p:sp>
      <p:sp>
        <p:nvSpPr>
          <p:cNvPr id="12" name="Text 1">
            <a:extLst>
              <a:ext uri="{FF2B5EF4-FFF2-40B4-BE49-F238E27FC236}">
                <a16:creationId xmlns:a16="http://schemas.microsoft.com/office/drawing/2014/main" id="{E72A6BAB-654F-6936-0876-49DCE7BD83C4}"/>
              </a:ext>
            </a:extLst>
          </p:cNvPr>
          <p:cNvSpPr/>
          <p:nvPr/>
        </p:nvSpPr>
        <p:spPr>
          <a:xfrm>
            <a:off x="1030192" y="2220468"/>
            <a:ext cx="14667008" cy="256032"/>
          </a:xfrm>
          <a:prstGeom prst="rect">
            <a:avLst/>
          </a:prstGeom>
          <a:noFill/>
          <a:ln/>
        </p:spPr>
        <p:txBody>
          <a:bodyPr wrap="square" lIns="0" tIns="0" rIns="0" bIns="0" rtlCol="0" anchor="ctr"/>
          <a:lstStyle/>
          <a:p>
            <a:pPr marL="0" indent="0">
              <a:buNone/>
            </a:pPr>
            <a:r>
              <a:rPr lang="en-US" sz="2800" dirty="0">
                <a:solidFill>
                  <a:schemeClr val="bg1"/>
                </a:solidFill>
              </a:rPr>
              <a:t>In Fabric, workspaces define security boundaries, capacity allocation, and operational ownership</a:t>
            </a:r>
          </a:p>
        </p:txBody>
      </p:sp>
      <p:sp>
        <p:nvSpPr>
          <p:cNvPr id="13" name="Shape 2">
            <a:extLst>
              <a:ext uri="{FF2B5EF4-FFF2-40B4-BE49-F238E27FC236}">
                <a16:creationId xmlns:a16="http://schemas.microsoft.com/office/drawing/2014/main" id="{F12D4199-CC56-E77B-A141-4EF9E57223C3}"/>
              </a:ext>
            </a:extLst>
          </p:cNvPr>
          <p:cNvSpPr/>
          <p:nvPr/>
        </p:nvSpPr>
        <p:spPr>
          <a:xfrm>
            <a:off x="3459480" y="3634160"/>
            <a:ext cx="1828800" cy="0"/>
          </a:xfrm>
          <a:prstGeom prst="line">
            <a:avLst/>
          </a:prstGeom>
          <a:noFill/>
          <a:ln w="25400">
            <a:solidFill>
              <a:srgbClr val="C7D4E3"/>
            </a:solidFill>
            <a:prstDash val="solid"/>
            <a:tailEnd type="triangle"/>
          </a:ln>
        </p:spPr>
        <p:txBody>
          <a:bodyPr/>
          <a:lstStyle/>
          <a:p>
            <a:endParaRPr lang="en-US"/>
          </a:p>
        </p:txBody>
      </p:sp>
      <p:sp>
        <p:nvSpPr>
          <p:cNvPr id="14" name="Shape 3">
            <a:extLst>
              <a:ext uri="{FF2B5EF4-FFF2-40B4-BE49-F238E27FC236}">
                <a16:creationId xmlns:a16="http://schemas.microsoft.com/office/drawing/2014/main" id="{29D4BB35-F245-1F1B-C416-4248EA6029D2}"/>
              </a:ext>
            </a:extLst>
          </p:cNvPr>
          <p:cNvSpPr/>
          <p:nvPr/>
        </p:nvSpPr>
        <p:spPr>
          <a:xfrm>
            <a:off x="6172200" y="3634160"/>
            <a:ext cx="1645920" cy="0"/>
          </a:xfrm>
          <a:prstGeom prst="line">
            <a:avLst/>
          </a:prstGeom>
          <a:noFill/>
          <a:ln w="25400">
            <a:solidFill>
              <a:srgbClr val="C7D4E3"/>
            </a:solidFill>
            <a:prstDash val="solid"/>
            <a:tailEnd type="triangle"/>
          </a:ln>
        </p:spPr>
        <p:txBody>
          <a:bodyPr/>
          <a:lstStyle/>
          <a:p>
            <a:endParaRPr lang="en-US"/>
          </a:p>
        </p:txBody>
      </p:sp>
      <p:sp>
        <p:nvSpPr>
          <p:cNvPr id="15" name="Shape 4">
            <a:extLst>
              <a:ext uri="{FF2B5EF4-FFF2-40B4-BE49-F238E27FC236}">
                <a16:creationId xmlns:a16="http://schemas.microsoft.com/office/drawing/2014/main" id="{D29E6BE3-14A7-31B1-4CF5-5D1B3CA6CEC3}"/>
              </a:ext>
            </a:extLst>
          </p:cNvPr>
          <p:cNvSpPr/>
          <p:nvPr/>
        </p:nvSpPr>
        <p:spPr>
          <a:xfrm>
            <a:off x="8763000" y="3634160"/>
            <a:ext cx="1737360" cy="0"/>
          </a:xfrm>
          <a:prstGeom prst="line">
            <a:avLst/>
          </a:prstGeom>
          <a:noFill/>
          <a:ln w="25400">
            <a:solidFill>
              <a:srgbClr val="C7D4E3"/>
            </a:solidFill>
            <a:prstDash val="solid"/>
            <a:tailEnd type="triangle"/>
          </a:ln>
        </p:spPr>
        <p:txBody>
          <a:bodyPr/>
          <a:lstStyle/>
          <a:p>
            <a:endParaRPr lang="en-US"/>
          </a:p>
        </p:txBody>
      </p:sp>
      <p:sp>
        <p:nvSpPr>
          <p:cNvPr id="16" name="Shape 5">
            <a:extLst>
              <a:ext uri="{FF2B5EF4-FFF2-40B4-BE49-F238E27FC236}">
                <a16:creationId xmlns:a16="http://schemas.microsoft.com/office/drawing/2014/main" id="{BFF91EAD-6AAC-9312-354F-274E6B091ED3}"/>
              </a:ext>
            </a:extLst>
          </p:cNvPr>
          <p:cNvSpPr/>
          <p:nvPr/>
        </p:nvSpPr>
        <p:spPr>
          <a:xfrm>
            <a:off x="1139920" y="2994080"/>
            <a:ext cx="2194560" cy="1463040"/>
          </a:xfrm>
          <a:prstGeom prst="roundRect">
            <a:avLst>
              <a:gd name="adj" fmla="val 3125"/>
            </a:avLst>
          </a:prstGeom>
          <a:solidFill>
            <a:srgbClr val="DDEAF7"/>
          </a:solidFill>
          <a:ln w="12700">
            <a:solidFill>
              <a:srgbClr val="C7D4E3"/>
            </a:solidFill>
            <a:prstDash val="solid"/>
          </a:ln>
        </p:spPr>
        <p:txBody>
          <a:bodyPr/>
          <a:lstStyle/>
          <a:p>
            <a:endParaRPr lang="en-US"/>
          </a:p>
        </p:txBody>
      </p:sp>
      <p:sp>
        <p:nvSpPr>
          <p:cNvPr id="17" name="Text 6">
            <a:extLst>
              <a:ext uri="{FF2B5EF4-FFF2-40B4-BE49-F238E27FC236}">
                <a16:creationId xmlns:a16="http://schemas.microsoft.com/office/drawing/2014/main" id="{703FD04D-B7A0-7FEB-AD1E-C2295399D43C}"/>
              </a:ext>
            </a:extLst>
          </p:cNvPr>
          <p:cNvSpPr/>
          <p:nvPr/>
        </p:nvSpPr>
        <p:spPr>
          <a:xfrm>
            <a:off x="1286224" y="3204392"/>
            <a:ext cx="1901952" cy="201168"/>
          </a:xfrm>
          <a:prstGeom prst="rect">
            <a:avLst/>
          </a:prstGeom>
          <a:noFill/>
          <a:ln/>
        </p:spPr>
        <p:txBody>
          <a:bodyPr wrap="square" lIns="0" tIns="0" rIns="0" bIns="0" rtlCol="0" anchor="ctr"/>
          <a:lstStyle/>
          <a:p>
            <a:pPr marL="0" indent="0" algn="ctr">
              <a:buNone/>
            </a:pPr>
            <a:r>
              <a:rPr lang="en-US" sz="1600" b="1" dirty="0">
                <a:solidFill>
                  <a:srgbClr val="10253E"/>
                </a:solidFill>
              </a:rPr>
              <a:t>Ownership boundary</a:t>
            </a:r>
            <a:endParaRPr lang="en-US" sz="1600" dirty="0"/>
          </a:p>
        </p:txBody>
      </p:sp>
      <p:sp>
        <p:nvSpPr>
          <p:cNvPr id="18" name="Text 7">
            <a:extLst>
              <a:ext uri="{FF2B5EF4-FFF2-40B4-BE49-F238E27FC236}">
                <a16:creationId xmlns:a16="http://schemas.microsoft.com/office/drawing/2014/main" id="{1BF206A4-0AE4-53C1-850A-8677D2C62AB8}"/>
              </a:ext>
            </a:extLst>
          </p:cNvPr>
          <p:cNvSpPr/>
          <p:nvPr/>
        </p:nvSpPr>
        <p:spPr>
          <a:xfrm>
            <a:off x="1286224" y="3619500"/>
            <a:ext cx="1901952" cy="502920"/>
          </a:xfrm>
          <a:prstGeom prst="rect">
            <a:avLst/>
          </a:prstGeom>
          <a:noFill/>
          <a:ln/>
        </p:spPr>
        <p:txBody>
          <a:bodyPr wrap="square" lIns="0" tIns="0" rIns="0" bIns="0" rtlCol="0" anchor="ctr"/>
          <a:lstStyle/>
          <a:p>
            <a:pPr marL="0" indent="0" algn="ctr">
              <a:buNone/>
            </a:pPr>
            <a:r>
              <a:rPr lang="en-US" sz="1600" dirty="0">
                <a:solidFill>
                  <a:srgbClr val="10253E"/>
                </a:solidFill>
              </a:rPr>
              <a:t>A workspace should have a clear owner, support model, and escalation path.</a:t>
            </a:r>
            <a:endParaRPr lang="en-US" sz="1600" dirty="0"/>
          </a:p>
        </p:txBody>
      </p:sp>
      <p:sp>
        <p:nvSpPr>
          <p:cNvPr id="19" name="Shape 8">
            <a:extLst>
              <a:ext uri="{FF2B5EF4-FFF2-40B4-BE49-F238E27FC236}">
                <a16:creationId xmlns:a16="http://schemas.microsoft.com/office/drawing/2014/main" id="{E7A25245-5A4C-DE90-4A92-685147E61557}"/>
              </a:ext>
            </a:extLst>
          </p:cNvPr>
          <p:cNvSpPr/>
          <p:nvPr/>
        </p:nvSpPr>
        <p:spPr>
          <a:xfrm>
            <a:off x="3459480" y="2994080"/>
            <a:ext cx="2606040" cy="1463040"/>
          </a:xfrm>
          <a:prstGeom prst="roundRect">
            <a:avLst>
              <a:gd name="adj" fmla="val 3125"/>
            </a:avLst>
          </a:prstGeom>
          <a:solidFill>
            <a:srgbClr val="DBF0EE"/>
          </a:solidFill>
          <a:ln w="12700">
            <a:solidFill>
              <a:srgbClr val="C7D4E3"/>
            </a:solidFill>
            <a:prstDash val="solid"/>
          </a:ln>
        </p:spPr>
        <p:txBody>
          <a:bodyPr/>
          <a:lstStyle/>
          <a:p>
            <a:endParaRPr lang="en-US"/>
          </a:p>
        </p:txBody>
      </p:sp>
      <p:sp>
        <p:nvSpPr>
          <p:cNvPr id="20" name="Text 9">
            <a:extLst>
              <a:ext uri="{FF2B5EF4-FFF2-40B4-BE49-F238E27FC236}">
                <a16:creationId xmlns:a16="http://schemas.microsoft.com/office/drawing/2014/main" id="{5DFD4853-16B0-2212-D1D9-FCFB3F4DDDED}"/>
              </a:ext>
            </a:extLst>
          </p:cNvPr>
          <p:cNvSpPr/>
          <p:nvPr/>
        </p:nvSpPr>
        <p:spPr>
          <a:xfrm>
            <a:off x="3605784" y="3204392"/>
            <a:ext cx="2313432" cy="201168"/>
          </a:xfrm>
          <a:prstGeom prst="rect">
            <a:avLst/>
          </a:prstGeom>
          <a:noFill/>
          <a:ln/>
        </p:spPr>
        <p:txBody>
          <a:bodyPr wrap="square" lIns="0" tIns="0" rIns="0" bIns="0" rtlCol="0" anchor="ctr"/>
          <a:lstStyle/>
          <a:p>
            <a:pPr marL="0" indent="0" algn="ctr">
              <a:buNone/>
            </a:pPr>
            <a:r>
              <a:rPr lang="en-US" sz="1600" b="1" dirty="0">
                <a:solidFill>
                  <a:srgbClr val="10253E"/>
                </a:solidFill>
              </a:rPr>
              <a:t>Environment boundary</a:t>
            </a:r>
            <a:endParaRPr lang="en-US" sz="1600" dirty="0"/>
          </a:p>
        </p:txBody>
      </p:sp>
      <p:sp>
        <p:nvSpPr>
          <p:cNvPr id="21" name="Text 10">
            <a:extLst>
              <a:ext uri="{FF2B5EF4-FFF2-40B4-BE49-F238E27FC236}">
                <a16:creationId xmlns:a16="http://schemas.microsoft.com/office/drawing/2014/main" id="{BF3E84DE-6D64-5228-8E71-C9AA8AE91B7C}"/>
              </a:ext>
            </a:extLst>
          </p:cNvPr>
          <p:cNvSpPr/>
          <p:nvPr/>
        </p:nvSpPr>
        <p:spPr>
          <a:xfrm>
            <a:off x="3605784" y="3515288"/>
            <a:ext cx="2313432" cy="502920"/>
          </a:xfrm>
          <a:prstGeom prst="rect">
            <a:avLst/>
          </a:prstGeom>
          <a:noFill/>
          <a:ln/>
        </p:spPr>
        <p:txBody>
          <a:bodyPr wrap="square" lIns="0" tIns="0" rIns="0" bIns="0" rtlCol="0" anchor="ctr"/>
          <a:lstStyle/>
          <a:p>
            <a:pPr marL="0" indent="0" algn="ctr">
              <a:buNone/>
            </a:pPr>
            <a:r>
              <a:rPr lang="en-US" sz="1600" dirty="0">
                <a:solidFill>
                  <a:srgbClr val="10253E"/>
                </a:solidFill>
              </a:rPr>
              <a:t>Dev / test / prod separation keeps promotion explicit and reduces manual edits.</a:t>
            </a:r>
            <a:endParaRPr lang="en-US" sz="1600" dirty="0"/>
          </a:p>
        </p:txBody>
      </p:sp>
      <p:sp>
        <p:nvSpPr>
          <p:cNvPr id="22" name="Shape 11">
            <a:extLst>
              <a:ext uri="{FF2B5EF4-FFF2-40B4-BE49-F238E27FC236}">
                <a16:creationId xmlns:a16="http://schemas.microsoft.com/office/drawing/2014/main" id="{D22592DC-8641-F426-653A-13614270A1DE}"/>
              </a:ext>
            </a:extLst>
          </p:cNvPr>
          <p:cNvSpPr/>
          <p:nvPr/>
        </p:nvSpPr>
        <p:spPr>
          <a:xfrm>
            <a:off x="6172200" y="2994080"/>
            <a:ext cx="2468880" cy="1463040"/>
          </a:xfrm>
          <a:prstGeom prst="roundRect">
            <a:avLst>
              <a:gd name="adj" fmla="val 3125"/>
            </a:avLst>
          </a:prstGeom>
          <a:solidFill>
            <a:srgbClr val="FFF0D9"/>
          </a:solidFill>
          <a:ln w="12700">
            <a:solidFill>
              <a:srgbClr val="C7D4E3"/>
            </a:solidFill>
            <a:prstDash val="solid"/>
          </a:ln>
        </p:spPr>
        <p:txBody>
          <a:bodyPr/>
          <a:lstStyle/>
          <a:p>
            <a:endParaRPr lang="en-US"/>
          </a:p>
        </p:txBody>
      </p:sp>
      <p:sp>
        <p:nvSpPr>
          <p:cNvPr id="23" name="Text 12">
            <a:extLst>
              <a:ext uri="{FF2B5EF4-FFF2-40B4-BE49-F238E27FC236}">
                <a16:creationId xmlns:a16="http://schemas.microsoft.com/office/drawing/2014/main" id="{85ADACC5-4406-5023-6C06-382918B0C4A0}"/>
              </a:ext>
            </a:extLst>
          </p:cNvPr>
          <p:cNvSpPr/>
          <p:nvPr/>
        </p:nvSpPr>
        <p:spPr>
          <a:xfrm>
            <a:off x="6318504" y="3204392"/>
            <a:ext cx="2176272" cy="201168"/>
          </a:xfrm>
          <a:prstGeom prst="rect">
            <a:avLst/>
          </a:prstGeom>
          <a:noFill/>
          <a:ln/>
        </p:spPr>
        <p:txBody>
          <a:bodyPr wrap="square" lIns="0" tIns="0" rIns="0" bIns="0" rtlCol="0" anchor="ctr"/>
          <a:lstStyle/>
          <a:p>
            <a:pPr marL="0" indent="0" algn="ctr">
              <a:buNone/>
            </a:pPr>
            <a:r>
              <a:rPr lang="en-US" sz="1600" b="1" dirty="0">
                <a:solidFill>
                  <a:srgbClr val="10253E"/>
                </a:solidFill>
              </a:rPr>
              <a:t>Capacity boundary</a:t>
            </a:r>
            <a:endParaRPr lang="en-US" sz="1600" dirty="0"/>
          </a:p>
        </p:txBody>
      </p:sp>
      <p:sp>
        <p:nvSpPr>
          <p:cNvPr id="24" name="Text 13">
            <a:extLst>
              <a:ext uri="{FF2B5EF4-FFF2-40B4-BE49-F238E27FC236}">
                <a16:creationId xmlns:a16="http://schemas.microsoft.com/office/drawing/2014/main" id="{8BB6F18C-50D2-8443-1019-9BFAAD3856A7}"/>
              </a:ext>
            </a:extLst>
          </p:cNvPr>
          <p:cNvSpPr/>
          <p:nvPr/>
        </p:nvSpPr>
        <p:spPr>
          <a:xfrm>
            <a:off x="6318504" y="3619500"/>
            <a:ext cx="2176272" cy="502920"/>
          </a:xfrm>
          <a:prstGeom prst="rect">
            <a:avLst/>
          </a:prstGeom>
          <a:noFill/>
          <a:ln/>
        </p:spPr>
        <p:txBody>
          <a:bodyPr wrap="square" lIns="0" tIns="0" rIns="0" bIns="0" rtlCol="0" anchor="ctr"/>
          <a:lstStyle/>
          <a:p>
            <a:pPr marL="0" indent="0" algn="ctr">
              <a:buNone/>
            </a:pPr>
            <a:r>
              <a:rPr lang="en-US" sz="1600" dirty="0">
                <a:solidFill>
                  <a:srgbClr val="10253E"/>
                </a:solidFill>
              </a:rPr>
              <a:t>Workspace placement determines which shared compute pool absorbs the load.</a:t>
            </a:r>
            <a:endParaRPr lang="en-US" sz="1600" dirty="0"/>
          </a:p>
        </p:txBody>
      </p:sp>
      <p:sp>
        <p:nvSpPr>
          <p:cNvPr id="25" name="Shape 14">
            <a:extLst>
              <a:ext uri="{FF2B5EF4-FFF2-40B4-BE49-F238E27FC236}">
                <a16:creationId xmlns:a16="http://schemas.microsoft.com/office/drawing/2014/main" id="{322C0FAE-22E6-4221-1025-B4526720BF7B}"/>
              </a:ext>
            </a:extLst>
          </p:cNvPr>
          <p:cNvSpPr/>
          <p:nvPr/>
        </p:nvSpPr>
        <p:spPr>
          <a:xfrm>
            <a:off x="8763000" y="2994080"/>
            <a:ext cx="2743200" cy="1463040"/>
          </a:xfrm>
          <a:prstGeom prst="roundRect">
            <a:avLst>
              <a:gd name="adj" fmla="val 3125"/>
            </a:avLst>
          </a:prstGeom>
          <a:solidFill>
            <a:srgbClr val="F0E8FB"/>
          </a:solidFill>
          <a:ln w="12700">
            <a:solidFill>
              <a:srgbClr val="C7D4E3"/>
            </a:solidFill>
            <a:prstDash val="solid"/>
          </a:ln>
        </p:spPr>
        <p:txBody>
          <a:bodyPr/>
          <a:lstStyle/>
          <a:p>
            <a:endParaRPr lang="en-US"/>
          </a:p>
        </p:txBody>
      </p:sp>
      <p:sp>
        <p:nvSpPr>
          <p:cNvPr id="26" name="Text 15">
            <a:extLst>
              <a:ext uri="{FF2B5EF4-FFF2-40B4-BE49-F238E27FC236}">
                <a16:creationId xmlns:a16="http://schemas.microsoft.com/office/drawing/2014/main" id="{D98C2A16-5C2C-DDD1-E4E2-0058525711EF}"/>
              </a:ext>
            </a:extLst>
          </p:cNvPr>
          <p:cNvSpPr/>
          <p:nvPr/>
        </p:nvSpPr>
        <p:spPr>
          <a:xfrm>
            <a:off x="8909304" y="3204392"/>
            <a:ext cx="2450592" cy="201168"/>
          </a:xfrm>
          <a:prstGeom prst="rect">
            <a:avLst/>
          </a:prstGeom>
          <a:noFill/>
          <a:ln/>
        </p:spPr>
        <p:txBody>
          <a:bodyPr wrap="square" lIns="0" tIns="0" rIns="0" bIns="0" rtlCol="0" anchor="ctr"/>
          <a:lstStyle/>
          <a:p>
            <a:pPr marL="0" indent="0" algn="ctr">
              <a:buNone/>
            </a:pPr>
            <a:r>
              <a:rPr lang="en-US" sz="1600" b="1" dirty="0">
                <a:solidFill>
                  <a:srgbClr val="10253E"/>
                </a:solidFill>
              </a:rPr>
              <a:t>Security boundary</a:t>
            </a:r>
            <a:endParaRPr lang="en-US" sz="1600" dirty="0"/>
          </a:p>
        </p:txBody>
      </p:sp>
      <p:sp>
        <p:nvSpPr>
          <p:cNvPr id="27" name="Text 16">
            <a:extLst>
              <a:ext uri="{FF2B5EF4-FFF2-40B4-BE49-F238E27FC236}">
                <a16:creationId xmlns:a16="http://schemas.microsoft.com/office/drawing/2014/main" id="{11A952CA-420D-1578-9739-44439932F3E3}"/>
              </a:ext>
            </a:extLst>
          </p:cNvPr>
          <p:cNvSpPr/>
          <p:nvPr/>
        </p:nvSpPr>
        <p:spPr>
          <a:xfrm>
            <a:off x="8909304" y="3515288"/>
            <a:ext cx="2450592" cy="502920"/>
          </a:xfrm>
          <a:prstGeom prst="rect">
            <a:avLst/>
          </a:prstGeom>
          <a:noFill/>
          <a:ln/>
        </p:spPr>
        <p:txBody>
          <a:bodyPr wrap="square" lIns="0" tIns="0" rIns="0" bIns="0" rtlCol="0" anchor="ctr"/>
          <a:lstStyle/>
          <a:p>
            <a:pPr marL="0" indent="0" algn="ctr">
              <a:buNone/>
            </a:pPr>
            <a:r>
              <a:rPr lang="en-US" sz="1600" dirty="0">
                <a:solidFill>
                  <a:srgbClr val="10253E"/>
                </a:solidFill>
              </a:rPr>
              <a:t>Role assignment and access groups should be managed at scale, not per person.</a:t>
            </a:r>
            <a:endParaRPr lang="en-US" sz="1600" dirty="0"/>
          </a:p>
        </p:txBody>
      </p:sp>
      <p:sp>
        <p:nvSpPr>
          <p:cNvPr id="28" name="Shape 17">
            <a:extLst>
              <a:ext uri="{FF2B5EF4-FFF2-40B4-BE49-F238E27FC236}">
                <a16:creationId xmlns:a16="http://schemas.microsoft.com/office/drawing/2014/main" id="{7B6B92D2-9663-301C-6B1F-491E21E1F6AB}"/>
              </a:ext>
            </a:extLst>
          </p:cNvPr>
          <p:cNvSpPr/>
          <p:nvPr/>
        </p:nvSpPr>
        <p:spPr>
          <a:xfrm>
            <a:off x="1414240" y="5371520"/>
            <a:ext cx="4846320" cy="1981778"/>
          </a:xfrm>
          <a:prstGeom prst="roundRect">
            <a:avLst>
              <a:gd name="adj" fmla="val 3448"/>
            </a:avLst>
          </a:prstGeom>
          <a:solidFill>
            <a:srgbClr val="FFFFFF"/>
          </a:solidFill>
          <a:ln w="12700">
            <a:solidFill>
              <a:srgbClr val="C7D4E3"/>
            </a:solidFill>
            <a:prstDash val="solid"/>
          </a:ln>
        </p:spPr>
        <p:txBody>
          <a:bodyPr/>
          <a:lstStyle/>
          <a:p>
            <a:endParaRPr lang="en-US"/>
          </a:p>
        </p:txBody>
      </p:sp>
      <p:sp>
        <p:nvSpPr>
          <p:cNvPr id="29" name="Text 18">
            <a:extLst>
              <a:ext uri="{FF2B5EF4-FFF2-40B4-BE49-F238E27FC236}">
                <a16:creationId xmlns:a16="http://schemas.microsoft.com/office/drawing/2014/main" id="{064051A8-B142-B7E3-8AB8-AEF1A116883E}"/>
              </a:ext>
            </a:extLst>
          </p:cNvPr>
          <p:cNvSpPr/>
          <p:nvPr/>
        </p:nvSpPr>
        <p:spPr>
          <a:xfrm>
            <a:off x="1615408" y="5600119"/>
            <a:ext cx="2804192" cy="248811"/>
          </a:xfrm>
          <a:prstGeom prst="rect">
            <a:avLst/>
          </a:prstGeom>
          <a:noFill/>
          <a:ln/>
        </p:spPr>
        <p:txBody>
          <a:bodyPr wrap="square" lIns="0" tIns="0" rIns="0" bIns="0" rtlCol="0" anchor="ctr"/>
          <a:lstStyle/>
          <a:p>
            <a:pPr marL="0" indent="0">
              <a:buNone/>
            </a:pPr>
            <a:r>
              <a:rPr lang="en-US" sz="1500" b="1" dirty="0">
                <a:solidFill>
                  <a:srgbClr val="173B63"/>
                </a:solidFill>
              </a:rPr>
              <a:t>Good default pattern</a:t>
            </a:r>
            <a:endParaRPr lang="en-US" sz="1500" dirty="0"/>
          </a:p>
        </p:txBody>
      </p:sp>
      <p:sp>
        <p:nvSpPr>
          <p:cNvPr id="30" name="Text 19">
            <a:extLst>
              <a:ext uri="{FF2B5EF4-FFF2-40B4-BE49-F238E27FC236}">
                <a16:creationId xmlns:a16="http://schemas.microsoft.com/office/drawing/2014/main" id="{207C3B8D-A63A-AC94-06F3-CBEC5BCE8298}"/>
              </a:ext>
            </a:extLst>
          </p:cNvPr>
          <p:cNvSpPr/>
          <p:nvPr/>
        </p:nvSpPr>
        <p:spPr>
          <a:xfrm>
            <a:off x="1615408" y="5856152"/>
            <a:ext cx="4343400" cy="1153486"/>
          </a:xfrm>
          <a:prstGeom prst="rect">
            <a:avLst/>
          </a:prstGeom>
          <a:noFill/>
          <a:ln/>
        </p:spPr>
        <p:txBody>
          <a:bodyPr wrap="square" lIns="0" tIns="0" rIns="0" bIns="0" rtlCol="0" anchor="ctr"/>
          <a:lstStyle/>
          <a:p>
            <a:pPr marL="0" indent="0">
              <a:buNone/>
            </a:pPr>
            <a:r>
              <a:rPr lang="en-US" sz="1600" dirty="0">
                <a:solidFill>
                  <a:srgbClr val="10253E"/>
                </a:solidFill>
              </a:rPr>
              <a:t>Domain + environment workspaces (for example: Sales-Dev, Sales-Test, Sales-Prod) with shared platform workspaces for ingestion / curated data when needed.</a:t>
            </a:r>
            <a:endParaRPr lang="en-US" sz="1600" dirty="0"/>
          </a:p>
        </p:txBody>
      </p:sp>
      <p:sp>
        <p:nvSpPr>
          <p:cNvPr id="31" name="Shape 20">
            <a:extLst>
              <a:ext uri="{FF2B5EF4-FFF2-40B4-BE49-F238E27FC236}">
                <a16:creationId xmlns:a16="http://schemas.microsoft.com/office/drawing/2014/main" id="{F701C779-C49D-6777-C3A5-BED569BEDDC1}"/>
              </a:ext>
            </a:extLst>
          </p:cNvPr>
          <p:cNvSpPr/>
          <p:nvPr/>
        </p:nvSpPr>
        <p:spPr>
          <a:xfrm>
            <a:off x="6672040" y="5371519"/>
            <a:ext cx="4983480" cy="1981779"/>
          </a:xfrm>
          <a:prstGeom prst="roundRect">
            <a:avLst>
              <a:gd name="adj" fmla="val 3448"/>
            </a:avLst>
          </a:prstGeom>
          <a:solidFill>
            <a:srgbClr val="FFFFFF"/>
          </a:solidFill>
          <a:ln w="12700">
            <a:solidFill>
              <a:srgbClr val="C7D4E3"/>
            </a:solidFill>
            <a:prstDash val="solid"/>
          </a:ln>
        </p:spPr>
        <p:txBody>
          <a:bodyPr/>
          <a:lstStyle/>
          <a:p>
            <a:endParaRPr lang="en-US"/>
          </a:p>
        </p:txBody>
      </p:sp>
      <p:sp>
        <p:nvSpPr>
          <p:cNvPr id="32" name="Text 21">
            <a:extLst>
              <a:ext uri="{FF2B5EF4-FFF2-40B4-BE49-F238E27FC236}">
                <a16:creationId xmlns:a16="http://schemas.microsoft.com/office/drawing/2014/main" id="{B5E73327-473E-EF67-CD5D-7EE1DD8FB76C}"/>
              </a:ext>
            </a:extLst>
          </p:cNvPr>
          <p:cNvSpPr/>
          <p:nvPr/>
        </p:nvSpPr>
        <p:spPr>
          <a:xfrm>
            <a:off x="6882352" y="5600120"/>
            <a:ext cx="1097280" cy="201168"/>
          </a:xfrm>
          <a:prstGeom prst="rect">
            <a:avLst/>
          </a:prstGeom>
          <a:noFill/>
          <a:ln/>
        </p:spPr>
        <p:txBody>
          <a:bodyPr wrap="square" lIns="0" tIns="0" rIns="0" bIns="0" rtlCol="0" anchor="ctr"/>
          <a:lstStyle/>
          <a:p>
            <a:pPr marL="0" indent="0">
              <a:buNone/>
            </a:pPr>
            <a:r>
              <a:rPr lang="en-US" sz="1500" b="1" dirty="0">
                <a:solidFill>
                  <a:srgbClr val="B94A48"/>
                </a:solidFill>
              </a:rPr>
              <a:t>Anti-patterns</a:t>
            </a:r>
            <a:endParaRPr lang="en-US" sz="1500" dirty="0"/>
          </a:p>
        </p:txBody>
      </p:sp>
      <p:sp>
        <p:nvSpPr>
          <p:cNvPr id="33" name="Text 22">
            <a:extLst>
              <a:ext uri="{FF2B5EF4-FFF2-40B4-BE49-F238E27FC236}">
                <a16:creationId xmlns:a16="http://schemas.microsoft.com/office/drawing/2014/main" id="{854EDCE3-7596-A797-6BBA-4193632B60F5}"/>
              </a:ext>
            </a:extLst>
          </p:cNvPr>
          <p:cNvSpPr/>
          <p:nvPr/>
        </p:nvSpPr>
        <p:spPr>
          <a:xfrm>
            <a:off x="6882352" y="5856152"/>
            <a:ext cx="4434840" cy="1153486"/>
          </a:xfrm>
          <a:prstGeom prst="rect">
            <a:avLst/>
          </a:prstGeom>
          <a:noFill/>
          <a:ln/>
        </p:spPr>
        <p:txBody>
          <a:bodyPr wrap="square" lIns="0" tIns="0" rIns="0" bIns="0" rtlCol="0" anchor="ctr"/>
          <a:lstStyle/>
          <a:p>
            <a:pPr marL="0" indent="0">
              <a:buNone/>
            </a:pPr>
            <a:r>
              <a:rPr lang="en-US" sz="1600" dirty="0">
                <a:solidFill>
                  <a:srgbClr val="10253E"/>
                </a:solidFill>
              </a:rPr>
              <a:t>One monster workspace per department • one workspace per developer • editing production directly • using workspace membership as the only security model</a:t>
            </a:r>
            <a:endParaRPr lang="en-US" sz="1600" dirty="0"/>
          </a:p>
        </p:txBody>
      </p:sp>
    </p:spTree>
    <p:extLst>
      <p:ext uri="{BB962C8B-B14F-4D97-AF65-F5344CB8AC3E}">
        <p14:creationId xmlns:p14="http://schemas.microsoft.com/office/powerpoint/2010/main" val="24983381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CAFCCA4-6F29-AA6C-04BC-FFF95534875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A657E5D-3F22-1773-6E8A-A368926F5342}"/>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9B0493CF-981D-913E-5732-B4A4FE4B0248}"/>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9D83568A-3280-67A6-F422-44FCD533DD3C}"/>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29B31509-2C05-A00E-9A6D-E48ABFCF3BDF}"/>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1E4107EB-4436-0C2D-C237-EF44A7A89613}"/>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25C2B4BA-AA89-5385-AE09-FBE843C1F65A}"/>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B62127D8-08D2-BA15-54EC-F4F8607D002B}"/>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F4CED0D5-8B10-C429-0E45-8E2BBC0A5F0D}"/>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EB54D9BA-94E6-7208-F76F-D60B2D92FD8E}"/>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59</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41E6928C-3519-7EC4-11D4-072D76B600C2}"/>
              </a:ext>
            </a:extLst>
          </p:cNvPr>
          <p:cNvSpPr/>
          <p:nvPr/>
        </p:nvSpPr>
        <p:spPr>
          <a:xfrm>
            <a:off x="1104304" y="1869948"/>
            <a:ext cx="13754695"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“40 devs, one capacity” can work if rights are narrower than reach</a:t>
            </a:r>
            <a:endParaRPr lang="en-US" sz="3600" dirty="0">
              <a:solidFill>
                <a:schemeClr val="bg1"/>
              </a:solidFill>
            </a:endParaRPr>
          </a:p>
        </p:txBody>
      </p:sp>
      <p:sp>
        <p:nvSpPr>
          <p:cNvPr id="12" name="Shape 1">
            <a:extLst>
              <a:ext uri="{FF2B5EF4-FFF2-40B4-BE49-F238E27FC236}">
                <a16:creationId xmlns:a16="http://schemas.microsoft.com/office/drawing/2014/main" id="{C53CFB2D-B5B6-03A9-FF57-C020E8E9C40A}"/>
              </a:ext>
            </a:extLst>
          </p:cNvPr>
          <p:cNvSpPr/>
          <p:nvPr/>
        </p:nvSpPr>
        <p:spPr>
          <a:xfrm>
            <a:off x="1241465" y="2903220"/>
            <a:ext cx="3840480" cy="5212080"/>
          </a:xfrm>
          <a:prstGeom prst="roundRect">
            <a:avLst>
              <a:gd name="adj" fmla="val 1190"/>
            </a:avLst>
          </a:prstGeom>
          <a:solidFill>
            <a:srgbClr val="FFFFFF"/>
          </a:solidFill>
          <a:ln w="12700">
            <a:solidFill>
              <a:srgbClr val="C7D4E3"/>
            </a:solidFill>
            <a:prstDash val="solid"/>
          </a:ln>
        </p:spPr>
        <p:txBody>
          <a:bodyPr/>
          <a:lstStyle/>
          <a:p>
            <a:endParaRPr lang="en-US"/>
          </a:p>
        </p:txBody>
      </p:sp>
      <p:sp>
        <p:nvSpPr>
          <p:cNvPr id="13" name="Text 2">
            <a:extLst>
              <a:ext uri="{FF2B5EF4-FFF2-40B4-BE49-F238E27FC236}">
                <a16:creationId xmlns:a16="http://schemas.microsoft.com/office/drawing/2014/main" id="{7AD87C36-9F4B-D5D0-CBD9-F9E1333410DE}"/>
              </a:ext>
            </a:extLst>
          </p:cNvPr>
          <p:cNvSpPr/>
          <p:nvPr/>
        </p:nvSpPr>
        <p:spPr>
          <a:xfrm>
            <a:off x="1497496" y="3168396"/>
            <a:ext cx="3455503" cy="219454"/>
          </a:xfrm>
          <a:prstGeom prst="rect">
            <a:avLst/>
          </a:prstGeom>
          <a:noFill/>
          <a:ln/>
        </p:spPr>
        <p:txBody>
          <a:bodyPr wrap="square" lIns="0" tIns="0" rIns="0" bIns="0" rtlCol="0" anchor="ctr"/>
          <a:lstStyle/>
          <a:p>
            <a:pPr marL="0" indent="0">
              <a:buNone/>
            </a:pPr>
            <a:r>
              <a:rPr lang="en-US" sz="2400" b="1" dirty="0">
                <a:solidFill>
                  <a:srgbClr val="B94A48"/>
                </a:solidFill>
              </a:rPr>
              <a:t>What many enterprises do by accident</a:t>
            </a:r>
            <a:endParaRPr lang="en-US" sz="2400" dirty="0"/>
          </a:p>
        </p:txBody>
      </p:sp>
      <p:sp>
        <p:nvSpPr>
          <p:cNvPr id="14" name="Shape 3">
            <a:extLst>
              <a:ext uri="{FF2B5EF4-FFF2-40B4-BE49-F238E27FC236}">
                <a16:creationId xmlns:a16="http://schemas.microsoft.com/office/drawing/2014/main" id="{CC90FA46-8567-3E2C-2268-0FE0ECF4997C}"/>
              </a:ext>
            </a:extLst>
          </p:cNvPr>
          <p:cNvSpPr/>
          <p:nvPr/>
        </p:nvSpPr>
        <p:spPr>
          <a:xfrm>
            <a:off x="1497497" y="3771900"/>
            <a:ext cx="91440" cy="91440"/>
          </a:xfrm>
          <a:prstGeom prst="ellipse">
            <a:avLst/>
          </a:prstGeom>
          <a:solidFill>
            <a:srgbClr val="B94A48"/>
          </a:solidFill>
          <a:ln w="12700">
            <a:solidFill>
              <a:srgbClr val="B94A48"/>
            </a:solidFill>
            <a:prstDash val="solid"/>
          </a:ln>
        </p:spPr>
        <p:txBody>
          <a:bodyPr/>
          <a:lstStyle/>
          <a:p>
            <a:endParaRPr lang="en-US"/>
          </a:p>
        </p:txBody>
      </p:sp>
      <p:sp>
        <p:nvSpPr>
          <p:cNvPr id="15" name="Text 4">
            <a:extLst>
              <a:ext uri="{FF2B5EF4-FFF2-40B4-BE49-F238E27FC236}">
                <a16:creationId xmlns:a16="http://schemas.microsoft.com/office/drawing/2014/main" id="{1F7FE936-3655-2C1E-A0CE-5A2D6ED2DD0B}"/>
              </a:ext>
            </a:extLst>
          </p:cNvPr>
          <p:cNvSpPr/>
          <p:nvPr/>
        </p:nvSpPr>
        <p:spPr>
          <a:xfrm>
            <a:off x="1662089" y="3857498"/>
            <a:ext cx="3127248" cy="524002"/>
          </a:xfrm>
          <a:prstGeom prst="rect">
            <a:avLst/>
          </a:prstGeom>
          <a:noFill/>
          <a:ln/>
        </p:spPr>
        <p:txBody>
          <a:bodyPr wrap="square" lIns="0" tIns="0" rIns="0" bIns="0" rtlCol="0" anchor="ctr"/>
          <a:lstStyle/>
          <a:p>
            <a:pPr marL="0" indent="0">
              <a:buNone/>
            </a:pPr>
            <a:r>
              <a:rPr lang="en-US" dirty="0">
                <a:solidFill>
                  <a:srgbClr val="10253E"/>
                </a:solidFill>
              </a:rPr>
              <a:t>All developers share the same capacity and the same broad workspace permissions</a:t>
            </a:r>
            <a:endParaRPr lang="en-US" dirty="0"/>
          </a:p>
        </p:txBody>
      </p:sp>
      <p:sp>
        <p:nvSpPr>
          <p:cNvPr id="16" name="Shape 5">
            <a:extLst>
              <a:ext uri="{FF2B5EF4-FFF2-40B4-BE49-F238E27FC236}">
                <a16:creationId xmlns:a16="http://schemas.microsoft.com/office/drawing/2014/main" id="{15EE9DF2-1160-5772-9B75-A93D08F95986}"/>
              </a:ext>
            </a:extLst>
          </p:cNvPr>
          <p:cNvSpPr/>
          <p:nvPr/>
        </p:nvSpPr>
        <p:spPr>
          <a:xfrm>
            <a:off x="1497497" y="4671060"/>
            <a:ext cx="91440" cy="91440"/>
          </a:xfrm>
          <a:prstGeom prst="ellipse">
            <a:avLst/>
          </a:prstGeom>
          <a:solidFill>
            <a:srgbClr val="B94A48"/>
          </a:solidFill>
          <a:ln w="12700">
            <a:solidFill>
              <a:srgbClr val="B94A48"/>
            </a:solidFill>
            <a:prstDash val="solid"/>
          </a:ln>
        </p:spPr>
        <p:txBody>
          <a:bodyPr/>
          <a:lstStyle/>
          <a:p>
            <a:endParaRPr lang="en-US"/>
          </a:p>
        </p:txBody>
      </p:sp>
      <p:sp>
        <p:nvSpPr>
          <p:cNvPr id="17" name="Text 6">
            <a:extLst>
              <a:ext uri="{FF2B5EF4-FFF2-40B4-BE49-F238E27FC236}">
                <a16:creationId xmlns:a16="http://schemas.microsoft.com/office/drawing/2014/main" id="{9415DC08-8FD9-4C90-FB41-475F90D554A1}"/>
              </a:ext>
            </a:extLst>
          </p:cNvPr>
          <p:cNvSpPr/>
          <p:nvPr/>
        </p:nvSpPr>
        <p:spPr>
          <a:xfrm>
            <a:off x="1662089" y="4695698"/>
            <a:ext cx="3127248" cy="524002"/>
          </a:xfrm>
          <a:prstGeom prst="rect">
            <a:avLst/>
          </a:prstGeom>
          <a:noFill/>
          <a:ln/>
        </p:spPr>
        <p:txBody>
          <a:bodyPr wrap="square" lIns="0" tIns="0" rIns="0" bIns="0" rtlCol="0" anchor="ctr"/>
          <a:lstStyle/>
          <a:p>
            <a:pPr marL="0" indent="0">
              <a:buNone/>
            </a:pPr>
            <a:r>
              <a:rPr lang="en-US" dirty="0">
                <a:solidFill>
                  <a:srgbClr val="10253E"/>
                </a:solidFill>
              </a:rPr>
              <a:t>Manual production changes bypass Git and deployment controls</a:t>
            </a:r>
            <a:endParaRPr lang="en-US" dirty="0"/>
          </a:p>
        </p:txBody>
      </p:sp>
      <p:sp>
        <p:nvSpPr>
          <p:cNvPr id="18" name="Shape 7">
            <a:extLst>
              <a:ext uri="{FF2B5EF4-FFF2-40B4-BE49-F238E27FC236}">
                <a16:creationId xmlns:a16="http://schemas.microsoft.com/office/drawing/2014/main" id="{B8FA44BD-4849-ADE6-E5DA-55CC0B3E9107}"/>
              </a:ext>
            </a:extLst>
          </p:cNvPr>
          <p:cNvSpPr/>
          <p:nvPr/>
        </p:nvSpPr>
        <p:spPr>
          <a:xfrm>
            <a:off x="1497497" y="5539994"/>
            <a:ext cx="91440" cy="91440"/>
          </a:xfrm>
          <a:prstGeom prst="ellipse">
            <a:avLst/>
          </a:prstGeom>
          <a:solidFill>
            <a:srgbClr val="B94A48"/>
          </a:solidFill>
          <a:ln w="12700">
            <a:solidFill>
              <a:srgbClr val="B94A48"/>
            </a:solidFill>
            <a:prstDash val="solid"/>
          </a:ln>
        </p:spPr>
        <p:txBody>
          <a:bodyPr/>
          <a:lstStyle/>
          <a:p>
            <a:endParaRPr lang="en-US"/>
          </a:p>
        </p:txBody>
      </p:sp>
      <p:sp>
        <p:nvSpPr>
          <p:cNvPr id="19" name="Text 8">
            <a:extLst>
              <a:ext uri="{FF2B5EF4-FFF2-40B4-BE49-F238E27FC236}">
                <a16:creationId xmlns:a16="http://schemas.microsoft.com/office/drawing/2014/main" id="{DE700E60-12EF-B8D9-61DD-1A99D40E9D04}"/>
              </a:ext>
            </a:extLst>
          </p:cNvPr>
          <p:cNvSpPr/>
          <p:nvPr/>
        </p:nvSpPr>
        <p:spPr>
          <a:xfrm>
            <a:off x="1662089" y="5457698"/>
            <a:ext cx="3127248" cy="524002"/>
          </a:xfrm>
          <a:prstGeom prst="rect">
            <a:avLst/>
          </a:prstGeom>
          <a:noFill/>
          <a:ln/>
        </p:spPr>
        <p:txBody>
          <a:bodyPr wrap="square" lIns="0" tIns="0" rIns="0" bIns="0" rtlCol="0" anchor="ctr"/>
          <a:lstStyle/>
          <a:p>
            <a:pPr marL="0" indent="0">
              <a:buNone/>
            </a:pPr>
            <a:r>
              <a:rPr lang="en-US" dirty="0">
                <a:solidFill>
                  <a:srgbClr val="10253E"/>
                </a:solidFill>
              </a:rPr>
              <a:t>Nobody can answer who is consuming the compute budget</a:t>
            </a:r>
            <a:endParaRPr lang="en-US" dirty="0"/>
          </a:p>
        </p:txBody>
      </p:sp>
      <p:sp>
        <p:nvSpPr>
          <p:cNvPr id="20" name="Shape 9">
            <a:extLst>
              <a:ext uri="{FF2B5EF4-FFF2-40B4-BE49-F238E27FC236}">
                <a16:creationId xmlns:a16="http://schemas.microsoft.com/office/drawing/2014/main" id="{F414A43F-16E3-BF85-DDE6-836327B6FB40}"/>
              </a:ext>
            </a:extLst>
          </p:cNvPr>
          <p:cNvSpPr/>
          <p:nvPr/>
        </p:nvSpPr>
        <p:spPr>
          <a:xfrm>
            <a:off x="5356264" y="2903219"/>
            <a:ext cx="8359735" cy="5212079"/>
          </a:xfrm>
          <a:prstGeom prst="roundRect">
            <a:avLst>
              <a:gd name="adj" fmla="val 1020"/>
            </a:avLst>
          </a:prstGeom>
          <a:solidFill>
            <a:srgbClr val="FFFFFF"/>
          </a:solidFill>
          <a:ln w="12700">
            <a:solidFill>
              <a:srgbClr val="C7D4E3"/>
            </a:solidFill>
            <a:prstDash val="solid"/>
          </a:ln>
        </p:spPr>
        <p:txBody>
          <a:bodyPr/>
          <a:lstStyle/>
          <a:p>
            <a:endParaRPr lang="en-US" sz="2400"/>
          </a:p>
        </p:txBody>
      </p:sp>
      <p:sp>
        <p:nvSpPr>
          <p:cNvPr id="21" name="Text 10">
            <a:extLst>
              <a:ext uri="{FF2B5EF4-FFF2-40B4-BE49-F238E27FC236}">
                <a16:creationId xmlns:a16="http://schemas.microsoft.com/office/drawing/2014/main" id="{E0BA63A0-5C27-7119-4967-6C088B4BA218}"/>
              </a:ext>
            </a:extLst>
          </p:cNvPr>
          <p:cNvSpPr/>
          <p:nvPr/>
        </p:nvSpPr>
        <p:spPr>
          <a:xfrm>
            <a:off x="5612297" y="3168396"/>
            <a:ext cx="4709160" cy="219454"/>
          </a:xfrm>
          <a:prstGeom prst="rect">
            <a:avLst/>
          </a:prstGeom>
          <a:noFill/>
          <a:ln/>
        </p:spPr>
        <p:txBody>
          <a:bodyPr wrap="square" lIns="0" tIns="0" rIns="0" bIns="0" rtlCol="0" anchor="ctr"/>
          <a:lstStyle/>
          <a:p>
            <a:pPr marL="0" indent="0">
              <a:buNone/>
            </a:pPr>
            <a:r>
              <a:rPr lang="en-US" sz="2400" b="1" dirty="0">
                <a:solidFill>
                  <a:srgbClr val="2F855A"/>
                </a:solidFill>
              </a:rPr>
              <a:t>What survives enterprise reality</a:t>
            </a:r>
            <a:endParaRPr lang="en-US" sz="2400" dirty="0"/>
          </a:p>
        </p:txBody>
      </p:sp>
      <p:sp>
        <p:nvSpPr>
          <p:cNvPr id="22" name="Shape 11">
            <a:extLst>
              <a:ext uri="{FF2B5EF4-FFF2-40B4-BE49-F238E27FC236}">
                <a16:creationId xmlns:a16="http://schemas.microsoft.com/office/drawing/2014/main" id="{D2ADF0CF-F806-3EAE-4CC5-F0FC7A7A192C}"/>
              </a:ext>
            </a:extLst>
          </p:cNvPr>
          <p:cNvSpPr/>
          <p:nvPr/>
        </p:nvSpPr>
        <p:spPr>
          <a:xfrm flipH="1">
            <a:off x="8686800" y="3817619"/>
            <a:ext cx="7025" cy="3554347"/>
          </a:xfrm>
          <a:prstGeom prst="line">
            <a:avLst/>
          </a:prstGeom>
          <a:noFill/>
          <a:ln w="25400">
            <a:solidFill>
              <a:srgbClr val="C7D4E3"/>
            </a:solidFill>
            <a:prstDash val="solid"/>
            <a:tailEnd type="triangle"/>
          </a:ln>
        </p:spPr>
        <p:txBody>
          <a:bodyPr/>
          <a:lstStyle/>
          <a:p>
            <a:endParaRPr lang="en-US"/>
          </a:p>
        </p:txBody>
      </p:sp>
      <p:sp>
        <p:nvSpPr>
          <p:cNvPr id="23" name="Shape 12">
            <a:extLst>
              <a:ext uri="{FF2B5EF4-FFF2-40B4-BE49-F238E27FC236}">
                <a16:creationId xmlns:a16="http://schemas.microsoft.com/office/drawing/2014/main" id="{063522A8-3451-2B7F-507E-BD00BBB9CB26}"/>
              </a:ext>
            </a:extLst>
          </p:cNvPr>
          <p:cNvSpPr/>
          <p:nvPr/>
        </p:nvSpPr>
        <p:spPr>
          <a:xfrm>
            <a:off x="6407825" y="4640580"/>
            <a:ext cx="4572000" cy="0"/>
          </a:xfrm>
          <a:prstGeom prst="line">
            <a:avLst/>
          </a:prstGeom>
          <a:noFill/>
          <a:ln w="20320">
            <a:solidFill>
              <a:srgbClr val="C7D4E3"/>
            </a:solidFill>
            <a:prstDash val="solid"/>
          </a:ln>
        </p:spPr>
        <p:txBody>
          <a:bodyPr/>
          <a:lstStyle/>
          <a:p>
            <a:endParaRPr lang="en-US"/>
          </a:p>
        </p:txBody>
      </p:sp>
      <p:sp>
        <p:nvSpPr>
          <p:cNvPr id="24" name="Shape 13">
            <a:extLst>
              <a:ext uri="{FF2B5EF4-FFF2-40B4-BE49-F238E27FC236}">
                <a16:creationId xmlns:a16="http://schemas.microsoft.com/office/drawing/2014/main" id="{1CC40D22-4D76-C4AD-BE12-64B17DE00F6D}"/>
              </a:ext>
            </a:extLst>
          </p:cNvPr>
          <p:cNvSpPr/>
          <p:nvPr/>
        </p:nvSpPr>
        <p:spPr>
          <a:xfrm>
            <a:off x="5676305" y="3543300"/>
            <a:ext cx="1920240" cy="713232"/>
          </a:xfrm>
          <a:prstGeom prst="roundRect">
            <a:avLst>
              <a:gd name="adj" fmla="val 5128"/>
            </a:avLst>
          </a:prstGeom>
          <a:solidFill>
            <a:srgbClr val="DDEAF7"/>
          </a:solidFill>
          <a:ln w="12700">
            <a:solidFill>
              <a:srgbClr val="C7D4E3"/>
            </a:solidFill>
            <a:prstDash val="solid"/>
          </a:ln>
        </p:spPr>
        <p:txBody>
          <a:bodyPr/>
          <a:lstStyle/>
          <a:p>
            <a:endParaRPr lang="en-US"/>
          </a:p>
        </p:txBody>
      </p:sp>
      <p:sp>
        <p:nvSpPr>
          <p:cNvPr id="25" name="Text 14">
            <a:extLst>
              <a:ext uri="{FF2B5EF4-FFF2-40B4-BE49-F238E27FC236}">
                <a16:creationId xmlns:a16="http://schemas.microsoft.com/office/drawing/2014/main" id="{AA01AB8B-5705-CB26-C34E-41D12ADC73A4}"/>
              </a:ext>
            </a:extLst>
          </p:cNvPr>
          <p:cNvSpPr/>
          <p:nvPr/>
        </p:nvSpPr>
        <p:spPr>
          <a:xfrm>
            <a:off x="5749457" y="3744468"/>
            <a:ext cx="1773936" cy="182880"/>
          </a:xfrm>
          <a:prstGeom prst="rect">
            <a:avLst/>
          </a:prstGeom>
          <a:noFill/>
          <a:ln/>
        </p:spPr>
        <p:txBody>
          <a:bodyPr wrap="square" lIns="0" tIns="0" rIns="0" bIns="0" rtlCol="0" anchor="ctr"/>
          <a:lstStyle/>
          <a:p>
            <a:pPr marL="0" indent="0" algn="ctr">
              <a:buNone/>
            </a:pPr>
            <a:r>
              <a:rPr lang="en-US" sz="1500" b="1" dirty="0">
                <a:solidFill>
                  <a:srgbClr val="10253E"/>
                </a:solidFill>
              </a:rPr>
              <a:t>Dev workspaces</a:t>
            </a:r>
            <a:endParaRPr lang="en-US" sz="1500" dirty="0"/>
          </a:p>
        </p:txBody>
      </p:sp>
      <p:sp>
        <p:nvSpPr>
          <p:cNvPr id="26" name="Shape 15">
            <a:extLst>
              <a:ext uri="{FF2B5EF4-FFF2-40B4-BE49-F238E27FC236}">
                <a16:creationId xmlns:a16="http://schemas.microsoft.com/office/drawing/2014/main" id="{9BCC440E-2E09-B9DF-246B-2B9D0BC3838D}"/>
              </a:ext>
            </a:extLst>
          </p:cNvPr>
          <p:cNvSpPr/>
          <p:nvPr/>
        </p:nvSpPr>
        <p:spPr>
          <a:xfrm>
            <a:off x="7962305" y="3543300"/>
            <a:ext cx="1920240" cy="713232"/>
          </a:xfrm>
          <a:prstGeom prst="roundRect">
            <a:avLst>
              <a:gd name="adj" fmla="val 5128"/>
            </a:avLst>
          </a:prstGeom>
          <a:solidFill>
            <a:srgbClr val="DBF0EE"/>
          </a:solidFill>
          <a:ln w="12700">
            <a:solidFill>
              <a:srgbClr val="C7D4E3"/>
            </a:solidFill>
            <a:prstDash val="solid"/>
          </a:ln>
        </p:spPr>
        <p:txBody>
          <a:bodyPr/>
          <a:lstStyle/>
          <a:p>
            <a:endParaRPr lang="en-US"/>
          </a:p>
        </p:txBody>
      </p:sp>
      <p:sp>
        <p:nvSpPr>
          <p:cNvPr id="27" name="Text 16">
            <a:extLst>
              <a:ext uri="{FF2B5EF4-FFF2-40B4-BE49-F238E27FC236}">
                <a16:creationId xmlns:a16="http://schemas.microsoft.com/office/drawing/2014/main" id="{4081C025-66D8-64E9-5001-C9CE62C0E5EE}"/>
              </a:ext>
            </a:extLst>
          </p:cNvPr>
          <p:cNvSpPr/>
          <p:nvPr/>
        </p:nvSpPr>
        <p:spPr>
          <a:xfrm>
            <a:off x="8035457" y="3744468"/>
            <a:ext cx="1773936" cy="182880"/>
          </a:xfrm>
          <a:prstGeom prst="rect">
            <a:avLst/>
          </a:prstGeom>
          <a:noFill/>
          <a:ln/>
        </p:spPr>
        <p:txBody>
          <a:bodyPr wrap="square" lIns="0" tIns="0" rIns="0" bIns="0" rtlCol="0" anchor="ctr"/>
          <a:lstStyle/>
          <a:p>
            <a:pPr marL="0" indent="0" algn="ctr">
              <a:buNone/>
            </a:pPr>
            <a:r>
              <a:rPr lang="en-US" sz="1500" b="1" dirty="0">
                <a:solidFill>
                  <a:srgbClr val="10253E"/>
                </a:solidFill>
              </a:rPr>
              <a:t>Test workspaces</a:t>
            </a:r>
            <a:endParaRPr lang="en-US" sz="1500" dirty="0"/>
          </a:p>
        </p:txBody>
      </p:sp>
      <p:sp>
        <p:nvSpPr>
          <p:cNvPr id="28" name="Shape 17">
            <a:extLst>
              <a:ext uri="{FF2B5EF4-FFF2-40B4-BE49-F238E27FC236}">
                <a16:creationId xmlns:a16="http://schemas.microsoft.com/office/drawing/2014/main" id="{9D778D17-4D97-2BAC-C068-D6AEEF6FDB3C}"/>
              </a:ext>
            </a:extLst>
          </p:cNvPr>
          <p:cNvSpPr/>
          <p:nvPr/>
        </p:nvSpPr>
        <p:spPr>
          <a:xfrm>
            <a:off x="10248304" y="3543300"/>
            <a:ext cx="1920239" cy="713232"/>
          </a:xfrm>
          <a:prstGeom prst="roundRect">
            <a:avLst>
              <a:gd name="adj" fmla="val 5128"/>
            </a:avLst>
          </a:prstGeom>
          <a:solidFill>
            <a:srgbClr val="FFF0D9"/>
          </a:solidFill>
          <a:ln w="12700">
            <a:solidFill>
              <a:srgbClr val="C7D4E3"/>
            </a:solidFill>
            <a:prstDash val="solid"/>
          </a:ln>
        </p:spPr>
        <p:txBody>
          <a:bodyPr/>
          <a:lstStyle/>
          <a:p>
            <a:endParaRPr lang="en-US"/>
          </a:p>
        </p:txBody>
      </p:sp>
      <p:sp>
        <p:nvSpPr>
          <p:cNvPr id="29" name="Text 18">
            <a:extLst>
              <a:ext uri="{FF2B5EF4-FFF2-40B4-BE49-F238E27FC236}">
                <a16:creationId xmlns:a16="http://schemas.microsoft.com/office/drawing/2014/main" id="{508ECB74-ADDD-E400-4D27-17772FDB3B50}"/>
              </a:ext>
            </a:extLst>
          </p:cNvPr>
          <p:cNvSpPr/>
          <p:nvPr/>
        </p:nvSpPr>
        <p:spPr>
          <a:xfrm>
            <a:off x="10321456" y="3744468"/>
            <a:ext cx="1840063" cy="182880"/>
          </a:xfrm>
          <a:prstGeom prst="rect">
            <a:avLst/>
          </a:prstGeom>
          <a:noFill/>
          <a:ln/>
        </p:spPr>
        <p:txBody>
          <a:bodyPr wrap="square" lIns="0" tIns="0" rIns="0" bIns="0" rtlCol="0" anchor="ctr"/>
          <a:lstStyle/>
          <a:p>
            <a:pPr marL="0" indent="0" algn="ctr">
              <a:buNone/>
            </a:pPr>
            <a:r>
              <a:rPr lang="en-US" sz="1500" b="1" dirty="0">
                <a:solidFill>
                  <a:srgbClr val="10253E"/>
                </a:solidFill>
              </a:rPr>
              <a:t>Prod workspaces</a:t>
            </a:r>
            <a:endParaRPr lang="en-US" sz="1500" dirty="0"/>
          </a:p>
        </p:txBody>
      </p:sp>
      <p:sp>
        <p:nvSpPr>
          <p:cNvPr id="30" name="Text 19">
            <a:extLst>
              <a:ext uri="{FF2B5EF4-FFF2-40B4-BE49-F238E27FC236}">
                <a16:creationId xmlns:a16="http://schemas.microsoft.com/office/drawing/2014/main" id="{FCF1EBE5-16DD-0F35-9B26-60B9BE295753}"/>
              </a:ext>
            </a:extLst>
          </p:cNvPr>
          <p:cNvSpPr/>
          <p:nvPr/>
        </p:nvSpPr>
        <p:spPr>
          <a:xfrm>
            <a:off x="7505105" y="7524369"/>
            <a:ext cx="2468880" cy="438531"/>
          </a:xfrm>
          <a:prstGeom prst="rect">
            <a:avLst/>
          </a:prstGeom>
          <a:noFill/>
          <a:ln/>
        </p:spPr>
        <p:txBody>
          <a:bodyPr wrap="square" lIns="0" tIns="0" rIns="0" bIns="0" rtlCol="0" anchor="ctr"/>
          <a:lstStyle/>
          <a:p>
            <a:pPr marL="0" indent="0" algn="ctr">
              <a:buNone/>
            </a:pPr>
            <a:r>
              <a:rPr lang="en-US" b="1" dirty="0">
                <a:solidFill>
                  <a:srgbClr val="10253E"/>
                </a:solidFill>
              </a:rPr>
              <a:t>Controlled production rights</a:t>
            </a:r>
            <a:endParaRPr lang="en-US" dirty="0"/>
          </a:p>
        </p:txBody>
      </p:sp>
      <p:sp>
        <p:nvSpPr>
          <p:cNvPr id="31" name="Text 20">
            <a:extLst>
              <a:ext uri="{FF2B5EF4-FFF2-40B4-BE49-F238E27FC236}">
                <a16:creationId xmlns:a16="http://schemas.microsoft.com/office/drawing/2014/main" id="{49C138FA-F22F-7029-057D-6C6C3F7E5A65}"/>
              </a:ext>
            </a:extLst>
          </p:cNvPr>
          <p:cNvSpPr/>
          <p:nvPr/>
        </p:nvSpPr>
        <p:spPr>
          <a:xfrm>
            <a:off x="5612296" y="4942332"/>
            <a:ext cx="4065103" cy="81790"/>
          </a:xfrm>
          <a:prstGeom prst="rect">
            <a:avLst/>
          </a:prstGeom>
          <a:noFill/>
          <a:ln/>
        </p:spPr>
        <p:txBody>
          <a:bodyPr wrap="square" lIns="0" tIns="0" rIns="0" bIns="0" rtlCol="0" anchor="ctr"/>
          <a:lstStyle/>
          <a:p>
            <a:pPr marL="0" indent="0">
              <a:buNone/>
            </a:pPr>
            <a:r>
              <a:rPr lang="en-US" sz="2400" b="1" dirty="0">
                <a:solidFill>
                  <a:srgbClr val="4A5E75"/>
                </a:solidFill>
              </a:rPr>
              <a:t>Typical control model</a:t>
            </a:r>
            <a:endParaRPr lang="en-US" sz="2400" dirty="0"/>
          </a:p>
        </p:txBody>
      </p:sp>
      <p:sp>
        <p:nvSpPr>
          <p:cNvPr id="32" name="Shape 21">
            <a:extLst>
              <a:ext uri="{FF2B5EF4-FFF2-40B4-BE49-F238E27FC236}">
                <a16:creationId xmlns:a16="http://schemas.microsoft.com/office/drawing/2014/main" id="{E9D55245-850B-87E5-CEEE-84F3826ECBBF}"/>
              </a:ext>
            </a:extLst>
          </p:cNvPr>
          <p:cNvSpPr/>
          <p:nvPr/>
        </p:nvSpPr>
        <p:spPr>
          <a:xfrm>
            <a:off x="5612297" y="5356860"/>
            <a:ext cx="91440" cy="91440"/>
          </a:xfrm>
          <a:prstGeom prst="ellipse">
            <a:avLst/>
          </a:prstGeom>
          <a:solidFill>
            <a:srgbClr val="0F766E"/>
          </a:solidFill>
          <a:ln w="12700">
            <a:solidFill>
              <a:srgbClr val="0F766E"/>
            </a:solidFill>
            <a:prstDash val="solid"/>
          </a:ln>
        </p:spPr>
        <p:txBody>
          <a:bodyPr/>
          <a:lstStyle/>
          <a:p>
            <a:endParaRPr lang="en-US"/>
          </a:p>
        </p:txBody>
      </p:sp>
      <p:sp>
        <p:nvSpPr>
          <p:cNvPr id="33" name="Text 22">
            <a:extLst>
              <a:ext uri="{FF2B5EF4-FFF2-40B4-BE49-F238E27FC236}">
                <a16:creationId xmlns:a16="http://schemas.microsoft.com/office/drawing/2014/main" id="{1C82CDB4-27EC-163B-C807-47AAE1C4663E}"/>
              </a:ext>
            </a:extLst>
          </p:cNvPr>
          <p:cNvSpPr/>
          <p:nvPr/>
        </p:nvSpPr>
        <p:spPr>
          <a:xfrm>
            <a:off x="5776889" y="5161788"/>
            <a:ext cx="5961888" cy="450977"/>
          </a:xfrm>
          <a:prstGeom prst="rect">
            <a:avLst/>
          </a:prstGeom>
          <a:noFill/>
          <a:ln/>
        </p:spPr>
        <p:txBody>
          <a:bodyPr wrap="square" lIns="0" tIns="0" rIns="0" bIns="0" rtlCol="0" anchor="ctr"/>
          <a:lstStyle/>
          <a:p>
            <a:pPr marL="0" indent="0">
              <a:buNone/>
            </a:pPr>
            <a:r>
              <a:rPr lang="en-US" dirty="0">
                <a:solidFill>
                  <a:srgbClr val="10253E"/>
                </a:solidFill>
              </a:rPr>
              <a:t>Many developers can share a dev capacity.</a:t>
            </a:r>
            <a:endParaRPr lang="en-US" dirty="0"/>
          </a:p>
        </p:txBody>
      </p:sp>
      <p:sp>
        <p:nvSpPr>
          <p:cNvPr id="34" name="Shape 23">
            <a:extLst>
              <a:ext uri="{FF2B5EF4-FFF2-40B4-BE49-F238E27FC236}">
                <a16:creationId xmlns:a16="http://schemas.microsoft.com/office/drawing/2014/main" id="{9D3B7CC5-AB25-E091-D252-2394FA6129AE}"/>
              </a:ext>
            </a:extLst>
          </p:cNvPr>
          <p:cNvSpPr/>
          <p:nvPr/>
        </p:nvSpPr>
        <p:spPr>
          <a:xfrm>
            <a:off x="5612297" y="5814060"/>
            <a:ext cx="91440" cy="91440"/>
          </a:xfrm>
          <a:prstGeom prst="ellipse">
            <a:avLst/>
          </a:prstGeom>
          <a:solidFill>
            <a:srgbClr val="0F766E"/>
          </a:solidFill>
          <a:ln w="12700">
            <a:solidFill>
              <a:srgbClr val="0F766E"/>
            </a:solidFill>
            <a:prstDash val="solid"/>
          </a:ln>
        </p:spPr>
        <p:txBody>
          <a:bodyPr/>
          <a:lstStyle/>
          <a:p>
            <a:endParaRPr lang="en-US"/>
          </a:p>
        </p:txBody>
      </p:sp>
      <p:sp>
        <p:nvSpPr>
          <p:cNvPr id="35" name="Text 24">
            <a:extLst>
              <a:ext uri="{FF2B5EF4-FFF2-40B4-BE49-F238E27FC236}">
                <a16:creationId xmlns:a16="http://schemas.microsoft.com/office/drawing/2014/main" id="{37F139B2-79FD-7E3D-B3F3-AA2AFCDE168D}"/>
              </a:ext>
            </a:extLst>
          </p:cNvPr>
          <p:cNvSpPr/>
          <p:nvPr/>
        </p:nvSpPr>
        <p:spPr>
          <a:xfrm>
            <a:off x="5776889" y="5649341"/>
            <a:ext cx="5961888" cy="450977"/>
          </a:xfrm>
          <a:prstGeom prst="rect">
            <a:avLst/>
          </a:prstGeom>
          <a:noFill/>
          <a:ln/>
        </p:spPr>
        <p:txBody>
          <a:bodyPr wrap="square" lIns="0" tIns="0" rIns="0" bIns="0" rtlCol="0" anchor="ctr"/>
          <a:lstStyle/>
          <a:p>
            <a:pPr marL="0" indent="0">
              <a:buNone/>
            </a:pPr>
            <a:r>
              <a:rPr lang="en-US" dirty="0">
                <a:solidFill>
                  <a:srgbClr val="10253E"/>
                </a:solidFill>
              </a:rPr>
              <a:t>Few people can bind workspaces to premium capacities.</a:t>
            </a:r>
            <a:endParaRPr lang="en-US" dirty="0"/>
          </a:p>
        </p:txBody>
      </p:sp>
      <p:sp>
        <p:nvSpPr>
          <p:cNvPr id="36" name="Shape 25">
            <a:extLst>
              <a:ext uri="{FF2B5EF4-FFF2-40B4-BE49-F238E27FC236}">
                <a16:creationId xmlns:a16="http://schemas.microsoft.com/office/drawing/2014/main" id="{BFA36B2E-6644-2A6A-6012-D8462A427C1D}"/>
              </a:ext>
            </a:extLst>
          </p:cNvPr>
          <p:cNvSpPr/>
          <p:nvPr/>
        </p:nvSpPr>
        <p:spPr>
          <a:xfrm>
            <a:off x="5612297" y="6219190"/>
            <a:ext cx="91440" cy="91440"/>
          </a:xfrm>
          <a:prstGeom prst="ellipse">
            <a:avLst/>
          </a:prstGeom>
          <a:solidFill>
            <a:srgbClr val="0F766E"/>
          </a:solidFill>
          <a:ln w="12700">
            <a:solidFill>
              <a:srgbClr val="0F766E"/>
            </a:solidFill>
            <a:prstDash val="solid"/>
          </a:ln>
        </p:spPr>
        <p:txBody>
          <a:bodyPr/>
          <a:lstStyle/>
          <a:p>
            <a:endParaRPr lang="en-US"/>
          </a:p>
        </p:txBody>
      </p:sp>
      <p:sp>
        <p:nvSpPr>
          <p:cNvPr id="37" name="Text 26">
            <a:extLst>
              <a:ext uri="{FF2B5EF4-FFF2-40B4-BE49-F238E27FC236}">
                <a16:creationId xmlns:a16="http://schemas.microsoft.com/office/drawing/2014/main" id="{2C36BBDE-6167-52B2-76EF-942741596669}"/>
              </a:ext>
            </a:extLst>
          </p:cNvPr>
          <p:cNvSpPr/>
          <p:nvPr/>
        </p:nvSpPr>
        <p:spPr>
          <a:xfrm>
            <a:off x="5776889" y="6136894"/>
            <a:ext cx="5961888" cy="450977"/>
          </a:xfrm>
          <a:prstGeom prst="rect">
            <a:avLst/>
          </a:prstGeom>
          <a:noFill/>
          <a:ln/>
        </p:spPr>
        <p:txBody>
          <a:bodyPr wrap="square" lIns="0" tIns="0" rIns="0" bIns="0" rtlCol="0" anchor="ctr"/>
          <a:lstStyle/>
          <a:p>
            <a:pPr marL="0" indent="0">
              <a:buNone/>
            </a:pPr>
            <a:r>
              <a:rPr lang="en-US" dirty="0">
                <a:solidFill>
                  <a:srgbClr val="10253E"/>
                </a:solidFill>
              </a:rPr>
              <a:t>Workspace access should be group-based, not person-by-person.</a:t>
            </a:r>
            <a:endParaRPr lang="en-US" dirty="0"/>
          </a:p>
        </p:txBody>
      </p:sp>
      <p:sp>
        <p:nvSpPr>
          <p:cNvPr id="38" name="Shape 27">
            <a:extLst>
              <a:ext uri="{FF2B5EF4-FFF2-40B4-BE49-F238E27FC236}">
                <a16:creationId xmlns:a16="http://schemas.microsoft.com/office/drawing/2014/main" id="{1FCB28CB-3FBF-F084-FADC-23E3959CC763}"/>
              </a:ext>
            </a:extLst>
          </p:cNvPr>
          <p:cNvSpPr/>
          <p:nvPr/>
        </p:nvSpPr>
        <p:spPr>
          <a:xfrm>
            <a:off x="5612297" y="6706743"/>
            <a:ext cx="91440" cy="91440"/>
          </a:xfrm>
          <a:prstGeom prst="ellipse">
            <a:avLst/>
          </a:prstGeom>
          <a:solidFill>
            <a:srgbClr val="0F766E"/>
          </a:solidFill>
          <a:ln w="12700">
            <a:solidFill>
              <a:srgbClr val="0F766E"/>
            </a:solidFill>
            <a:prstDash val="solid"/>
          </a:ln>
        </p:spPr>
        <p:txBody>
          <a:bodyPr/>
          <a:lstStyle/>
          <a:p>
            <a:endParaRPr lang="en-US"/>
          </a:p>
        </p:txBody>
      </p:sp>
      <p:sp>
        <p:nvSpPr>
          <p:cNvPr id="39" name="Text 28">
            <a:extLst>
              <a:ext uri="{FF2B5EF4-FFF2-40B4-BE49-F238E27FC236}">
                <a16:creationId xmlns:a16="http://schemas.microsoft.com/office/drawing/2014/main" id="{31D98C7B-6A99-F865-3EC0-0AD62F74D433}"/>
              </a:ext>
            </a:extLst>
          </p:cNvPr>
          <p:cNvSpPr/>
          <p:nvPr/>
        </p:nvSpPr>
        <p:spPr>
          <a:xfrm>
            <a:off x="5776889" y="6773798"/>
            <a:ext cx="5961888" cy="274702"/>
          </a:xfrm>
          <a:prstGeom prst="rect">
            <a:avLst/>
          </a:prstGeom>
          <a:noFill/>
          <a:ln/>
        </p:spPr>
        <p:txBody>
          <a:bodyPr wrap="square" lIns="0" tIns="0" rIns="0" bIns="0" rtlCol="0" anchor="ctr"/>
          <a:lstStyle/>
          <a:p>
            <a:pPr marL="0" indent="0">
              <a:buNone/>
            </a:pPr>
            <a:r>
              <a:rPr lang="en-US" dirty="0">
                <a:solidFill>
                  <a:srgbClr val="10253E"/>
                </a:solidFill>
              </a:rPr>
              <a:t>Every production workspace needs a named owner and deployment path.</a:t>
            </a:r>
            <a:endParaRPr lang="en-US" dirty="0"/>
          </a:p>
        </p:txBody>
      </p:sp>
    </p:spTree>
    <p:extLst>
      <p:ext uri="{BB962C8B-B14F-4D97-AF65-F5344CB8AC3E}">
        <p14:creationId xmlns:p14="http://schemas.microsoft.com/office/powerpoint/2010/main" val="42701870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C0DCDFE-5ED8-594C-4E75-521229699BB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F4AE817-1A0C-CA9F-42FC-4F16163F1632}"/>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82AF6F21-86C4-D9A6-6252-D420029E0416}"/>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0EAAF43B-C875-25DC-709A-734EE9F01D6A}"/>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659AEB0A-666E-2A2E-1955-9AEB94237DE1}"/>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87DD7D8C-1624-624F-BC27-CBDB9E4D42F2}"/>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D899B65C-81A6-7BA5-4F84-E4155543F00D}"/>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573E2B86-46AC-A4DB-BEF7-C4A7B2B3AB9A}"/>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E7EC6BD8-ECEC-1403-FB84-DC71E6E18D65}"/>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155EF161-5C62-7C64-503D-B444861D23D3}"/>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60</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3B84E36A-B1FF-DCBC-BFE8-91A7C6D8ED0F}"/>
              </a:ext>
            </a:extLst>
          </p:cNvPr>
          <p:cNvSpPr/>
          <p:nvPr/>
        </p:nvSpPr>
        <p:spPr>
          <a:xfrm>
            <a:off x="1044913" y="1595628"/>
            <a:ext cx="8046720"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Visibility before chargeback</a:t>
            </a:r>
            <a:endParaRPr lang="en-US" sz="3600" dirty="0">
              <a:solidFill>
                <a:schemeClr val="bg1"/>
              </a:solidFill>
            </a:endParaRPr>
          </a:p>
        </p:txBody>
      </p:sp>
      <p:sp>
        <p:nvSpPr>
          <p:cNvPr id="12" name="Text 1">
            <a:extLst>
              <a:ext uri="{FF2B5EF4-FFF2-40B4-BE49-F238E27FC236}">
                <a16:creationId xmlns:a16="http://schemas.microsoft.com/office/drawing/2014/main" id="{0881FD48-604E-2BF8-F32E-27B523D81F31}"/>
              </a:ext>
            </a:extLst>
          </p:cNvPr>
          <p:cNvSpPr/>
          <p:nvPr/>
        </p:nvSpPr>
        <p:spPr>
          <a:xfrm>
            <a:off x="1072344" y="2144268"/>
            <a:ext cx="13177055" cy="256032"/>
          </a:xfrm>
          <a:prstGeom prst="rect">
            <a:avLst/>
          </a:prstGeom>
          <a:noFill/>
          <a:ln/>
        </p:spPr>
        <p:txBody>
          <a:bodyPr wrap="square" lIns="0" tIns="0" rIns="0" bIns="0" rtlCol="0" anchor="ctr"/>
          <a:lstStyle/>
          <a:p>
            <a:pPr marL="0" indent="0">
              <a:buNone/>
            </a:pPr>
            <a:r>
              <a:rPr lang="en-US" sz="2800" dirty="0">
                <a:solidFill>
                  <a:schemeClr val="bg1"/>
                </a:solidFill>
              </a:rPr>
              <a:t>Showback is the bridge between “shared platform” and accountable behavior</a:t>
            </a:r>
          </a:p>
        </p:txBody>
      </p:sp>
      <p:sp>
        <p:nvSpPr>
          <p:cNvPr id="13" name="Shape 2">
            <a:extLst>
              <a:ext uri="{FF2B5EF4-FFF2-40B4-BE49-F238E27FC236}">
                <a16:creationId xmlns:a16="http://schemas.microsoft.com/office/drawing/2014/main" id="{6D856162-0987-3A08-897B-3D027A3FDEAD}"/>
              </a:ext>
            </a:extLst>
          </p:cNvPr>
          <p:cNvSpPr/>
          <p:nvPr/>
        </p:nvSpPr>
        <p:spPr>
          <a:xfrm>
            <a:off x="1227793" y="2628900"/>
            <a:ext cx="3977640" cy="4434840"/>
          </a:xfrm>
          <a:prstGeom prst="roundRect">
            <a:avLst>
              <a:gd name="adj" fmla="val 1149"/>
            </a:avLst>
          </a:prstGeom>
          <a:solidFill>
            <a:srgbClr val="FFFFFF"/>
          </a:solidFill>
          <a:ln w="12700">
            <a:solidFill>
              <a:srgbClr val="C7D4E3"/>
            </a:solidFill>
            <a:prstDash val="solid"/>
          </a:ln>
        </p:spPr>
        <p:txBody>
          <a:bodyPr/>
          <a:lstStyle/>
          <a:p>
            <a:endParaRPr lang="en-US"/>
          </a:p>
        </p:txBody>
      </p:sp>
      <p:sp>
        <p:nvSpPr>
          <p:cNvPr id="14" name="Text 3">
            <a:extLst>
              <a:ext uri="{FF2B5EF4-FFF2-40B4-BE49-F238E27FC236}">
                <a16:creationId xmlns:a16="http://schemas.microsoft.com/office/drawing/2014/main" id="{8AD0FF04-2167-54EC-907F-B2D2651C698D}"/>
              </a:ext>
            </a:extLst>
          </p:cNvPr>
          <p:cNvSpPr/>
          <p:nvPr/>
        </p:nvSpPr>
        <p:spPr>
          <a:xfrm>
            <a:off x="1456392" y="2894076"/>
            <a:ext cx="3649007" cy="178689"/>
          </a:xfrm>
          <a:prstGeom prst="rect">
            <a:avLst/>
          </a:prstGeom>
          <a:noFill/>
          <a:ln/>
        </p:spPr>
        <p:txBody>
          <a:bodyPr wrap="square" lIns="0" tIns="0" rIns="0" bIns="0" rtlCol="0" anchor="ctr"/>
          <a:lstStyle/>
          <a:p>
            <a:pPr marL="0" indent="0">
              <a:buNone/>
            </a:pPr>
            <a:r>
              <a:rPr lang="en-US" sz="2000" b="1" dirty="0">
                <a:solidFill>
                  <a:srgbClr val="173B63"/>
                </a:solidFill>
              </a:rPr>
              <a:t>Capacity review cadence</a:t>
            </a:r>
            <a:endParaRPr lang="en-US" sz="2000" dirty="0"/>
          </a:p>
        </p:txBody>
      </p:sp>
      <p:sp>
        <p:nvSpPr>
          <p:cNvPr id="15" name="Shape 4">
            <a:extLst>
              <a:ext uri="{FF2B5EF4-FFF2-40B4-BE49-F238E27FC236}">
                <a16:creationId xmlns:a16="http://schemas.microsoft.com/office/drawing/2014/main" id="{AB217750-3878-A84A-1A8C-07956F0CA799}"/>
              </a:ext>
            </a:extLst>
          </p:cNvPr>
          <p:cNvSpPr/>
          <p:nvPr/>
        </p:nvSpPr>
        <p:spPr>
          <a:xfrm>
            <a:off x="1456393" y="3314700"/>
            <a:ext cx="3520440" cy="658368"/>
          </a:xfrm>
          <a:prstGeom prst="roundRect">
            <a:avLst>
              <a:gd name="adj" fmla="val 4167"/>
            </a:avLst>
          </a:prstGeom>
          <a:solidFill>
            <a:srgbClr val="F6F9FD"/>
          </a:solidFill>
          <a:ln w="12700">
            <a:solidFill>
              <a:srgbClr val="E2EAF2"/>
            </a:solidFill>
            <a:prstDash val="solid"/>
          </a:ln>
        </p:spPr>
        <p:txBody>
          <a:bodyPr/>
          <a:lstStyle/>
          <a:p>
            <a:endParaRPr lang="en-US"/>
          </a:p>
        </p:txBody>
      </p:sp>
      <p:sp>
        <p:nvSpPr>
          <p:cNvPr id="16" name="Text 5">
            <a:extLst>
              <a:ext uri="{FF2B5EF4-FFF2-40B4-BE49-F238E27FC236}">
                <a16:creationId xmlns:a16="http://schemas.microsoft.com/office/drawing/2014/main" id="{DC6433FD-32A6-8FA2-1163-56A071EA4E01}"/>
              </a:ext>
            </a:extLst>
          </p:cNvPr>
          <p:cNvSpPr/>
          <p:nvPr/>
        </p:nvSpPr>
        <p:spPr>
          <a:xfrm>
            <a:off x="1602697" y="3488436"/>
            <a:ext cx="1005840" cy="164592"/>
          </a:xfrm>
          <a:prstGeom prst="rect">
            <a:avLst/>
          </a:prstGeom>
          <a:noFill/>
          <a:ln/>
        </p:spPr>
        <p:txBody>
          <a:bodyPr wrap="square" lIns="0" tIns="0" rIns="0" bIns="0" rtlCol="0" anchor="ctr"/>
          <a:lstStyle/>
          <a:p>
            <a:pPr marL="0" indent="0">
              <a:buNone/>
            </a:pPr>
            <a:r>
              <a:rPr lang="en-US" sz="1500" b="1" dirty="0">
                <a:solidFill>
                  <a:srgbClr val="10253E"/>
                </a:solidFill>
              </a:rPr>
              <a:t>Utilization</a:t>
            </a:r>
            <a:endParaRPr lang="en-US" sz="1500" dirty="0"/>
          </a:p>
        </p:txBody>
      </p:sp>
      <p:sp>
        <p:nvSpPr>
          <p:cNvPr id="17" name="Text 6">
            <a:extLst>
              <a:ext uri="{FF2B5EF4-FFF2-40B4-BE49-F238E27FC236}">
                <a16:creationId xmlns:a16="http://schemas.microsoft.com/office/drawing/2014/main" id="{A206C176-CECE-E60C-F68D-C4629245DCAE}"/>
              </a:ext>
            </a:extLst>
          </p:cNvPr>
          <p:cNvSpPr/>
          <p:nvPr/>
        </p:nvSpPr>
        <p:spPr>
          <a:xfrm>
            <a:off x="2690833" y="3488436"/>
            <a:ext cx="1920240" cy="164592"/>
          </a:xfrm>
          <a:prstGeom prst="rect">
            <a:avLst/>
          </a:prstGeom>
          <a:noFill/>
          <a:ln/>
        </p:spPr>
        <p:txBody>
          <a:bodyPr wrap="square" lIns="0" tIns="0" rIns="0" bIns="0" rtlCol="0" anchor="ctr"/>
          <a:lstStyle/>
          <a:p>
            <a:pPr marL="0" indent="0">
              <a:buNone/>
            </a:pPr>
            <a:r>
              <a:rPr lang="en-US" sz="1400" dirty="0">
                <a:solidFill>
                  <a:srgbClr val="4A5E75"/>
                </a:solidFill>
              </a:rPr>
              <a:t>Daily / weekly trend</a:t>
            </a:r>
            <a:endParaRPr lang="en-US" sz="1400" dirty="0"/>
          </a:p>
        </p:txBody>
      </p:sp>
      <p:sp>
        <p:nvSpPr>
          <p:cNvPr id="18" name="Shape 7">
            <a:extLst>
              <a:ext uri="{FF2B5EF4-FFF2-40B4-BE49-F238E27FC236}">
                <a16:creationId xmlns:a16="http://schemas.microsoft.com/office/drawing/2014/main" id="{E120E060-18C7-3EF0-CF65-D2CC95051E5C}"/>
              </a:ext>
            </a:extLst>
          </p:cNvPr>
          <p:cNvSpPr/>
          <p:nvPr/>
        </p:nvSpPr>
        <p:spPr>
          <a:xfrm>
            <a:off x="1456393" y="4119372"/>
            <a:ext cx="3520440" cy="658368"/>
          </a:xfrm>
          <a:prstGeom prst="roundRect">
            <a:avLst>
              <a:gd name="adj" fmla="val 4167"/>
            </a:avLst>
          </a:prstGeom>
          <a:solidFill>
            <a:srgbClr val="EEF6F5"/>
          </a:solidFill>
          <a:ln w="12700">
            <a:solidFill>
              <a:srgbClr val="E2EAF2"/>
            </a:solidFill>
            <a:prstDash val="solid"/>
          </a:ln>
        </p:spPr>
        <p:txBody>
          <a:bodyPr/>
          <a:lstStyle/>
          <a:p>
            <a:endParaRPr lang="en-US"/>
          </a:p>
        </p:txBody>
      </p:sp>
      <p:sp>
        <p:nvSpPr>
          <p:cNvPr id="19" name="Text 8">
            <a:extLst>
              <a:ext uri="{FF2B5EF4-FFF2-40B4-BE49-F238E27FC236}">
                <a16:creationId xmlns:a16="http://schemas.microsoft.com/office/drawing/2014/main" id="{6AD79288-F49A-F5ED-F705-E6F0D7D84F71}"/>
              </a:ext>
            </a:extLst>
          </p:cNvPr>
          <p:cNvSpPr/>
          <p:nvPr/>
        </p:nvSpPr>
        <p:spPr>
          <a:xfrm>
            <a:off x="1602697" y="4293108"/>
            <a:ext cx="1005840" cy="164592"/>
          </a:xfrm>
          <a:prstGeom prst="rect">
            <a:avLst/>
          </a:prstGeom>
          <a:noFill/>
          <a:ln/>
        </p:spPr>
        <p:txBody>
          <a:bodyPr wrap="square" lIns="0" tIns="0" rIns="0" bIns="0" rtlCol="0" anchor="ctr"/>
          <a:lstStyle/>
          <a:p>
            <a:pPr marL="0" indent="0">
              <a:buNone/>
            </a:pPr>
            <a:r>
              <a:rPr lang="en-US" sz="1500" b="1" dirty="0">
                <a:solidFill>
                  <a:srgbClr val="10253E"/>
                </a:solidFill>
              </a:rPr>
              <a:t>Throttling</a:t>
            </a:r>
            <a:endParaRPr lang="en-US" sz="1500" dirty="0"/>
          </a:p>
        </p:txBody>
      </p:sp>
      <p:sp>
        <p:nvSpPr>
          <p:cNvPr id="20" name="Text 9">
            <a:extLst>
              <a:ext uri="{FF2B5EF4-FFF2-40B4-BE49-F238E27FC236}">
                <a16:creationId xmlns:a16="http://schemas.microsoft.com/office/drawing/2014/main" id="{40CD8A09-B421-E107-CB91-6263D8F22C43}"/>
              </a:ext>
            </a:extLst>
          </p:cNvPr>
          <p:cNvSpPr/>
          <p:nvPr/>
        </p:nvSpPr>
        <p:spPr>
          <a:xfrm>
            <a:off x="2690833" y="4293108"/>
            <a:ext cx="1920240" cy="164592"/>
          </a:xfrm>
          <a:prstGeom prst="rect">
            <a:avLst/>
          </a:prstGeom>
          <a:noFill/>
          <a:ln/>
        </p:spPr>
        <p:txBody>
          <a:bodyPr wrap="square" lIns="0" tIns="0" rIns="0" bIns="0" rtlCol="0" anchor="ctr"/>
          <a:lstStyle/>
          <a:p>
            <a:pPr marL="0" indent="0">
              <a:buNone/>
            </a:pPr>
            <a:r>
              <a:rPr lang="en-US" sz="1400" dirty="0">
                <a:solidFill>
                  <a:srgbClr val="4A5E75"/>
                </a:solidFill>
              </a:rPr>
              <a:t>Critical signal</a:t>
            </a:r>
            <a:endParaRPr lang="en-US" sz="1400" dirty="0"/>
          </a:p>
        </p:txBody>
      </p:sp>
      <p:sp>
        <p:nvSpPr>
          <p:cNvPr id="21" name="Shape 10">
            <a:extLst>
              <a:ext uri="{FF2B5EF4-FFF2-40B4-BE49-F238E27FC236}">
                <a16:creationId xmlns:a16="http://schemas.microsoft.com/office/drawing/2014/main" id="{3387C095-0F25-C5EE-3CCD-6605115A574C}"/>
              </a:ext>
            </a:extLst>
          </p:cNvPr>
          <p:cNvSpPr/>
          <p:nvPr/>
        </p:nvSpPr>
        <p:spPr>
          <a:xfrm>
            <a:off x="1456393" y="4924044"/>
            <a:ext cx="3520440" cy="658368"/>
          </a:xfrm>
          <a:prstGeom prst="roundRect">
            <a:avLst>
              <a:gd name="adj" fmla="val 4167"/>
            </a:avLst>
          </a:prstGeom>
          <a:solidFill>
            <a:srgbClr val="F6F9FD"/>
          </a:solidFill>
          <a:ln w="12700">
            <a:solidFill>
              <a:srgbClr val="E2EAF2"/>
            </a:solidFill>
            <a:prstDash val="solid"/>
          </a:ln>
        </p:spPr>
        <p:txBody>
          <a:bodyPr/>
          <a:lstStyle/>
          <a:p>
            <a:endParaRPr lang="en-US"/>
          </a:p>
        </p:txBody>
      </p:sp>
      <p:sp>
        <p:nvSpPr>
          <p:cNvPr id="22" name="Text 11">
            <a:extLst>
              <a:ext uri="{FF2B5EF4-FFF2-40B4-BE49-F238E27FC236}">
                <a16:creationId xmlns:a16="http://schemas.microsoft.com/office/drawing/2014/main" id="{C561EE54-4D10-DA63-2088-E59EFE286C28}"/>
              </a:ext>
            </a:extLst>
          </p:cNvPr>
          <p:cNvSpPr/>
          <p:nvPr/>
        </p:nvSpPr>
        <p:spPr>
          <a:xfrm>
            <a:off x="1602697" y="5097780"/>
            <a:ext cx="1005840" cy="164592"/>
          </a:xfrm>
          <a:prstGeom prst="rect">
            <a:avLst/>
          </a:prstGeom>
          <a:noFill/>
          <a:ln/>
        </p:spPr>
        <p:txBody>
          <a:bodyPr wrap="square" lIns="0" tIns="0" rIns="0" bIns="0" rtlCol="0" anchor="ctr"/>
          <a:lstStyle/>
          <a:p>
            <a:pPr marL="0" indent="0">
              <a:buNone/>
            </a:pPr>
            <a:r>
              <a:rPr lang="en-US" sz="1500" b="1" dirty="0">
                <a:solidFill>
                  <a:srgbClr val="10253E"/>
                </a:solidFill>
              </a:rPr>
              <a:t>Top consumers</a:t>
            </a:r>
            <a:endParaRPr lang="en-US" sz="1500" dirty="0"/>
          </a:p>
        </p:txBody>
      </p:sp>
      <p:sp>
        <p:nvSpPr>
          <p:cNvPr id="23" name="Text 12">
            <a:extLst>
              <a:ext uri="{FF2B5EF4-FFF2-40B4-BE49-F238E27FC236}">
                <a16:creationId xmlns:a16="http://schemas.microsoft.com/office/drawing/2014/main" id="{5D9F2022-6F98-3E3F-B6A7-6486A3FAC278}"/>
              </a:ext>
            </a:extLst>
          </p:cNvPr>
          <p:cNvSpPr/>
          <p:nvPr/>
        </p:nvSpPr>
        <p:spPr>
          <a:xfrm>
            <a:off x="2690833" y="5097780"/>
            <a:ext cx="1920240" cy="164592"/>
          </a:xfrm>
          <a:prstGeom prst="rect">
            <a:avLst/>
          </a:prstGeom>
          <a:noFill/>
          <a:ln/>
        </p:spPr>
        <p:txBody>
          <a:bodyPr wrap="square" lIns="0" tIns="0" rIns="0" bIns="0" rtlCol="0" anchor="ctr"/>
          <a:lstStyle/>
          <a:p>
            <a:pPr marL="0" indent="0">
              <a:buNone/>
            </a:pPr>
            <a:r>
              <a:rPr lang="en-US" sz="1400" dirty="0">
                <a:solidFill>
                  <a:srgbClr val="4A5E75"/>
                </a:solidFill>
              </a:rPr>
              <a:t>Workspace + item type</a:t>
            </a:r>
            <a:endParaRPr lang="en-US" sz="1400" dirty="0"/>
          </a:p>
        </p:txBody>
      </p:sp>
      <p:sp>
        <p:nvSpPr>
          <p:cNvPr id="24" name="Shape 13">
            <a:extLst>
              <a:ext uri="{FF2B5EF4-FFF2-40B4-BE49-F238E27FC236}">
                <a16:creationId xmlns:a16="http://schemas.microsoft.com/office/drawing/2014/main" id="{121B1787-0E55-D2B3-66E1-45CDB90D5310}"/>
              </a:ext>
            </a:extLst>
          </p:cNvPr>
          <p:cNvSpPr/>
          <p:nvPr/>
        </p:nvSpPr>
        <p:spPr>
          <a:xfrm>
            <a:off x="1456393" y="5728716"/>
            <a:ext cx="3520440" cy="658368"/>
          </a:xfrm>
          <a:prstGeom prst="roundRect">
            <a:avLst>
              <a:gd name="adj" fmla="val 4167"/>
            </a:avLst>
          </a:prstGeom>
          <a:solidFill>
            <a:srgbClr val="EEF6F5"/>
          </a:solidFill>
          <a:ln w="12700">
            <a:solidFill>
              <a:srgbClr val="E2EAF2"/>
            </a:solidFill>
            <a:prstDash val="solid"/>
          </a:ln>
        </p:spPr>
        <p:txBody>
          <a:bodyPr/>
          <a:lstStyle/>
          <a:p>
            <a:endParaRPr lang="en-US"/>
          </a:p>
        </p:txBody>
      </p:sp>
      <p:sp>
        <p:nvSpPr>
          <p:cNvPr id="25" name="Text 14">
            <a:extLst>
              <a:ext uri="{FF2B5EF4-FFF2-40B4-BE49-F238E27FC236}">
                <a16:creationId xmlns:a16="http://schemas.microsoft.com/office/drawing/2014/main" id="{353730F3-0A0D-B4B4-0120-7B40CF57CAC1}"/>
              </a:ext>
            </a:extLst>
          </p:cNvPr>
          <p:cNvSpPr/>
          <p:nvPr/>
        </p:nvSpPr>
        <p:spPr>
          <a:xfrm>
            <a:off x="1602697" y="5902452"/>
            <a:ext cx="1005840" cy="164592"/>
          </a:xfrm>
          <a:prstGeom prst="rect">
            <a:avLst/>
          </a:prstGeom>
          <a:noFill/>
          <a:ln/>
        </p:spPr>
        <p:txBody>
          <a:bodyPr wrap="square" lIns="0" tIns="0" rIns="0" bIns="0" rtlCol="0" anchor="ctr"/>
          <a:lstStyle/>
          <a:p>
            <a:pPr marL="0" indent="0">
              <a:buNone/>
            </a:pPr>
            <a:r>
              <a:rPr lang="en-US" sz="1500" b="1" dirty="0">
                <a:solidFill>
                  <a:srgbClr val="10253E"/>
                </a:solidFill>
              </a:rPr>
              <a:t>Collision windows</a:t>
            </a:r>
            <a:endParaRPr lang="en-US" sz="1500" dirty="0"/>
          </a:p>
        </p:txBody>
      </p:sp>
      <p:sp>
        <p:nvSpPr>
          <p:cNvPr id="26" name="Text 15">
            <a:extLst>
              <a:ext uri="{FF2B5EF4-FFF2-40B4-BE49-F238E27FC236}">
                <a16:creationId xmlns:a16="http://schemas.microsoft.com/office/drawing/2014/main" id="{99931221-5417-0817-B812-223F5572DB97}"/>
              </a:ext>
            </a:extLst>
          </p:cNvPr>
          <p:cNvSpPr/>
          <p:nvPr/>
        </p:nvSpPr>
        <p:spPr>
          <a:xfrm>
            <a:off x="2690833" y="5902452"/>
            <a:ext cx="1920240" cy="164592"/>
          </a:xfrm>
          <a:prstGeom prst="rect">
            <a:avLst/>
          </a:prstGeom>
          <a:noFill/>
          <a:ln/>
        </p:spPr>
        <p:txBody>
          <a:bodyPr wrap="square" lIns="0" tIns="0" rIns="0" bIns="0" rtlCol="0" anchor="ctr"/>
          <a:lstStyle/>
          <a:p>
            <a:pPr marL="0" indent="0">
              <a:buNone/>
            </a:pPr>
            <a:r>
              <a:rPr lang="en-US" sz="1400" dirty="0">
                <a:solidFill>
                  <a:srgbClr val="4A5E75"/>
                </a:solidFill>
              </a:rPr>
              <a:t>Refresh vs interactive peaks</a:t>
            </a:r>
            <a:endParaRPr lang="en-US" sz="1400" dirty="0"/>
          </a:p>
        </p:txBody>
      </p:sp>
      <p:sp>
        <p:nvSpPr>
          <p:cNvPr id="27" name="Shape 16">
            <a:extLst>
              <a:ext uri="{FF2B5EF4-FFF2-40B4-BE49-F238E27FC236}">
                <a16:creationId xmlns:a16="http://schemas.microsoft.com/office/drawing/2014/main" id="{4E4C7DC1-AA3D-4C18-29E7-76E40DB332C9}"/>
              </a:ext>
            </a:extLst>
          </p:cNvPr>
          <p:cNvSpPr/>
          <p:nvPr/>
        </p:nvSpPr>
        <p:spPr>
          <a:xfrm>
            <a:off x="5525473" y="2628900"/>
            <a:ext cx="6263640" cy="4434840"/>
          </a:xfrm>
          <a:prstGeom prst="roundRect">
            <a:avLst>
              <a:gd name="adj" fmla="val 1031"/>
            </a:avLst>
          </a:prstGeom>
          <a:solidFill>
            <a:srgbClr val="FFFFFF"/>
          </a:solidFill>
          <a:ln w="12700">
            <a:solidFill>
              <a:srgbClr val="C7D4E3"/>
            </a:solidFill>
            <a:prstDash val="solid"/>
          </a:ln>
        </p:spPr>
        <p:txBody>
          <a:bodyPr/>
          <a:lstStyle/>
          <a:p>
            <a:endParaRPr lang="en-US"/>
          </a:p>
        </p:txBody>
      </p:sp>
      <p:sp>
        <p:nvSpPr>
          <p:cNvPr id="28" name="Text 17">
            <a:extLst>
              <a:ext uri="{FF2B5EF4-FFF2-40B4-BE49-F238E27FC236}">
                <a16:creationId xmlns:a16="http://schemas.microsoft.com/office/drawing/2014/main" id="{90E87E4C-3D79-833D-ADF8-AD2A78C4C454}"/>
              </a:ext>
            </a:extLst>
          </p:cNvPr>
          <p:cNvSpPr/>
          <p:nvPr/>
        </p:nvSpPr>
        <p:spPr>
          <a:xfrm>
            <a:off x="5772361" y="2894076"/>
            <a:ext cx="5642398" cy="178689"/>
          </a:xfrm>
          <a:prstGeom prst="rect">
            <a:avLst/>
          </a:prstGeom>
          <a:noFill/>
          <a:ln/>
        </p:spPr>
        <p:txBody>
          <a:bodyPr wrap="square" lIns="0" tIns="0" rIns="0" bIns="0" rtlCol="0" anchor="ctr"/>
          <a:lstStyle/>
          <a:p>
            <a:pPr marL="0" indent="0">
              <a:buNone/>
            </a:pPr>
            <a:r>
              <a:rPr lang="en-US" sz="2000" b="1" dirty="0">
                <a:solidFill>
                  <a:srgbClr val="0F766E"/>
                </a:solidFill>
              </a:rPr>
              <a:t>Governance moves that metrics should trigger</a:t>
            </a:r>
            <a:endParaRPr lang="en-US" sz="2000" dirty="0"/>
          </a:p>
        </p:txBody>
      </p:sp>
      <p:sp>
        <p:nvSpPr>
          <p:cNvPr id="29" name="Shape 18">
            <a:extLst>
              <a:ext uri="{FF2B5EF4-FFF2-40B4-BE49-F238E27FC236}">
                <a16:creationId xmlns:a16="http://schemas.microsoft.com/office/drawing/2014/main" id="{9C01DD63-65D2-A442-AF89-2C982A0EAC24}"/>
              </a:ext>
            </a:extLst>
          </p:cNvPr>
          <p:cNvSpPr/>
          <p:nvPr/>
        </p:nvSpPr>
        <p:spPr>
          <a:xfrm>
            <a:off x="5772361" y="3378708"/>
            <a:ext cx="91440" cy="91440"/>
          </a:xfrm>
          <a:prstGeom prst="ellipse">
            <a:avLst/>
          </a:prstGeom>
          <a:solidFill>
            <a:srgbClr val="0F766E"/>
          </a:solidFill>
          <a:ln w="12700">
            <a:solidFill>
              <a:srgbClr val="0F766E"/>
            </a:solidFill>
            <a:prstDash val="solid"/>
          </a:ln>
        </p:spPr>
        <p:txBody>
          <a:bodyPr/>
          <a:lstStyle/>
          <a:p>
            <a:endParaRPr lang="en-US"/>
          </a:p>
        </p:txBody>
      </p:sp>
      <p:sp>
        <p:nvSpPr>
          <p:cNvPr id="30" name="Text 19">
            <a:extLst>
              <a:ext uri="{FF2B5EF4-FFF2-40B4-BE49-F238E27FC236}">
                <a16:creationId xmlns:a16="http://schemas.microsoft.com/office/drawing/2014/main" id="{063512E7-D9AD-88B1-8164-D8AC111E0B4B}"/>
              </a:ext>
            </a:extLst>
          </p:cNvPr>
          <p:cNvSpPr/>
          <p:nvPr/>
        </p:nvSpPr>
        <p:spPr>
          <a:xfrm>
            <a:off x="5936953" y="3296412"/>
            <a:ext cx="5413248" cy="509397"/>
          </a:xfrm>
          <a:prstGeom prst="rect">
            <a:avLst/>
          </a:prstGeom>
          <a:noFill/>
          <a:ln/>
        </p:spPr>
        <p:txBody>
          <a:bodyPr wrap="square" lIns="0" tIns="0" rIns="0" bIns="0" rtlCol="0" anchor="ctr"/>
          <a:lstStyle/>
          <a:p>
            <a:pPr marL="0" indent="0">
              <a:buNone/>
            </a:pPr>
            <a:r>
              <a:rPr lang="en-US" sz="1650" dirty="0">
                <a:solidFill>
                  <a:srgbClr val="10253E"/>
                </a:solidFill>
              </a:rPr>
              <a:t>Optimize: fix obvious workload design problems before buying more capacity</a:t>
            </a:r>
            <a:endParaRPr lang="en-US" sz="1650" dirty="0"/>
          </a:p>
        </p:txBody>
      </p:sp>
      <p:sp>
        <p:nvSpPr>
          <p:cNvPr id="31" name="Shape 20">
            <a:extLst>
              <a:ext uri="{FF2B5EF4-FFF2-40B4-BE49-F238E27FC236}">
                <a16:creationId xmlns:a16="http://schemas.microsoft.com/office/drawing/2014/main" id="{138C3566-EE89-472B-C9D9-B5BAB1C1EB12}"/>
              </a:ext>
            </a:extLst>
          </p:cNvPr>
          <p:cNvSpPr/>
          <p:nvPr/>
        </p:nvSpPr>
        <p:spPr>
          <a:xfrm>
            <a:off x="5772361" y="3952113"/>
            <a:ext cx="91440" cy="91440"/>
          </a:xfrm>
          <a:prstGeom prst="ellipse">
            <a:avLst/>
          </a:prstGeom>
          <a:solidFill>
            <a:srgbClr val="0F766E"/>
          </a:solidFill>
          <a:ln w="12700">
            <a:solidFill>
              <a:srgbClr val="0F766E"/>
            </a:solidFill>
            <a:prstDash val="solid"/>
          </a:ln>
        </p:spPr>
        <p:txBody>
          <a:bodyPr/>
          <a:lstStyle/>
          <a:p>
            <a:endParaRPr lang="en-US"/>
          </a:p>
        </p:txBody>
      </p:sp>
      <p:sp>
        <p:nvSpPr>
          <p:cNvPr id="32" name="Text 21">
            <a:extLst>
              <a:ext uri="{FF2B5EF4-FFF2-40B4-BE49-F238E27FC236}">
                <a16:creationId xmlns:a16="http://schemas.microsoft.com/office/drawing/2014/main" id="{2B9617D8-7E85-17C9-8D73-8D638231160E}"/>
              </a:ext>
            </a:extLst>
          </p:cNvPr>
          <p:cNvSpPr/>
          <p:nvPr/>
        </p:nvSpPr>
        <p:spPr>
          <a:xfrm>
            <a:off x="5936953" y="3869817"/>
            <a:ext cx="5413248" cy="509397"/>
          </a:xfrm>
          <a:prstGeom prst="rect">
            <a:avLst/>
          </a:prstGeom>
          <a:noFill/>
          <a:ln/>
        </p:spPr>
        <p:txBody>
          <a:bodyPr wrap="square" lIns="0" tIns="0" rIns="0" bIns="0" rtlCol="0" anchor="ctr"/>
          <a:lstStyle/>
          <a:p>
            <a:pPr marL="0" indent="0">
              <a:buNone/>
            </a:pPr>
            <a:r>
              <a:rPr lang="en-US" sz="1650" dirty="0">
                <a:solidFill>
                  <a:srgbClr val="10253E"/>
                </a:solidFill>
              </a:rPr>
              <a:t>Reschedule: move refreshes / engineering jobs away from peak interactive windows</a:t>
            </a:r>
            <a:endParaRPr lang="en-US" sz="1650" dirty="0"/>
          </a:p>
        </p:txBody>
      </p:sp>
      <p:sp>
        <p:nvSpPr>
          <p:cNvPr id="33" name="Shape 22">
            <a:extLst>
              <a:ext uri="{FF2B5EF4-FFF2-40B4-BE49-F238E27FC236}">
                <a16:creationId xmlns:a16="http://schemas.microsoft.com/office/drawing/2014/main" id="{C1F41B01-2ABD-D5F3-B56F-2D0663236A22}"/>
              </a:ext>
            </a:extLst>
          </p:cNvPr>
          <p:cNvSpPr/>
          <p:nvPr/>
        </p:nvSpPr>
        <p:spPr>
          <a:xfrm>
            <a:off x="5772361" y="4525518"/>
            <a:ext cx="91440" cy="91440"/>
          </a:xfrm>
          <a:prstGeom prst="ellipse">
            <a:avLst/>
          </a:prstGeom>
          <a:solidFill>
            <a:srgbClr val="0F766E"/>
          </a:solidFill>
          <a:ln w="12700">
            <a:solidFill>
              <a:srgbClr val="0F766E"/>
            </a:solidFill>
            <a:prstDash val="solid"/>
          </a:ln>
        </p:spPr>
        <p:txBody>
          <a:bodyPr/>
          <a:lstStyle/>
          <a:p>
            <a:endParaRPr lang="en-US"/>
          </a:p>
        </p:txBody>
      </p:sp>
      <p:sp>
        <p:nvSpPr>
          <p:cNvPr id="34" name="Text 23">
            <a:extLst>
              <a:ext uri="{FF2B5EF4-FFF2-40B4-BE49-F238E27FC236}">
                <a16:creationId xmlns:a16="http://schemas.microsoft.com/office/drawing/2014/main" id="{1F0D0D0A-4E4B-4E46-3EAD-FBE99C2CE971}"/>
              </a:ext>
            </a:extLst>
          </p:cNvPr>
          <p:cNvSpPr/>
          <p:nvPr/>
        </p:nvSpPr>
        <p:spPr>
          <a:xfrm>
            <a:off x="5936953" y="4443222"/>
            <a:ext cx="5413248" cy="509397"/>
          </a:xfrm>
          <a:prstGeom prst="rect">
            <a:avLst/>
          </a:prstGeom>
          <a:noFill/>
          <a:ln/>
        </p:spPr>
        <p:txBody>
          <a:bodyPr wrap="square" lIns="0" tIns="0" rIns="0" bIns="0" rtlCol="0" anchor="ctr"/>
          <a:lstStyle/>
          <a:p>
            <a:pPr marL="0" indent="0">
              <a:buNone/>
            </a:pPr>
            <a:r>
              <a:rPr lang="en-US" sz="1650" dirty="0">
                <a:solidFill>
                  <a:srgbClr val="10253E"/>
                </a:solidFill>
              </a:rPr>
              <a:t>Isolate: carve out critical or noisy workloads into separate capacities</a:t>
            </a:r>
            <a:endParaRPr lang="en-US" sz="1650" dirty="0"/>
          </a:p>
        </p:txBody>
      </p:sp>
      <p:sp>
        <p:nvSpPr>
          <p:cNvPr id="35" name="Shape 24">
            <a:extLst>
              <a:ext uri="{FF2B5EF4-FFF2-40B4-BE49-F238E27FC236}">
                <a16:creationId xmlns:a16="http://schemas.microsoft.com/office/drawing/2014/main" id="{2919B641-FC2A-407F-D138-5BE30CCCC1B4}"/>
              </a:ext>
            </a:extLst>
          </p:cNvPr>
          <p:cNvSpPr/>
          <p:nvPr/>
        </p:nvSpPr>
        <p:spPr>
          <a:xfrm>
            <a:off x="5772361" y="5098923"/>
            <a:ext cx="91440" cy="91440"/>
          </a:xfrm>
          <a:prstGeom prst="ellipse">
            <a:avLst/>
          </a:prstGeom>
          <a:solidFill>
            <a:srgbClr val="0F766E"/>
          </a:solidFill>
          <a:ln w="12700">
            <a:solidFill>
              <a:srgbClr val="0F766E"/>
            </a:solidFill>
            <a:prstDash val="solid"/>
          </a:ln>
        </p:spPr>
        <p:txBody>
          <a:bodyPr/>
          <a:lstStyle/>
          <a:p>
            <a:endParaRPr lang="en-US"/>
          </a:p>
        </p:txBody>
      </p:sp>
      <p:sp>
        <p:nvSpPr>
          <p:cNvPr id="36" name="Text 25">
            <a:extLst>
              <a:ext uri="{FF2B5EF4-FFF2-40B4-BE49-F238E27FC236}">
                <a16:creationId xmlns:a16="http://schemas.microsoft.com/office/drawing/2014/main" id="{627C4E1B-9C78-F4D6-FBDA-2D9D3C4E213C}"/>
              </a:ext>
            </a:extLst>
          </p:cNvPr>
          <p:cNvSpPr/>
          <p:nvPr/>
        </p:nvSpPr>
        <p:spPr>
          <a:xfrm>
            <a:off x="5936953" y="5016627"/>
            <a:ext cx="5413248" cy="509397"/>
          </a:xfrm>
          <a:prstGeom prst="rect">
            <a:avLst/>
          </a:prstGeom>
          <a:noFill/>
          <a:ln/>
        </p:spPr>
        <p:txBody>
          <a:bodyPr wrap="square" lIns="0" tIns="0" rIns="0" bIns="0" rtlCol="0" anchor="ctr"/>
          <a:lstStyle/>
          <a:p>
            <a:pPr marL="0" indent="0">
              <a:buNone/>
            </a:pPr>
            <a:r>
              <a:rPr lang="en-US" sz="1650" dirty="0">
                <a:solidFill>
                  <a:srgbClr val="10253E"/>
                </a:solidFill>
              </a:rPr>
              <a:t>Resize: add headroom only after the team can show what is driving the load</a:t>
            </a:r>
            <a:endParaRPr lang="en-US" sz="1650" dirty="0"/>
          </a:p>
        </p:txBody>
      </p:sp>
      <p:sp>
        <p:nvSpPr>
          <p:cNvPr id="37" name="Shape 26">
            <a:extLst>
              <a:ext uri="{FF2B5EF4-FFF2-40B4-BE49-F238E27FC236}">
                <a16:creationId xmlns:a16="http://schemas.microsoft.com/office/drawing/2014/main" id="{129FECFA-8064-7B77-C34D-A3E595F77EAD}"/>
              </a:ext>
            </a:extLst>
          </p:cNvPr>
          <p:cNvSpPr/>
          <p:nvPr/>
        </p:nvSpPr>
        <p:spPr>
          <a:xfrm>
            <a:off x="5772361" y="5672328"/>
            <a:ext cx="91440" cy="91440"/>
          </a:xfrm>
          <a:prstGeom prst="ellipse">
            <a:avLst/>
          </a:prstGeom>
          <a:solidFill>
            <a:srgbClr val="0F766E"/>
          </a:solidFill>
          <a:ln w="12700">
            <a:solidFill>
              <a:srgbClr val="0F766E"/>
            </a:solidFill>
            <a:prstDash val="solid"/>
          </a:ln>
        </p:spPr>
        <p:txBody>
          <a:bodyPr/>
          <a:lstStyle/>
          <a:p>
            <a:endParaRPr lang="en-US"/>
          </a:p>
        </p:txBody>
      </p:sp>
      <p:sp>
        <p:nvSpPr>
          <p:cNvPr id="38" name="Text 27">
            <a:extLst>
              <a:ext uri="{FF2B5EF4-FFF2-40B4-BE49-F238E27FC236}">
                <a16:creationId xmlns:a16="http://schemas.microsoft.com/office/drawing/2014/main" id="{7984D038-C3BD-AB55-1430-31991A27CA37}"/>
              </a:ext>
            </a:extLst>
          </p:cNvPr>
          <p:cNvSpPr/>
          <p:nvPr/>
        </p:nvSpPr>
        <p:spPr>
          <a:xfrm>
            <a:off x="5936953" y="5590032"/>
            <a:ext cx="5413248" cy="509397"/>
          </a:xfrm>
          <a:prstGeom prst="rect">
            <a:avLst/>
          </a:prstGeom>
          <a:noFill/>
          <a:ln/>
        </p:spPr>
        <p:txBody>
          <a:bodyPr wrap="square" lIns="0" tIns="0" rIns="0" bIns="0" rtlCol="0" anchor="ctr"/>
          <a:lstStyle/>
          <a:p>
            <a:pPr marL="0" indent="0">
              <a:buNone/>
            </a:pPr>
            <a:r>
              <a:rPr lang="en-US" sz="1650" dirty="0">
                <a:solidFill>
                  <a:srgbClr val="10253E"/>
                </a:solidFill>
              </a:rPr>
              <a:t>Report: share utilization and top-consuming workspace views with business owners</a:t>
            </a:r>
            <a:endParaRPr lang="en-US" sz="1650" dirty="0"/>
          </a:p>
        </p:txBody>
      </p:sp>
      <p:sp>
        <p:nvSpPr>
          <p:cNvPr id="39" name="Text 28">
            <a:extLst>
              <a:ext uri="{FF2B5EF4-FFF2-40B4-BE49-F238E27FC236}">
                <a16:creationId xmlns:a16="http://schemas.microsoft.com/office/drawing/2014/main" id="{E7CAD3B3-B947-AEEF-FAE0-FD1919C065F9}"/>
              </a:ext>
            </a:extLst>
          </p:cNvPr>
          <p:cNvSpPr/>
          <p:nvPr/>
        </p:nvSpPr>
        <p:spPr>
          <a:xfrm>
            <a:off x="5772361" y="6560820"/>
            <a:ext cx="5349240" cy="256032"/>
          </a:xfrm>
          <a:prstGeom prst="rect">
            <a:avLst/>
          </a:prstGeom>
          <a:noFill/>
          <a:ln/>
        </p:spPr>
        <p:txBody>
          <a:bodyPr wrap="square" lIns="0" tIns="0" rIns="0" bIns="0" rtlCol="0" anchor="ctr"/>
          <a:lstStyle/>
          <a:p>
            <a:pPr marL="0" indent="0">
              <a:buNone/>
            </a:pPr>
            <a:r>
              <a:rPr lang="en-US" sz="1500" b="1" dirty="0">
                <a:solidFill>
                  <a:srgbClr val="10253E"/>
                </a:solidFill>
              </a:rPr>
              <a:t>Simple message for stakeholders: if the platform is shared, the evidence must be shared too.</a:t>
            </a:r>
            <a:endParaRPr lang="en-US" sz="1500" dirty="0"/>
          </a:p>
        </p:txBody>
      </p:sp>
    </p:spTree>
    <p:extLst>
      <p:ext uri="{BB962C8B-B14F-4D97-AF65-F5344CB8AC3E}">
        <p14:creationId xmlns:p14="http://schemas.microsoft.com/office/powerpoint/2010/main" val="30202308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90D355A-689A-11CB-D662-03249ADA1F8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DEA8096-9C50-EDD0-2F12-0899534E166E}"/>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73E67C48-4A45-80F0-901D-EBE526D8EC3A}"/>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F40C63C1-00B2-9BAA-2C4C-ED290E2C45D7}"/>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D76228C-8D40-4679-779D-E767A1A442DD}"/>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0941713A-398E-CBD8-8CEA-6CB1FFFAC5CD}"/>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8E5A3ABC-7CA1-3D27-5046-4DC0B954DAD9}"/>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E32B0F3E-EB9D-19E9-ACDE-7198D14E49DE}"/>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636DC3F8-609B-F19B-D974-A1BE16A07140}"/>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F9CAB46F-FD5B-A4B2-8854-546286C28073}"/>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61</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3238018E-E1C7-D02C-7141-4B30F76299A9}"/>
              </a:ext>
            </a:extLst>
          </p:cNvPr>
          <p:cNvSpPr/>
          <p:nvPr/>
        </p:nvSpPr>
        <p:spPr>
          <a:xfrm>
            <a:off x="1041670" y="1776286"/>
            <a:ext cx="11759930"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DevOps path: Git for change control, pipelines for promotion</a:t>
            </a:r>
            <a:endParaRPr lang="en-US" sz="3600" dirty="0">
              <a:solidFill>
                <a:schemeClr val="bg1"/>
              </a:solidFill>
            </a:endParaRPr>
          </a:p>
        </p:txBody>
      </p:sp>
      <p:sp>
        <p:nvSpPr>
          <p:cNvPr id="12" name="Shape 1">
            <a:extLst>
              <a:ext uri="{FF2B5EF4-FFF2-40B4-BE49-F238E27FC236}">
                <a16:creationId xmlns:a16="http://schemas.microsoft.com/office/drawing/2014/main" id="{16C34DFB-AD85-F09C-C086-FEE68751DF73}"/>
              </a:ext>
            </a:extLst>
          </p:cNvPr>
          <p:cNvSpPr/>
          <p:nvPr/>
        </p:nvSpPr>
        <p:spPr>
          <a:xfrm>
            <a:off x="2824750" y="4086172"/>
            <a:ext cx="1188720" cy="0"/>
          </a:xfrm>
          <a:prstGeom prst="line">
            <a:avLst/>
          </a:prstGeom>
          <a:noFill/>
          <a:ln w="25400">
            <a:solidFill>
              <a:srgbClr val="C7D4E3"/>
            </a:solidFill>
            <a:prstDash val="solid"/>
            <a:tailEnd type="triangle"/>
          </a:ln>
        </p:spPr>
        <p:txBody>
          <a:bodyPr/>
          <a:lstStyle/>
          <a:p>
            <a:endParaRPr lang="en-US"/>
          </a:p>
        </p:txBody>
      </p:sp>
      <p:sp>
        <p:nvSpPr>
          <p:cNvPr id="13" name="Shape 2">
            <a:extLst>
              <a:ext uri="{FF2B5EF4-FFF2-40B4-BE49-F238E27FC236}">
                <a16:creationId xmlns:a16="http://schemas.microsoft.com/office/drawing/2014/main" id="{333EDC3B-9EA4-3276-5DF3-DFDDE6CEBDFF}"/>
              </a:ext>
            </a:extLst>
          </p:cNvPr>
          <p:cNvSpPr/>
          <p:nvPr/>
        </p:nvSpPr>
        <p:spPr>
          <a:xfrm>
            <a:off x="5105400" y="4086172"/>
            <a:ext cx="1188720" cy="0"/>
          </a:xfrm>
          <a:prstGeom prst="line">
            <a:avLst/>
          </a:prstGeom>
          <a:noFill/>
          <a:ln w="25400">
            <a:solidFill>
              <a:srgbClr val="C7D4E3"/>
            </a:solidFill>
            <a:prstDash val="solid"/>
            <a:tailEnd type="triangle"/>
          </a:ln>
        </p:spPr>
        <p:txBody>
          <a:bodyPr/>
          <a:lstStyle/>
          <a:p>
            <a:endParaRPr lang="en-US"/>
          </a:p>
        </p:txBody>
      </p:sp>
      <p:sp>
        <p:nvSpPr>
          <p:cNvPr id="14" name="Shape 3">
            <a:extLst>
              <a:ext uri="{FF2B5EF4-FFF2-40B4-BE49-F238E27FC236}">
                <a16:creationId xmlns:a16="http://schemas.microsoft.com/office/drawing/2014/main" id="{0D207D26-93D5-9535-7287-AECB00649817}"/>
              </a:ext>
            </a:extLst>
          </p:cNvPr>
          <p:cNvSpPr/>
          <p:nvPr/>
        </p:nvSpPr>
        <p:spPr>
          <a:xfrm>
            <a:off x="7315200" y="4086172"/>
            <a:ext cx="1097280" cy="0"/>
          </a:xfrm>
          <a:prstGeom prst="line">
            <a:avLst/>
          </a:prstGeom>
          <a:noFill/>
          <a:ln w="25400">
            <a:solidFill>
              <a:srgbClr val="C7D4E3"/>
            </a:solidFill>
            <a:prstDash val="solid"/>
            <a:tailEnd type="triangle"/>
          </a:ln>
        </p:spPr>
        <p:txBody>
          <a:bodyPr/>
          <a:lstStyle/>
          <a:p>
            <a:endParaRPr lang="en-US"/>
          </a:p>
        </p:txBody>
      </p:sp>
      <p:sp>
        <p:nvSpPr>
          <p:cNvPr id="15" name="Shape 4">
            <a:extLst>
              <a:ext uri="{FF2B5EF4-FFF2-40B4-BE49-F238E27FC236}">
                <a16:creationId xmlns:a16="http://schemas.microsoft.com/office/drawing/2014/main" id="{6648D668-755D-1075-8723-AFFD156307D1}"/>
              </a:ext>
            </a:extLst>
          </p:cNvPr>
          <p:cNvSpPr/>
          <p:nvPr/>
        </p:nvSpPr>
        <p:spPr>
          <a:xfrm>
            <a:off x="9525000" y="4086172"/>
            <a:ext cx="1005840" cy="0"/>
          </a:xfrm>
          <a:prstGeom prst="line">
            <a:avLst/>
          </a:prstGeom>
          <a:noFill/>
          <a:ln w="25400">
            <a:solidFill>
              <a:srgbClr val="C7D4E3"/>
            </a:solidFill>
            <a:prstDash val="solid"/>
            <a:tailEnd type="triangle"/>
          </a:ln>
        </p:spPr>
        <p:txBody>
          <a:bodyPr/>
          <a:lstStyle/>
          <a:p>
            <a:endParaRPr lang="en-US"/>
          </a:p>
        </p:txBody>
      </p:sp>
      <p:sp>
        <p:nvSpPr>
          <p:cNvPr id="16" name="Shape 5">
            <a:extLst>
              <a:ext uri="{FF2B5EF4-FFF2-40B4-BE49-F238E27FC236}">
                <a16:creationId xmlns:a16="http://schemas.microsoft.com/office/drawing/2014/main" id="{6EE79F59-4CFB-F0E2-4AB8-BB6EEF3853F6}"/>
              </a:ext>
            </a:extLst>
          </p:cNvPr>
          <p:cNvSpPr/>
          <p:nvPr/>
        </p:nvSpPr>
        <p:spPr>
          <a:xfrm>
            <a:off x="1224550" y="3446092"/>
            <a:ext cx="1600200" cy="1325880"/>
          </a:xfrm>
          <a:prstGeom prst="roundRect">
            <a:avLst>
              <a:gd name="adj" fmla="val 2759"/>
            </a:avLst>
          </a:prstGeom>
          <a:solidFill>
            <a:srgbClr val="DDEAF7"/>
          </a:solidFill>
          <a:ln w="12700">
            <a:solidFill>
              <a:srgbClr val="C7D4E3"/>
            </a:solidFill>
            <a:prstDash val="solid"/>
          </a:ln>
        </p:spPr>
        <p:txBody>
          <a:bodyPr/>
          <a:lstStyle/>
          <a:p>
            <a:endParaRPr lang="en-US"/>
          </a:p>
        </p:txBody>
      </p:sp>
      <p:sp>
        <p:nvSpPr>
          <p:cNvPr id="17" name="Text 6">
            <a:extLst>
              <a:ext uri="{FF2B5EF4-FFF2-40B4-BE49-F238E27FC236}">
                <a16:creationId xmlns:a16="http://schemas.microsoft.com/office/drawing/2014/main" id="{386E4DDE-A39D-DC0E-651C-EE17455005B2}"/>
              </a:ext>
            </a:extLst>
          </p:cNvPr>
          <p:cNvSpPr/>
          <p:nvPr/>
        </p:nvSpPr>
        <p:spPr>
          <a:xfrm>
            <a:off x="1297702" y="3683836"/>
            <a:ext cx="1453896" cy="182880"/>
          </a:xfrm>
          <a:prstGeom prst="rect">
            <a:avLst/>
          </a:prstGeom>
          <a:noFill/>
          <a:ln/>
        </p:spPr>
        <p:txBody>
          <a:bodyPr wrap="square" lIns="0" tIns="0" rIns="0" bIns="0" rtlCol="0" anchor="ctr"/>
          <a:lstStyle/>
          <a:p>
            <a:pPr marL="0" indent="0" algn="ctr">
              <a:buNone/>
            </a:pPr>
            <a:r>
              <a:rPr lang="en-US" sz="1700" b="1" dirty="0">
                <a:solidFill>
                  <a:srgbClr val="10253E"/>
                </a:solidFill>
              </a:rPr>
              <a:t>Build</a:t>
            </a:r>
            <a:endParaRPr lang="en-US" sz="1700" dirty="0"/>
          </a:p>
        </p:txBody>
      </p:sp>
      <p:sp>
        <p:nvSpPr>
          <p:cNvPr id="18" name="Text 7">
            <a:extLst>
              <a:ext uri="{FF2B5EF4-FFF2-40B4-BE49-F238E27FC236}">
                <a16:creationId xmlns:a16="http://schemas.microsoft.com/office/drawing/2014/main" id="{FC13A1DC-830E-BB4A-DFC2-758DD8DA1D19}"/>
              </a:ext>
            </a:extLst>
          </p:cNvPr>
          <p:cNvSpPr/>
          <p:nvPr/>
        </p:nvSpPr>
        <p:spPr>
          <a:xfrm>
            <a:off x="1315990" y="3994732"/>
            <a:ext cx="1417320" cy="384048"/>
          </a:xfrm>
          <a:prstGeom prst="rect">
            <a:avLst/>
          </a:prstGeom>
          <a:noFill/>
          <a:ln/>
        </p:spPr>
        <p:txBody>
          <a:bodyPr wrap="square" lIns="0" tIns="0" rIns="0" bIns="0" rtlCol="0" anchor="ctr"/>
          <a:lstStyle/>
          <a:p>
            <a:pPr marL="0" indent="0" algn="ctr">
              <a:buNone/>
            </a:pPr>
            <a:r>
              <a:rPr lang="en-US" sz="1350" dirty="0">
                <a:solidFill>
                  <a:srgbClr val="10253E"/>
                </a:solidFill>
              </a:rPr>
              <a:t>Develop in</a:t>
            </a:r>
            <a:endParaRPr lang="en-US" sz="1350" dirty="0"/>
          </a:p>
          <a:p>
            <a:pPr marL="0" indent="0" algn="ctr">
              <a:buNone/>
            </a:pPr>
            <a:r>
              <a:rPr lang="en-US" sz="1350" dirty="0">
                <a:solidFill>
                  <a:srgbClr val="10253E"/>
                </a:solidFill>
              </a:rPr>
              <a:t>workspace</a:t>
            </a:r>
            <a:endParaRPr lang="en-US" sz="1350" dirty="0"/>
          </a:p>
        </p:txBody>
      </p:sp>
      <p:sp>
        <p:nvSpPr>
          <p:cNvPr id="19" name="Shape 8">
            <a:extLst>
              <a:ext uri="{FF2B5EF4-FFF2-40B4-BE49-F238E27FC236}">
                <a16:creationId xmlns:a16="http://schemas.microsoft.com/office/drawing/2014/main" id="{B1764FA0-0085-EA6E-27E7-5067453E260A}"/>
              </a:ext>
            </a:extLst>
          </p:cNvPr>
          <p:cNvSpPr/>
          <p:nvPr/>
        </p:nvSpPr>
        <p:spPr>
          <a:xfrm>
            <a:off x="3236230" y="3446092"/>
            <a:ext cx="1874520" cy="1325880"/>
          </a:xfrm>
          <a:prstGeom prst="roundRect">
            <a:avLst>
              <a:gd name="adj" fmla="val 2759"/>
            </a:avLst>
          </a:prstGeom>
          <a:solidFill>
            <a:srgbClr val="DBF0EE"/>
          </a:solidFill>
          <a:ln w="12700">
            <a:solidFill>
              <a:srgbClr val="C7D4E3"/>
            </a:solidFill>
            <a:prstDash val="solid"/>
          </a:ln>
        </p:spPr>
        <p:txBody>
          <a:bodyPr/>
          <a:lstStyle/>
          <a:p>
            <a:endParaRPr lang="en-US"/>
          </a:p>
        </p:txBody>
      </p:sp>
      <p:sp>
        <p:nvSpPr>
          <p:cNvPr id="20" name="Text 9">
            <a:extLst>
              <a:ext uri="{FF2B5EF4-FFF2-40B4-BE49-F238E27FC236}">
                <a16:creationId xmlns:a16="http://schemas.microsoft.com/office/drawing/2014/main" id="{3269DC73-6497-2445-C3B2-FBCCDF12C571}"/>
              </a:ext>
            </a:extLst>
          </p:cNvPr>
          <p:cNvSpPr/>
          <p:nvPr/>
        </p:nvSpPr>
        <p:spPr>
          <a:xfrm>
            <a:off x="3309382" y="3683836"/>
            <a:ext cx="1728216" cy="182880"/>
          </a:xfrm>
          <a:prstGeom prst="rect">
            <a:avLst/>
          </a:prstGeom>
          <a:noFill/>
          <a:ln/>
        </p:spPr>
        <p:txBody>
          <a:bodyPr wrap="square" lIns="0" tIns="0" rIns="0" bIns="0" rtlCol="0" anchor="ctr"/>
          <a:lstStyle/>
          <a:p>
            <a:pPr marL="0" indent="0" algn="ctr">
              <a:buNone/>
            </a:pPr>
            <a:r>
              <a:rPr lang="en-US" sz="1700" b="1" dirty="0">
                <a:solidFill>
                  <a:srgbClr val="10253E"/>
                </a:solidFill>
              </a:rPr>
              <a:t>Version</a:t>
            </a:r>
            <a:endParaRPr lang="en-US" sz="1700" dirty="0"/>
          </a:p>
        </p:txBody>
      </p:sp>
      <p:sp>
        <p:nvSpPr>
          <p:cNvPr id="21" name="Text 10">
            <a:extLst>
              <a:ext uri="{FF2B5EF4-FFF2-40B4-BE49-F238E27FC236}">
                <a16:creationId xmlns:a16="http://schemas.microsoft.com/office/drawing/2014/main" id="{8D097139-4A65-120A-DBAC-BC4787DF4EB0}"/>
              </a:ext>
            </a:extLst>
          </p:cNvPr>
          <p:cNvSpPr/>
          <p:nvPr/>
        </p:nvSpPr>
        <p:spPr>
          <a:xfrm>
            <a:off x="3327670" y="3994732"/>
            <a:ext cx="1691640" cy="384048"/>
          </a:xfrm>
          <a:prstGeom prst="rect">
            <a:avLst/>
          </a:prstGeom>
          <a:noFill/>
          <a:ln/>
        </p:spPr>
        <p:txBody>
          <a:bodyPr wrap="square" lIns="0" tIns="0" rIns="0" bIns="0" rtlCol="0" anchor="ctr"/>
          <a:lstStyle/>
          <a:p>
            <a:pPr marL="0" indent="0" algn="ctr">
              <a:buNone/>
            </a:pPr>
            <a:r>
              <a:rPr lang="en-US" sz="1350" dirty="0">
                <a:solidFill>
                  <a:srgbClr val="10253E"/>
                </a:solidFill>
              </a:rPr>
              <a:t>Connect workspace</a:t>
            </a:r>
            <a:endParaRPr lang="en-US" sz="1350" dirty="0"/>
          </a:p>
          <a:p>
            <a:pPr marL="0" indent="0" algn="ctr">
              <a:buNone/>
            </a:pPr>
            <a:r>
              <a:rPr lang="en-US" sz="1350" dirty="0">
                <a:solidFill>
                  <a:srgbClr val="10253E"/>
                </a:solidFill>
              </a:rPr>
              <a:t>to Git repo</a:t>
            </a:r>
            <a:endParaRPr lang="en-US" sz="1350" dirty="0"/>
          </a:p>
        </p:txBody>
      </p:sp>
      <p:sp>
        <p:nvSpPr>
          <p:cNvPr id="22" name="Shape 11">
            <a:extLst>
              <a:ext uri="{FF2B5EF4-FFF2-40B4-BE49-F238E27FC236}">
                <a16:creationId xmlns:a16="http://schemas.microsoft.com/office/drawing/2014/main" id="{A76D6246-9EB4-9138-6AE9-B8E872A16851}"/>
              </a:ext>
            </a:extLst>
          </p:cNvPr>
          <p:cNvSpPr/>
          <p:nvPr/>
        </p:nvSpPr>
        <p:spPr>
          <a:xfrm>
            <a:off x="5613670" y="3446092"/>
            <a:ext cx="1737360" cy="1325880"/>
          </a:xfrm>
          <a:prstGeom prst="roundRect">
            <a:avLst>
              <a:gd name="adj" fmla="val 2759"/>
            </a:avLst>
          </a:prstGeom>
          <a:solidFill>
            <a:srgbClr val="FFF0D9"/>
          </a:solidFill>
          <a:ln w="12700">
            <a:solidFill>
              <a:srgbClr val="C7D4E3"/>
            </a:solidFill>
            <a:prstDash val="solid"/>
          </a:ln>
        </p:spPr>
        <p:txBody>
          <a:bodyPr/>
          <a:lstStyle/>
          <a:p>
            <a:endParaRPr lang="en-US"/>
          </a:p>
        </p:txBody>
      </p:sp>
      <p:sp>
        <p:nvSpPr>
          <p:cNvPr id="23" name="Text 12">
            <a:extLst>
              <a:ext uri="{FF2B5EF4-FFF2-40B4-BE49-F238E27FC236}">
                <a16:creationId xmlns:a16="http://schemas.microsoft.com/office/drawing/2014/main" id="{72C29FAA-0F68-E452-0E90-D5908A6786E3}"/>
              </a:ext>
            </a:extLst>
          </p:cNvPr>
          <p:cNvSpPr/>
          <p:nvPr/>
        </p:nvSpPr>
        <p:spPr>
          <a:xfrm>
            <a:off x="5686822" y="3683836"/>
            <a:ext cx="1591056" cy="182880"/>
          </a:xfrm>
          <a:prstGeom prst="rect">
            <a:avLst/>
          </a:prstGeom>
          <a:noFill/>
          <a:ln/>
        </p:spPr>
        <p:txBody>
          <a:bodyPr wrap="square" lIns="0" tIns="0" rIns="0" bIns="0" rtlCol="0" anchor="ctr"/>
          <a:lstStyle/>
          <a:p>
            <a:pPr marL="0" indent="0" algn="ctr">
              <a:buNone/>
            </a:pPr>
            <a:r>
              <a:rPr lang="en-US" sz="1700" b="1" dirty="0">
                <a:solidFill>
                  <a:srgbClr val="10253E"/>
                </a:solidFill>
              </a:rPr>
              <a:t>Review</a:t>
            </a:r>
            <a:endParaRPr lang="en-US" sz="1700" dirty="0"/>
          </a:p>
        </p:txBody>
      </p:sp>
      <p:sp>
        <p:nvSpPr>
          <p:cNvPr id="24" name="Text 13">
            <a:extLst>
              <a:ext uri="{FF2B5EF4-FFF2-40B4-BE49-F238E27FC236}">
                <a16:creationId xmlns:a16="http://schemas.microsoft.com/office/drawing/2014/main" id="{72B65CDD-A84D-EBB6-5759-AF532832DE1B}"/>
              </a:ext>
            </a:extLst>
          </p:cNvPr>
          <p:cNvSpPr/>
          <p:nvPr/>
        </p:nvSpPr>
        <p:spPr>
          <a:xfrm>
            <a:off x="5705110" y="3994732"/>
            <a:ext cx="1554480" cy="384048"/>
          </a:xfrm>
          <a:prstGeom prst="rect">
            <a:avLst/>
          </a:prstGeom>
          <a:noFill/>
          <a:ln/>
        </p:spPr>
        <p:txBody>
          <a:bodyPr wrap="square" lIns="0" tIns="0" rIns="0" bIns="0" rtlCol="0" anchor="ctr"/>
          <a:lstStyle/>
          <a:p>
            <a:pPr marL="0" indent="0" algn="ctr">
              <a:buNone/>
            </a:pPr>
            <a:r>
              <a:rPr lang="en-US" sz="1350" dirty="0">
                <a:solidFill>
                  <a:srgbClr val="10253E"/>
                </a:solidFill>
              </a:rPr>
              <a:t>Branching,</a:t>
            </a:r>
            <a:endParaRPr lang="en-US" sz="1350" dirty="0"/>
          </a:p>
          <a:p>
            <a:pPr marL="0" indent="0" algn="ctr">
              <a:buNone/>
            </a:pPr>
            <a:r>
              <a:rPr lang="en-US" sz="1350" dirty="0">
                <a:solidFill>
                  <a:srgbClr val="10253E"/>
                </a:solidFill>
              </a:rPr>
              <a:t>PRs, checks</a:t>
            </a:r>
            <a:endParaRPr lang="en-US" sz="1350" dirty="0"/>
          </a:p>
        </p:txBody>
      </p:sp>
      <p:sp>
        <p:nvSpPr>
          <p:cNvPr id="25" name="Shape 14">
            <a:extLst>
              <a:ext uri="{FF2B5EF4-FFF2-40B4-BE49-F238E27FC236}">
                <a16:creationId xmlns:a16="http://schemas.microsoft.com/office/drawing/2014/main" id="{E4740A41-3BC7-39C4-3704-4AE67F59007F}"/>
              </a:ext>
            </a:extLst>
          </p:cNvPr>
          <p:cNvSpPr/>
          <p:nvPr/>
        </p:nvSpPr>
        <p:spPr>
          <a:xfrm>
            <a:off x="7808230" y="3446092"/>
            <a:ext cx="1737360" cy="1325880"/>
          </a:xfrm>
          <a:prstGeom prst="roundRect">
            <a:avLst>
              <a:gd name="adj" fmla="val 2759"/>
            </a:avLst>
          </a:prstGeom>
          <a:solidFill>
            <a:srgbClr val="F0E8FB"/>
          </a:solidFill>
          <a:ln w="12700">
            <a:solidFill>
              <a:srgbClr val="C7D4E3"/>
            </a:solidFill>
            <a:prstDash val="solid"/>
          </a:ln>
        </p:spPr>
        <p:txBody>
          <a:bodyPr/>
          <a:lstStyle/>
          <a:p>
            <a:endParaRPr lang="en-US"/>
          </a:p>
        </p:txBody>
      </p:sp>
      <p:sp>
        <p:nvSpPr>
          <p:cNvPr id="26" name="Text 15">
            <a:extLst>
              <a:ext uri="{FF2B5EF4-FFF2-40B4-BE49-F238E27FC236}">
                <a16:creationId xmlns:a16="http://schemas.microsoft.com/office/drawing/2014/main" id="{59C6E2A6-D8C4-921A-4266-B936DBBBDC32}"/>
              </a:ext>
            </a:extLst>
          </p:cNvPr>
          <p:cNvSpPr/>
          <p:nvPr/>
        </p:nvSpPr>
        <p:spPr>
          <a:xfrm>
            <a:off x="7881382" y="3683836"/>
            <a:ext cx="1591056" cy="182880"/>
          </a:xfrm>
          <a:prstGeom prst="rect">
            <a:avLst/>
          </a:prstGeom>
          <a:noFill/>
          <a:ln/>
        </p:spPr>
        <p:txBody>
          <a:bodyPr wrap="square" lIns="0" tIns="0" rIns="0" bIns="0" rtlCol="0" anchor="ctr"/>
          <a:lstStyle/>
          <a:p>
            <a:pPr marL="0" indent="0" algn="ctr">
              <a:buNone/>
            </a:pPr>
            <a:r>
              <a:rPr lang="en-US" sz="1700" b="1" dirty="0">
                <a:solidFill>
                  <a:srgbClr val="10253E"/>
                </a:solidFill>
              </a:rPr>
              <a:t>Promote</a:t>
            </a:r>
            <a:endParaRPr lang="en-US" sz="1700" dirty="0"/>
          </a:p>
        </p:txBody>
      </p:sp>
      <p:sp>
        <p:nvSpPr>
          <p:cNvPr id="27" name="Text 16">
            <a:extLst>
              <a:ext uri="{FF2B5EF4-FFF2-40B4-BE49-F238E27FC236}">
                <a16:creationId xmlns:a16="http://schemas.microsoft.com/office/drawing/2014/main" id="{07E5D77E-A42D-4F2A-F94C-B50B9FB3531E}"/>
              </a:ext>
            </a:extLst>
          </p:cNvPr>
          <p:cNvSpPr/>
          <p:nvPr/>
        </p:nvSpPr>
        <p:spPr>
          <a:xfrm>
            <a:off x="7899670" y="3994732"/>
            <a:ext cx="1554480" cy="384048"/>
          </a:xfrm>
          <a:prstGeom prst="rect">
            <a:avLst/>
          </a:prstGeom>
          <a:noFill/>
          <a:ln/>
        </p:spPr>
        <p:txBody>
          <a:bodyPr wrap="square" lIns="0" tIns="0" rIns="0" bIns="0" rtlCol="0" anchor="ctr"/>
          <a:lstStyle/>
          <a:p>
            <a:pPr marL="0" indent="0" algn="ctr">
              <a:buNone/>
            </a:pPr>
            <a:r>
              <a:rPr lang="en-US" sz="1350" dirty="0">
                <a:solidFill>
                  <a:srgbClr val="10253E"/>
                </a:solidFill>
              </a:rPr>
              <a:t>Deploy Dev →</a:t>
            </a:r>
            <a:endParaRPr lang="en-US" sz="1350" dirty="0"/>
          </a:p>
          <a:p>
            <a:pPr marL="0" indent="0" algn="ctr">
              <a:buNone/>
            </a:pPr>
            <a:r>
              <a:rPr lang="en-US" sz="1350" dirty="0">
                <a:solidFill>
                  <a:srgbClr val="10253E"/>
                </a:solidFill>
              </a:rPr>
              <a:t>Test → Prod</a:t>
            </a:r>
            <a:endParaRPr lang="en-US" sz="1350" dirty="0"/>
          </a:p>
        </p:txBody>
      </p:sp>
      <p:sp>
        <p:nvSpPr>
          <p:cNvPr id="28" name="Shape 17">
            <a:extLst>
              <a:ext uri="{FF2B5EF4-FFF2-40B4-BE49-F238E27FC236}">
                <a16:creationId xmlns:a16="http://schemas.microsoft.com/office/drawing/2014/main" id="{AF6F8561-9EC5-B0FB-3ACC-76AA2182D1CE}"/>
              </a:ext>
            </a:extLst>
          </p:cNvPr>
          <p:cNvSpPr/>
          <p:nvPr/>
        </p:nvSpPr>
        <p:spPr>
          <a:xfrm>
            <a:off x="9957070" y="3446092"/>
            <a:ext cx="1965960" cy="1325880"/>
          </a:xfrm>
          <a:prstGeom prst="roundRect">
            <a:avLst>
              <a:gd name="adj" fmla="val 2759"/>
            </a:avLst>
          </a:prstGeom>
          <a:solidFill>
            <a:srgbClr val="FBE4E2"/>
          </a:solidFill>
          <a:ln w="12700">
            <a:solidFill>
              <a:srgbClr val="C7D4E3"/>
            </a:solidFill>
            <a:prstDash val="solid"/>
          </a:ln>
        </p:spPr>
        <p:txBody>
          <a:bodyPr/>
          <a:lstStyle/>
          <a:p>
            <a:endParaRPr lang="en-US"/>
          </a:p>
        </p:txBody>
      </p:sp>
      <p:sp>
        <p:nvSpPr>
          <p:cNvPr id="29" name="Text 18">
            <a:extLst>
              <a:ext uri="{FF2B5EF4-FFF2-40B4-BE49-F238E27FC236}">
                <a16:creationId xmlns:a16="http://schemas.microsoft.com/office/drawing/2014/main" id="{49085ECD-1256-27F3-D3C1-6422ABD7CB33}"/>
              </a:ext>
            </a:extLst>
          </p:cNvPr>
          <p:cNvSpPr/>
          <p:nvPr/>
        </p:nvSpPr>
        <p:spPr>
          <a:xfrm>
            <a:off x="10030222" y="3683836"/>
            <a:ext cx="1819656" cy="182880"/>
          </a:xfrm>
          <a:prstGeom prst="rect">
            <a:avLst/>
          </a:prstGeom>
          <a:noFill/>
          <a:ln/>
        </p:spPr>
        <p:txBody>
          <a:bodyPr wrap="square" lIns="0" tIns="0" rIns="0" bIns="0" rtlCol="0" anchor="ctr"/>
          <a:lstStyle/>
          <a:p>
            <a:pPr marL="0" indent="0" algn="ctr">
              <a:buNone/>
            </a:pPr>
            <a:r>
              <a:rPr lang="en-US" sz="1700" b="1" dirty="0">
                <a:solidFill>
                  <a:srgbClr val="10253E"/>
                </a:solidFill>
              </a:rPr>
              <a:t>Operate</a:t>
            </a:r>
            <a:endParaRPr lang="en-US" sz="1700" dirty="0"/>
          </a:p>
        </p:txBody>
      </p:sp>
      <p:sp>
        <p:nvSpPr>
          <p:cNvPr id="30" name="Text 19">
            <a:extLst>
              <a:ext uri="{FF2B5EF4-FFF2-40B4-BE49-F238E27FC236}">
                <a16:creationId xmlns:a16="http://schemas.microsoft.com/office/drawing/2014/main" id="{63F4216E-E865-BBA5-0D68-5411516E2EAA}"/>
              </a:ext>
            </a:extLst>
          </p:cNvPr>
          <p:cNvSpPr/>
          <p:nvPr/>
        </p:nvSpPr>
        <p:spPr>
          <a:xfrm>
            <a:off x="10048510" y="3994732"/>
            <a:ext cx="1783080" cy="384048"/>
          </a:xfrm>
          <a:prstGeom prst="rect">
            <a:avLst/>
          </a:prstGeom>
          <a:noFill/>
          <a:ln/>
        </p:spPr>
        <p:txBody>
          <a:bodyPr wrap="square" lIns="0" tIns="0" rIns="0" bIns="0" rtlCol="0" anchor="ctr"/>
          <a:lstStyle/>
          <a:p>
            <a:pPr marL="0" indent="0" algn="ctr">
              <a:buNone/>
            </a:pPr>
            <a:r>
              <a:rPr lang="en-US" sz="1350" dirty="0">
                <a:solidFill>
                  <a:srgbClr val="10253E"/>
                </a:solidFill>
              </a:rPr>
              <a:t>Monitor, fix,</a:t>
            </a:r>
            <a:endParaRPr lang="en-US" sz="1350" dirty="0"/>
          </a:p>
          <a:p>
            <a:pPr marL="0" indent="0" algn="ctr">
              <a:buNone/>
            </a:pPr>
            <a:r>
              <a:rPr lang="en-US" sz="1350" dirty="0">
                <a:solidFill>
                  <a:srgbClr val="10253E"/>
                </a:solidFill>
              </a:rPr>
              <a:t>iterate</a:t>
            </a:r>
            <a:endParaRPr lang="en-US" sz="1350" dirty="0"/>
          </a:p>
        </p:txBody>
      </p:sp>
      <p:sp>
        <p:nvSpPr>
          <p:cNvPr id="31" name="Shape 20">
            <a:extLst>
              <a:ext uri="{FF2B5EF4-FFF2-40B4-BE49-F238E27FC236}">
                <a16:creationId xmlns:a16="http://schemas.microsoft.com/office/drawing/2014/main" id="{1BF060F7-2A5D-B505-FF3F-D1AE375FF46A}"/>
              </a:ext>
            </a:extLst>
          </p:cNvPr>
          <p:cNvSpPr/>
          <p:nvPr/>
        </p:nvSpPr>
        <p:spPr>
          <a:xfrm>
            <a:off x="1498870" y="5585788"/>
            <a:ext cx="91440" cy="91440"/>
          </a:xfrm>
          <a:prstGeom prst="ellipse">
            <a:avLst/>
          </a:prstGeom>
          <a:solidFill>
            <a:srgbClr val="173B63"/>
          </a:solidFill>
          <a:ln w="12700">
            <a:solidFill>
              <a:srgbClr val="173B63"/>
            </a:solidFill>
            <a:prstDash val="solid"/>
          </a:ln>
        </p:spPr>
        <p:txBody>
          <a:bodyPr/>
          <a:lstStyle/>
          <a:p>
            <a:endParaRPr lang="en-US"/>
          </a:p>
        </p:txBody>
      </p:sp>
      <p:sp>
        <p:nvSpPr>
          <p:cNvPr id="32" name="Text 21">
            <a:extLst>
              <a:ext uri="{FF2B5EF4-FFF2-40B4-BE49-F238E27FC236}">
                <a16:creationId xmlns:a16="http://schemas.microsoft.com/office/drawing/2014/main" id="{6ABCCFDE-588D-6B05-AF07-06C9A9733F7A}"/>
              </a:ext>
            </a:extLst>
          </p:cNvPr>
          <p:cNvSpPr/>
          <p:nvPr/>
        </p:nvSpPr>
        <p:spPr>
          <a:xfrm>
            <a:off x="1663462" y="5448300"/>
            <a:ext cx="10442448" cy="465582"/>
          </a:xfrm>
          <a:prstGeom prst="rect">
            <a:avLst/>
          </a:prstGeom>
          <a:noFill/>
          <a:ln/>
        </p:spPr>
        <p:txBody>
          <a:bodyPr wrap="square" lIns="0" tIns="0" rIns="0" bIns="0" rtlCol="0" anchor="ctr"/>
          <a:lstStyle/>
          <a:p>
            <a:pPr marL="0" indent="0">
              <a:buNone/>
            </a:pPr>
            <a:r>
              <a:rPr lang="en-US" dirty="0">
                <a:solidFill>
                  <a:schemeClr val="bg1"/>
                </a:solidFill>
              </a:rPr>
              <a:t>Git gives teams version history, branching, and code review inside Fabric.</a:t>
            </a:r>
          </a:p>
        </p:txBody>
      </p:sp>
      <p:sp>
        <p:nvSpPr>
          <p:cNvPr id="33" name="Shape 22">
            <a:extLst>
              <a:ext uri="{FF2B5EF4-FFF2-40B4-BE49-F238E27FC236}">
                <a16:creationId xmlns:a16="http://schemas.microsoft.com/office/drawing/2014/main" id="{BD8F4137-473F-348A-77EF-26EB5C88E67C}"/>
              </a:ext>
            </a:extLst>
          </p:cNvPr>
          <p:cNvSpPr/>
          <p:nvPr/>
        </p:nvSpPr>
        <p:spPr>
          <a:xfrm>
            <a:off x="1498870" y="6097090"/>
            <a:ext cx="91440" cy="91440"/>
          </a:xfrm>
          <a:prstGeom prst="ellipse">
            <a:avLst/>
          </a:prstGeom>
          <a:solidFill>
            <a:srgbClr val="173B63"/>
          </a:solidFill>
          <a:ln w="12700">
            <a:solidFill>
              <a:srgbClr val="173B63"/>
            </a:solidFill>
            <a:prstDash val="solid"/>
          </a:ln>
        </p:spPr>
        <p:txBody>
          <a:bodyPr/>
          <a:lstStyle/>
          <a:p>
            <a:endParaRPr lang="en-US"/>
          </a:p>
        </p:txBody>
      </p:sp>
      <p:sp>
        <p:nvSpPr>
          <p:cNvPr id="34" name="Text 23">
            <a:extLst>
              <a:ext uri="{FF2B5EF4-FFF2-40B4-BE49-F238E27FC236}">
                <a16:creationId xmlns:a16="http://schemas.microsoft.com/office/drawing/2014/main" id="{38B6056A-3159-6ADD-F546-841DE595A0FB}"/>
              </a:ext>
            </a:extLst>
          </p:cNvPr>
          <p:cNvSpPr/>
          <p:nvPr/>
        </p:nvSpPr>
        <p:spPr>
          <a:xfrm>
            <a:off x="1663462" y="5959602"/>
            <a:ext cx="10442448" cy="465582"/>
          </a:xfrm>
          <a:prstGeom prst="rect">
            <a:avLst/>
          </a:prstGeom>
          <a:noFill/>
          <a:ln/>
        </p:spPr>
        <p:txBody>
          <a:bodyPr wrap="square" lIns="0" tIns="0" rIns="0" bIns="0" rtlCol="0" anchor="ctr"/>
          <a:lstStyle/>
          <a:p>
            <a:pPr marL="0" indent="0">
              <a:buNone/>
            </a:pPr>
            <a:r>
              <a:rPr lang="en-US" dirty="0">
                <a:solidFill>
                  <a:schemeClr val="bg1"/>
                </a:solidFill>
              </a:rPr>
              <a:t>Deployment pipelines support 2–10 stages (default 3) for standardized promotion.</a:t>
            </a:r>
          </a:p>
        </p:txBody>
      </p:sp>
      <p:sp>
        <p:nvSpPr>
          <p:cNvPr id="35" name="Shape 24">
            <a:extLst>
              <a:ext uri="{FF2B5EF4-FFF2-40B4-BE49-F238E27FC236}">
                <a16:creationId xmlns:a16="http://schemas.microsoft.com/office/drawing/2014/main" id="{1B293486-B773-6BF5-D90A-043AA6B24B97}"/>
              </a:ext>
            </a:extLst>
          </p:cNvPr>
          <p:cNvSpPr/>
          <p:nvPr/>
        </p:nvSpPr>
        <p:spPr>
          <a:xfrm>
            <a:off x="1498870" y="6608392"/>
            <a:ext cx="91440" cy="91440"/>
          </a:xfrm>
          <a:prstGeom prst="ellipse">
            <a:avLst/>
          </a:prstGeom>
          <a:solidFill>
            <a:srgbClr val="173B63"/>
          </a:solidFill>
          <a:ln w="12700">
            <a:solidFill>
              <a:srgbClr val="173B63"/>
            </a:solidFill>
            <a:prstDash val="solid"/>
          </a:ln>
        </p:spPr>
        <p:txBody>
          <a:bodyPr/>
          <a:lstStyle/>
          <a:p>
            <a:endParaRPr lang="en-US"/>
          </a:p>
        </p:txBody>
      </p:sp>
      <p:sp>
        <p:nvSpPr>
          <p:cNvPr id="36" name="Text 25">
            <a:extLst>
              <a:ext uri="{FF2B5EF4-FFF2-40B4-BE49-F238E27FC236}">
                <a16:creationId xmlns:a16="http://schemas.microsoft.com/office/drawing/2014/main" id="{4CA797EF-5CE1-EE0A-307D-3A938C49A2B0}"/>
              </a:ext>
            </a:extLst>
          </p:cNvPr>
          <p:cNvSpPr/>
          <p:nvPr/>
        </p:nvSpPr>
        <p:spPr>
          <a:xfrm>
            <a:off x="1663462" y="6470904"/>
            <a:ext cx="10442448" cy="465582"/>
          </a:xfrm>
          <a:prstGeom prst="rect">
            <a:avLst/>
          </a:prstGeom>
          <a:noFill/>
          <a:ln/>
        </p:spPr>
        <p:txBody>
          <a:bodyPr wrap="square" lIns="0" tIns="0" rIns="0" bIns="0" rtlCol="0" anchor="ctr"/>
          <a:lstStyle/>
          <a:p>
            <a:pPr marL="0" indent="0">
              <a:buNone/>
            </a:pPr>
            <a:r>
              <a:rPr lang="en-US" dirty="0">
                <a:solidFill>
                  <a:schemeClr val="bg1"/>
                </a:solidFill>
              </a:rPr>
              <a:t>The initial Git connection is controlled by a workspace admin.</a:t>
            </a:r>
          </a:p>
        </p:txBody>
      </p:sp>
    </p:spTree>
    <p:extLst>
      <p:ext uri="{BB962C8B-B14F-4D97-AF65-F5344CB8AC3E}">
        <p14:creationId xmlns:p14="http://schemas.microsoft.com/office/powerpoint/2010/main" val="32674987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68C3825-8781-0515-EB61-FBC57B90B09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CE98E5E-02D2-5CF2-DC74-D5C7D62889D5}"/>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BD96EF2C-243F-5014-F1C9-DABEACF0AD16}"/>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8B22567C-23F7-DF97-3068-DB72430C78FF}"/>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7F3E26BC-7AE1-B9DE-8276-25285964F0EE}"/>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62D367CF-612A-88D1-D2B3-1F825ABC6ADE}"/>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5C294654-9BFB-DA38-07F1-0531A0A87173}"/>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A92E8447-D841-0EC9-21D8-F54EC89AE23B}"/>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73665ED3-A4FA-FF83-8776-A055A35733C9}"/>
              </a:ext>
            </a:extLst>
          </p:cNvPr>
          <p:cNvSpPr txBox="1"/>
          <p:nvPr/>
        </p:nvSpPr>
        <p:spPr>
          <a:xfrm>
            <a:off x="1028700" y="426064"/>
            <a:ext cx="92583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 0">
            <a:extLst>
              <a:ext uri="{FF2B5EF4-FFF2-40B4-BE49-F238E27FC236}">
                <a16:creationId xmlns:a16="http://schemas.microsoft.com/office/drawing/2014/main" id="{60798481-B82B-7DDE-AF06-3C7E5C8C4B57}"/>
              </a:ext>
            </a:extLst>
          </p:cNvPr>
          <p:cNvSpPr/>
          <p:nvPr/>
        </p:nvSpPr>
        <p:spPr>
          <a:xfrm>
            <a:off x="1035184" y="1369244"/>
            <a:ext cx="11918815" cy="411480"/>
          </a:xfrm>
          <a:prstGeom prst="rect">
            <a:avLst/>
          </a:prstGeom>
          <a:noFill/>
          <a:ln/>
        </p:spPr>
        <p:txBody>
          <a:bodyPr wrap="square"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Deploying content</a:t>
            </a:r>
            <a:endParaRPr lang="en-US" sz="3600" dirty="0">
              <a:solidFill>
                <a:schemeClr val="bg1"/>
              </a:solidFill>
            </a:endParaRPr>
          </a:p>
        </p:txBody>
      </p:sp>
      <p:sp>
        <p:nvSpPr>
          <p:cNvPr id="22" name="TextBox 9">
            <a:extLst>
              <a:ext uri="{FF2B5EF4-FFF2-40B4-BE49-F238E27FC236}">
                <a16:creationId xmlns:a16="http://schemas.microsoft.com/office/drawing/2014/main" id="{F5A36ECB-B557-311D-63FE-4F339073F806}"/>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62</a:t>
            </a:fld>
            <a:endParaRPr lang="en-US" sz="2400" dirty="0">
              <a:solidFill>
                <a:srgbClr val="FFFFFF"/>
              </a:solidFill>
              <a:latin typeface="Outfit"/>
              <a:ea typeface="Outfit"/>
              <a:cs typeface="Outfit"/>
              <a:sym typeface="Outfit"/>
            </a:endParaRPr>
          </a:p>
        </p:txBody>
      </p:sp>
      <p:pic>
        <p:nvPicPr>
          <p:cNvPr id="16" name="Picture 15">
            <a:extLst>
              <a:ext uri="{FF2B5EF4-FFF2-40B4-BE49-F238E27FC236}">
                <a16:creationId xmlns:a16="http://schemas.microsoft.com/office/drawing/2014/main" id="{362E399A-51D4-979C-5A94-E2656D0BA95C}"/>
              </a:ext>
            </a:extLst>
          </p:cNvPr>
          <p:cNvPicPr>
            <a:picLocks noChangeAspect="1"/>
          </p:cNvPicPr>
          <p:nvPr/>
        </p:nvPicPr>
        <p:blipFill>
          <a:blip r:embed="rId2"/>
          <a:stretch>
            <a:fillRect/>
          </a:stretch>
        </p:blipFill>
        <p:spPr>
          <a:xfrm>
            <a:off x="1074992" y="2552707"/>
            <a:ext cx="16137995" cy="5181592"/>
          </a:xfrm>
          <a:prstGeom prst="rect">
            <a:avLst/>
          </a:prstGeom>
        </p:spPr>
      </p:pic>
    </p:spTree>
    <p:extLst>
      <p:ext uri="{BB962C8B-B14F-4D97-AF65-F5344CB8AC3E}">
        <p14:creationId xmlns:p14="http://schemas.microsoft.com/office/powerpoint/2010/main" val="5425396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D47DD8F-0DC8-7F1F-28B1-0BA2358CBF3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696FFAA-354E-2051-FC1D-70FAA020759C}"/>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148551F0-08AE-6D29-46EE-D14E68FDF652}"/>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1C4C07FB-532E-4497-10D3-4418F3053DE8}"/>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7A03305B-0E20-66D7-A873-0751FC08016B}"/>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1960AF91-FF1A-6570-E6CE-7A02DD1E0971}"/>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6C6A19EC-7CD7-151B-DAD2-A6AA4565D316}"/>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97650870-A62B-8C0B-39F2-4C280910F02C}"/>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E42C9BBE-40DF-CAAB-7A2A-74994D12A727}"/>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D5BA2E18-4D8C-CA1D-A2F5-9A5820FFF36B}"/>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63</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89100A80-662D-2CD0-043C-0634842F2FA9}"/>
              </a:ext>
            </a:extLst>
          </p:cNvPr>
          <p:cNvSpPr/>
          <p:nvPr/>
        </p:nvSpPr>
        <p:spPr>
          <a:xfrm>
            <a:off x="1014108" y="1763268"/>
            <a:ext cx="13997291"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Governance stack: make the hard rules few, clear, and automatable</a:t>
            </a:r>
            <a:endParaRPr lang="en-US" sz="3600" dirty="0">
              <a:solidFill>
                <a:schemeClr val="bg1"/>
              </a:solidFill>
            </a:endParaRPr>
          </a:p>
        </p:txBody>
      </p:sp>
      <p:sp>
        <p:nvSpPr>
          <p:cNvPr id="12" name="Shape 1">
            <a:extLst>
              <a:ext uri="{FF2B5EF4-FFF2-40B4-BE49-F238E27FC236}">
                <a16:creationId xmlns:a16="http://schemas.microsoft.com/office/drawing/2014/main" id="{604138EC-6260-8BA0-83A8-AA91CB5AFCB2}"/>
              </a:ext>
            </a:extLst>
          </p:cNvPr>
          <p:cNvSpPr/>
          <p:nvPr/>
        </p:nvSpPr>
        <p:spPr>
          <a:xfrm>
            <a:off x="1425589" y="2933700"/>
            <a:ext cx="10332720" cy="1143000"/>
          </a:xfrm>
          <a:prstGeom prst="roundRect">
            <a:avLst>
              <a:gd name="adj" fmla="val 4800"/>
            </a:avLst>
          </a:prstGeom>
          <a:solidFill>
            <a:srgbClr val="173B63"/>
          </a:solidFill>
          <a:ln w="12700">
            <a:solidFill>
              <a:srgbClr val="173B63"/>
            </a:solidFill>
            <a:prstDash val="solid"/>
          </a:ln>
          <a:effectLst>
            <a:outerShdw blurRad="12700" dist="6350" dir="2700000" algn="bl" rotWithShape="0">
              <a:srgbClr val="000000">
                <a:alpha val="14000"/>
              </a:srgbClr>
            </a:outerShdw>
          </a:effectLst>
        </p:spPr>
        <p:txBody>
          <a:bodyPr/>
          <a:lstStyle/>
          <a:p>
            <a:endParaRPr lang="en-US"/>
          </a:p>
        </p:txBody>
      </p:sp>
      <p:sp>
        <p:nvSpPr>
          <p:cNvPr id="13" name="Text 2">
            <a:extLst>
              <a:ext uri="{FF2B5EF4-FFF2-40B4-BE49-F238E27FC236}">
                <a16:creationId xmlns:a16="http://schemas.microsoft.com/office/drawing/2014/main" id="{26A965F6-FEB0-56A7-77F6-ACA880442917}"/>
              </a:ext>
            </a:extLst>
          </p:cNvPr>
          <p:cNvSpPr/>
          <p:nvPr/>
        </p:nvSpPr>
        <p:spPr>
          <a:xfrm>
            <a:off x="1681621" y="3323844"/>
            <a:ext cx="2011680" cy="219456"/>
          </a:xfrm>
          <a:prstGeom prst="rect">
            <a:avLst/>
          </a:prstGeom>
          <a:noFill/>
          <a:ln/>
        </p:spPr>
        <p:txBody>
          <a:bodyPr wrap="square" lIns="0" tIns="0" rIns="0" bIns="0" rtlCol="0" anchor="ctr"/>
          <a:lstStyle/>
          <a:p>
            <a:pPr marL="0" indent="0">
              <a:buNone/>
            </a:pPr>
            <a:r>
              <a:rPr lang="en-US" sz="2400" b="1" dirty="0">
                <a:solidFill>
                  <a:srgbClr val="FFFFFF"/>
                </a:solidFill>
              </a:rPr>
              <a:t>1. Hard guardrails</a:t>
            </a:r>
            <a:endParaRPr lang="en-US" sz="2400" dirty="0"/>
          </a:p>
        </p:txBody>
      </p:sp>
      <p:sp>
        <p:nvSpPr>
          <p:cNvPr id="14" name="Text 3">
            <a:extLst>
              <a:ext uri="{FF2B5EF4-FFF2-40B4-BE49-F238E27FC236}">
                <a16:creationId xmlns:a16="http://schemas.microsoft.com/office/drawing/2014/main" id="{2541A937-46AB-060E-A786-930C3AB724E3}"/>
              </a:ext>
            </a:extLst>
          </p:cNvPr>
          <p:cNvSpPr/>
          <p:nvPr/>
        </p:nvSpPr>
        <p:spPr>
          <a:xfrm>
            <a:off x="3757309" y="3089148"/>
            <a:ext cx="7406640" cy="548640"/>
          </a:xfrm>
          <a:prstGeom prst="rect">
            <a:avLst/>
          </a:prstGeom>
          <a:noFill/>
          <a:ln/>
        </p:spPr>
        <p:txBody>
          <a:bodyPr wrap="square" lIns="0" tIns="0" rIns="0" bIns="0" rtlCol="0" anchor="ctr"/>
          <a:lstStyle/>
          <a:p>
            <a:pPr marL="0" indent="0">
              <a:buNone/>
            </a:pPr>
            <a:r>
              <a:rPr lang="en-US" sz="2400" dirty="0">
                <a:solidFill>
                  <a:srgbClr val="FFFFFF"/>
                </a:solidFill>
              </a:rPr>
              <a:t>Who can create capacities, assign workspaces, change tenant settings, connect Git, and deploy to production.</a:t>
            </a:r>
            <a:endParaRPr lang="en-US" sz="2400" dirty="0"/>
          </a:p>
        </p:txBody>
      </p:sp>
      <p:sp>
        <p:nvSpPr>
          <p:cNvPr id="15" name="Shape 4">
            <a:extLst>
              <a:ext uri="{FF2B5EF4-FFF2-40B4-BE49-F238E27FC236}">
                <a16:creationId xmlns:a16="http://schemas.microsoft.com/office/drawing/2014/main" id="{84DC9146-D57E-56EF-C725-F7EABB1C9D22}"/>
              </a:ext>
            </a:extLst>
          </p:cNvPr>
          <p:cNvSpPr/>
          <p:nvPr/>
        </p:nvSpPr>
        <p:spPr>
          <a:xfrm>
            <a:off x="1425589" y="4168140"/>
            <a:ext cx="10332720" cy="1143000"/>
          </a:xfrm>
          <a:prstGeom prst="roundRect">
            <a:avLst>
              <a:gd name="adj" fmla="val 4800"/>
            </a:avLst>
          </a:prstGeom>
          <a:solidFill>
            <a:srgbClr val="0F766E"/>
          </a:solidFill>
          <a:ln w="12700">
            <a:solidFill>
              <a:srgbClr val="0F766E"/>
            </a:solidFill>
            <a:prstDash val="solid"/>
          </a:ln>
          <a:effectLst>
            <a:outerShdw blurRad="12700" dist="6350" dir="2700000" algn="bl" rotWithShape="0">
              <a:srgbClr val="000000">
                <a:alpha val="14000"/>
              </a:srgbClr>
            </a:outerShdw>
          </a:effectLst>
        </p:spPr>
        <p:txBody>
          <a:bodyPr/>
          <a:lstStyle/>
          <a:p>
            <a:endParaRPr lang="en-US"/>
          </a:p>
        </p:txBody>
      </p:sp>
      <p:sp>
        <p:nvSpPr>
          <p:cNvPr id="16" name="Text 5">
            <a:extLst>
              <a:ext uri="{FF2B5EF4-FFF2-40B4-BE49-F238E27FC236}">
                <a16:creationId xmlns:a16="http://schemas.microsoft.com/office/drawing/2014/main" id="{F8127093-60E9-FC44-0DC1-AAEED40006B2}"/>
              </a:ext>
            </a:extLst>
          </p:cNvPr>
          <p:cNvSpPr/>
          <p:nvPr/>
        </p:nvSpPr>
        <p:spPr>
          <a:xfrm>
            <a:off x="1681621" y="4543044"/>
            <a:ext cx="2011680" cy="219456"/>
          </a:xfrm>
          <a:prstGeom prst="rect">
            <a:avLst/>
          </a:prstGeom>
          <a:noFill/>
          <a:ln/>
        </p:spPr>
        <p:txBody>
          <a:bodyPr wrap="square" lIns="0" tIns="0" rIns="0" bIns="0" rtlCol="0" anchor="ctr"/>
          <a:lstStyle/>
          <a:p>
            <a:pPr marL="0" indent="0">
              <a:buNone/>
            </a:pPr>
            <a:r>
              <a:rPr lang="en-US" sz="2400" b="1" dirty="0">
                <a:solidFill>
                  <a:srgbClr val="FFFFFF"/>
                </a:solidFill>
              </a:rPr>
              <a:t>2. Default patterns</a:t>
            </a:r>
            <a:endParaRPr lang="en-US" sz="2400" dirty="0"/>
          </a:p>
        </p:txBody>
      </p:sp>
      <p:sp>
        <p:nvSpPr>
          <p:cNvPr id="17" name="Text 6">
            <a:extLst>
              <a:ext uri="{FF2B5EF4-FFF2-40B4-BE49-F238E27FC236}">
                <a16:creationId xmlns:a16="http://schemas.microsoft.com/office/drawing/2014/main" id="{CE59E445-1476-2CC6-9BEC-D59DB392B377}"/>
              </a:ext>
            </a:extLst>
          </p:cNvPr>
          <p:cNvSpPr/>
          <p:nvPr/>
        </p:nvSpPr>
        <p:spPr>
          <a:xfrm>
            <a:off x="3757309" y="4442460"/>
            <a:ext cx="7406640" cy="548640"/>
          </a:xfrm>
          <a:prstGeom prst="rect">
            <a:avLst/>
          </a:prstGeom>
          <a:noFill/>
          <a:ln/>
        </p:spPr>
        <p:txBody>
          <a:bodyPr wrap="square" lIns="0" tIns="0" rIns="0" bIns="0" rtlCol="0" anchor="ctr"/>
          <a:lstStyle/>
          <a:p>
            <a:pPr marL="0" indent="0">
              <a:buNone/>
            </a:pPr>
            <a:r>
              <a:rPr lang="en-US" sz="2400" dirty="0">
                <a:solidFill>
                  <a:srgbClr val="FFFFFF"/>
                </a:solidFill>
              </a:rPr>
              <a:t>Workspace naming, environment model, branching strategy, deployment path, owner model, and monitoring expectations.</a:t>
            </a:r>
            <a:endParaRPr lang="en-US" sz="2400" dirty="0"/>
          </a:p>
        </p:txBody>
      </p:sp>
      <p:sp>
        <p:nvSpPr>
          <p:cNvPr id="18" name="Shape 7">
            <a:extLst>
              <a:ext uri="{FF2B5EF4-FFF2-40B4-BE49-F238E27FC236}">
                <a16:creationId xmlns:a16="http://schemas.microsoft.com/office/drawing/2014/main" id="{82A456B1-0EB6-24C2-C6C2-4D120B6B0F49}"/>
              </a:ext>
            </a:extLst>
          </p:cNvPr>
          <p:cNvSpPr/>
          <p:nvPr/>
        </p:nvSpPr>
        <p:spPr>
          <a:xfrm>
            <a:off x="1425589" y="5402580"/>
            <a:ext cx="10332720" cy="1143000"/>
          </a:xfrm>
          <a:prstGeom prst="roundRect">
            <a:avLst>
              <a:gd name="adj" fmla="val 4800"/>
            </a:avLst>
          </a:prstGeom>
          <a:solidFill>
            <a:srgbClr val="C98B2E"/>
          </a:solidFill>
          <a:ln w="12700">
            <a:solidFill>
              <a:srgbClr val="C98B2E"/>
            </a:solidFill>
            <a:prstDash val="solid"/>
          </a:ln>
          <a:effectLst>
            <a:outerShdw blurRad="12700" dist="6350" dir="2700000" algn="bl" rotWithShape="0">
              <a:srgbClr val="000000">
                <a:alpha val="14000"/>
              </a:srgbClr>
            </a:outerShdw>
          </a:effectLst>
        </p:spPr>
        <p:txBody>
          <a:bodyPr/>
          <a:lstStyle/>
          <a:p>
            <a:endParaRPr lang="en-US"/>
          </a:p>
        </p:txBody>
      </p:sp>
      <p:sp>
        <p:nvSpPr>
          <p:cNvPr id="19" name="Text 8">
            <a:extLst>
              <a:ext uri="{FF2B5EF4-FFF2-40B4-BE49-F238E27FC236}">
                <a16:creationId xmlns:a16="http://schemas.microsoft.com/office/drawing/2014/main" id="{D640F92C-C118-F438-FBE9-48D1BF34CE85}"/>
              </a:ext>
            </a:extLst>
          </p:cNvPr>
          <p:cNvSpPr/>
          <p:nvPr/>
        </p:nvSpPr>
        <p:spPr>
          <a:xfrm>
            <a:off x="1681621" y="5762244"/>
            <a:ext cx="2011680" cy="219456"/>
          </a:xfrm>
          <a:prstGeom prst="rect">
            <a:avLst/>
          </a:prstGeom>
          <a:noFill/>
          <a:ln/>
        </p:spPr>
        <p:txBody>
          <a:bodyPr wrap="square" lIns="0" tIns="0" rIns="0" bIns="0" rtlCol="0" anchor="ctr"/>
          <a:lstStyle/>
          <a:p>
            <a:pPr marL="0" indent="0">
              <a:buNone/>
            </a:pPr>
            <a:r>
              <a:rPr lang="en-US" sz="2400" b="1" dirty="0">
                <a:solidFill>
                  <a:srgbClr val="FFFFFF"/>
                </a:solidFill>
              </a:rPr>
              <a:t>3. Managed exceptions</a:t>
            </a:r>
            <a:endParaRPr lang="en-US" sz="2400" dirty="0"/>
          </a:p>
        </p:txBody>
      </p:sp>
      <p:sp>
        <p:nvSpPr>
          <p:cNvPr id="20" name="Text 9">
            <a:extLst>
              <a:ext uri="{FF2B5EF4-FFF2-40B4-BE49-F238E27FC236}">
                <a16:creationId xmlns:a16="http://schemas.microsoft.com/office/drawing/2014/main" id="{86A1FA75-3E8F-3FC7-8636-4CA6055C3DD5}"/>
              </a:ext>
            </a:extLst>
          </p:cNvPr>
          <p:cNvSpPr/>
          <p:nvPr/>
        </p:nvSpPr>
        <p:spPr>
          <a:xfrm>
            <a:off x="3757309" y="5661660"/>
            <a:ext cx="7406640" cy="548640"/>
          </a:xfrm>
          <a:prstGeom prst="rect">
            <a:avLst/>
          </a:prstGeom>
          <a:noFill/>
          <a:ln/>
        </p:spPr>
        <p:txBody>
          <a:bodyPr wrap="square" lIns="0" tIns="0" rIns="0" bIns="0" rtlCol="0" anchor="ctr"/>
          <a:lstStyle/>
          <a:p>
            <a:pPr marL="0" indent="0">
              <a:buNone/>
            </a:pPr>
            <a:r>
              <a:rPr lang="en-US" sz="2400" dirty="0">
                <a:solidFill>
                  <a:srgbClr val="FFFFFF"/>
                </a:solidFill>
              </a:rPr>
              <a:t>Temporary isolated capacity, special release cadence, or domain-specific architecture—allowed with review and expiry.</a:t>
            </a:r>
            <a:endParaRPr lang="en-US" sz="2400" dirty="0"/>
          </a:p>
        </p:txBody>
      </p:sp>
      <p:sp>
        <p:nvSpPr>
          <p:cNvPr id="21" name="Text 10">
            <a:extLst>
              <a:ext uri="{FF2B5EF4-FFF2-40B4-BE49-F238E27FC236}">
                <a16:creationId xmlns:a16="http://schemas.microsoft.com/office/drawing/2014/main" id="{24436E89-922C-8CD9-F633-B8843FA434D7}"/>
              </a:ext>
            </a:extLst>
          </p:cNvPr>
          <p:cNvSpPr/>
          <p:nvPr/>
        </p:nvSpPr>
        <p:spPr>
          <a:xfrm>
            <a:off x="1462164" y="7002780"/>
            <a:ext cx="9129635" cy="256032"/>
          </a:xfrm>
          <a:prstGeom prst="rect">
            <a:avLst/>
          </a:prstGeom>
          <a:noFill/>
          <a:ln/>
        </p:spPr>
        <p:txBody>
          <a:bodyPr wrap="square" lIns="0" tIns="0" rIns="0" bIns="0" rtlCol="0" anchor="ctr"/>
          <a:lstStyle/>
          <a:p>
            <a:pPr marL="0" indent="0">
              <a:buNone/>
            </a:pPr>
            <a:r>
              <a:rPr lang="en-US" sz="2000" b="1" dirty="0">
                <a:solidFill>
                  <a:schemeClr val="bg1"/>
                </a:solidFill>
              </a:rPr>
              <a:t>This is how you keep central governance from becoming central bottlenecking.</a:t>
            </a:r>
            <a:endParaRPr lang="en-US" sz="2000" dirty="0">
              <a:solidFill>
                <a:schemeClr val="bg1"/>
              </a:solidFill>
            </a:endParaRPr>
          </a:p>
        </p:txBody>
      </p:sp>
      <p:sp>
        <p:nvSpPr>
          <p:cNvPr id="23" name="Shape 24">
            <a:extLst>
              <a:ext uri="{FF2B5EF4-FFF2-40B4-BE49-F238E27FC236}">
                <a16:creationId xmlns:a16="http://schemas.microsoft.com/office/drawing/2014/main" id="{CEE09CE5-D679-348F-EB52-1F71EA5BD636}"/>
              </a:ext>
            </a:extLst>
          </p:cNvPr>
          <p:cNvSpPr/>
          <p:nvPr/>
        </p:nvSpPr>
        <p:spPr>
          <a:xfrm>
            <a:off x="1462164" y="7722870"/>
            <a:ext cx="5422392" cy="384048"/>
          </a:xfrm>
          <a:prstGeom prst="roundRect">
            <a:avLst>
              <a:gd name="adj" fmla="val 9524"/>
            </a:avLst>
          </a:prstGeom>
          <a:solidFill>
            <a:srgbClr val="92D050"/>
          </a:solidFill>
          <a:ln w="12700">
            <a:solidFill>
              <a:srgbClr val="EAF0FB"/>
            </a:solidFill>
            <a:prstDash val="solid"/>
          </a:ln>
        </p:spPr>
        <p:txBody>
          <a:bodyPr/>
          <a:lstStyle/>
          <a:p>
            <a:endParaRPr lang="en-US"/>
          </a:p>
        </p:txBody>
      </p:sp>
      <p:sp>
        <p:nvSpPr>
          <p:cNvPr id="25" name="Text 25">
            <a:extLst>
              <a:ext uri="{FF2B5EF4-FFF2-40B4-BE49-F238E27FC236}">
                <a16:creationId xmlns:a16="http://schemas.microsoft.com/office/drawing/2014/main" id="{CC7B19CA-5B8B-9C07-C365-494F43E5CEA9}"/>
              </a:ext>
            </a:extLst>
          </p:cNvPr>
          <p:cNvSpPr/>
          <p:nvPr/>
        </p:nvSpPr>
        <p:spPr>
          <a:xfrm>
            <a:off x="1645044" y="7832598"/>
            <a:ext cx="5120640" cy="146304"/>
          </a:xfrm>
          <a:prstGeom prst="rect">
            <a:avLst/>
          </a:prstGeom>
          <a:noFill/>
          <a:ln/>
        </p:spPr>
        <p:txBody>
          <a:bodyPr wrap="square" lIns="0" tIns="0" rIns="0" bIns="0" rtlCol="0" anchor="ctr"/>
          <a:lstStyle/>
          <a:p>
            <a:pPr algn="ctr"/>
            <a:r>
              <a:rPr lang="en-US" b="1" dirty="0">
                <a:solidFill>
                  <a:srgbClr val="0F3D91"/>
                </a:solidFill>
              </a:rPr>
              <a:t>Microsoft Fabric Governance and DevOps Checklist</a:t>
            </a:r>
            <a:endParaRPr lang="en-US" dirty="0"/>
          </a:p>
        </p:txBody>
      </p:sp>
    </p:spTree>
    <p:extLst>
      <p:ext uri="{BB962C8B-B14F-4D97-AF65-F5344CB8AC3E}">
        <p14:creationId xmlns:p14="http://schemas.microsoft.com/office/powerpoint/2010/main" val="16237936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E585690-87A7-20D4-C045-4B94A312B4A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6F0FC12-1336-4A5E-8A32-102CE6AA9922}"/>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7606E7C1-7363-D5A7-C5D5-6911C36F8AAD}"/>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FF858A16-62C3-D6FD-D867-FA1A85EFA108}"/>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E3CC59D6-A50B-FF93-F4DE-61F464BB44F4}"/>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00803092-4015-4BBD-AF63-29E0AEE158F0}"/>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3A1762D5-9F64-A3E2-F103-A04831E7584C}"/>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34CFAAE7-D545-C8E7-084B-8D08772A7583}"/>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8AD4AC5A-568D-9D73-723C-0A030B6BF51C}"/>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A28D905D-A71F-F805-1851-EC8EEF0BF946}"/>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64</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6BDD838B-21D8-D9CB-4EB7-502D61D5D14F}"/>
              </a:ext>
            </a:extLst>
          </p:cNvPr>
          <p:cNvSpPr/>
          <p:nvPr/>
        </p:nvSpPr>
        <p:spPr>
          <a:xfrm>
            <a:off x="1043290" y="1777786"/>
            <a:ext cx="13739509"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Scenario exercise: design an approach that survives enterprise reality</a:t>
            </a:r>
            <a:endParaRPr lang="en-US" sz="3600" dirty="0">
              <a:solidFill>
                <a:schemeClr val="bg1"/>
              </a:solidFill>
            </a:endParaRPr>
          </a:p>
        </p:txBody>
      </p:sp>
      <p:sp>
        <p:nvSpPr>
          <p:cNvPr id="12" name="Shape 1">
            <a:extLst>
              <a:ext uri="{FF2B5EF4-FFF2-40B4-BE49-F238E27FC236}">
                <a16:creationId xmlns:a16="http://schemas.microsoft.com/office/drawing/2014/main" id="{975358EF-8448-A1AD-3B6B-34334C67994F}"/>
              </a:ext>
            </a:extLst>
          </p:cNvPr>
          <p:cNvSpPr/>
          <p:nvPr/>
        </p:nvSpPr>
        <p:spPr>
          <a:xfrm>
            <a:off x="1226171" y="2811058"/>
            <a:ext cx="3977640" cy="4526280"/>
          </a:xfrm>
          <a:prstGeom prst="roundRect">
            <a:avLst>
              <a:gd name="adj" fmla="val 1149"/>
            </a:avLst>
          </a:prstGeom>
          <a:solidFill>
            <a:srgbClr val="FFFFFF"/>
          </a:solidFill>
          <a:ln w="12700">
            <a:solidFill>
              <a:srgbClr val="C7D4E3"/>
            </a:solidFill>
            <a:prstDash val="solid"/>
          </a:ln>
        </p:spPr>
        <p:txBody>
          <a:bodyPr/>
          <a:lstStyle/>
          <a:p>
            <a:endParaRPr lang="en-US"/>
          </a:p>
        </p:txBody>
      </p:sp>
      <p:sp>
        <p:nvSpPr>
          <p:cNvPr id="13" name="Text 2">
            <a:extLst>
              <a:ext uri="{FF2B5EF4-FFF2-40B4-BE49-F238E27FC236}">
                <a16:creationId xmlns:a16="http://schemas.microsoft.com/office/drawing/2014/main" id="{09661C9D-EA62-1656-8121-EA10CB1AF3D6}"/>
              </a:ext>
            </a:extLst>
          </p:cNvPr>
          <p:cNvSpPr/>
          <p:nvPr/>
        </p:nvSpPr>
        <p:spPr>
          <a:xfrm>
            <a:off x="1454770" y="3085378"/>
            <a:ext cx="1261641" cy="219456"/>
          </a:xfrm>
          <a:prstGeom prst="rect">
            <a:avLst/>
          </a:prstGeom>
          <a:noFill/>
          <a:ln/>
        </p:spPr>
        <p:txBody>
          <a:bodyPr wrap="square" lIns="0" tIns="0" rIns="0" bIns="0" rtlCol="0" anchor="ctr"/>
          <a:lstStyle/>
          <a:p>
            <a:pPr marL="0" indent="0">
              <a:buNone/>
            </a:pPr>
            <a:r>
              <a:rPr lang="en-US" sz="1900" b="1" dirty="0">
                <a:solidFill>
                  <a:srgbClr val="173B63"/>
                </a:solidFill>
              </a:rPr>
              <a:t>Scenario</a:t>
            </a:r>
            <a:endParaRPr lang="en-US" sz="1900" dirty="0"/>
          </a:p>
        </p:txBody>
      </p:sp>
      <p:sp>
        <p:nvSpPr>
          <p:cNvPr id="14" name="Shape 3">
            <a:extLst>
              <a:ext uri="{FF2B5EF4-FFF2-40B4-BE49-F238E27FC236}">
                <a16:creationId xmlns:a16="http://schemas.microsoft.com/office/drawing/2014/main" id="{E911ED7B-8575-0251-F41B-5B7AC38DA75B}"/>
              </a:ext>
            </a:extLst>
          </p:cNvPr>
          <p:cNvSpPr/>
          <p:nvPr/>
        </p:nvSpPr>
        <p:spPr>
          <a:xfrm>
            <a:off x="1454771" y="3487714"/>
            <a:ext cx="91440" cy="91440"/>
          </a:xfrm>
          <a:prstGeom prst="ellipse">
            <a:avLst/>
          </a:prstGeom>
          <a:solidFill>
            <a:srgbClr val="173B63"/>
          </a:solidFill>
          <a:ln w="12700">
            <a:solidFill>
              <a:srgbClr val="173B63"/>
            </a:solidFill>
            <a:prstDash val="solid"/>
          </a:ln>
        </p:spPr>
        <p:txBody>
          <a:bodyPr/>
          <a:lstStyle/>
          <a:p>
            <a:endParaRPr lang="en-US"/>
          </a:p>
        </p:txBody>
      </p:sp>
      <p:sp>
        <p:nvSpPr>
          <p:cNvPr id="15" name="Text 4">
            <a:extLst>
              <a:ext uri="{FF2B5EF4-FFF2-40B4-BE49-F238E27FC236}">
                <a16:creationId xmlns:a16="http://schemas.microsoft.com/office/drawing/2014/main" id="{E0BF814D-9BB1-E1CA-0CEB-DE300B05755A}"/>
              </a:ext>
            </a:extLst>
          </p:cNvPr>
          <p:cNvSpPr/>
          <p:nvPr/>
        </p:nvSpPr>
        <p:spPr>
          <a:xfrm>
            <a:off x="1619363" y="3405418"/>
            <a:ext cx="3310128" cy="509397"/>
          </a:xfrm>
          <a:prstGeom prst="rect">
            <a:avLst/>
          </a:prstGeom>
          <a:noFill/>
          <a:ln/>
        </p:spPr>
        <p:txBody>
          <a:bodyPr wrap="square" lIns="0" tIns="0" rIns="0" bIns="0" rtlCol="0" anchor="ctr"/>
          <a:lstStyle/>
          <a:p>
            <a:pPr marL="0" indent="0">
              <a:buNone/>
            </a:pPr>
            <a:r>
              <a:rPr lang="en-US" sz="1650" dirty="0">
                <a:solidFill>
                  <a:srgbClr val="10253E"/>
                </a:solidFill>
              </a:rPr>
              <a:t>40 Fabric developers across 6 business domains</a:t>
            </a:r>
            <a:endParaRPr lang="en-US" sz="1650" dirty="0"/>
          </a:p>
        </p:txBody>
      </p:sp>
      <p:sp>
        <p:nvSpPr>
          <p:cNvPr id="16" name="Shape 5">
            <a:extLst>
              <a:ext uri="{FF2B5EF4-FFF2-40B4-BE49-F238E27FC236}">
                <a16:creationId xmlns:a16="http://schemas.microsoft.com/office/drawing/2014/main" id="{2C6A8DBC-6B9C-6DB7-E4FA-DDBAB707BF38}"/>
              </a:ext>
            </a:extLst>
          </p:cNvPr>
          <p:cNvSpPr/>
          <p:nvPr/>
        </p:nvSpPr>
        <p:spPr>
          <a:xfrm>
            <a:off x="1454771" y="4070263"/>
            <a:ext cx="91440" cy="91440"/>
          </a:xfrm>
          <a:prstGeom prst="ellipse">
            <a:avLst/>
          </a:prstGeom>
          <a:solidFill>
            <a:srgbClr val="173B63"/>
          </a:solidFill>
          <a:ln w="12700">
            <a:solidFill>
              <a:srgbClr val="173B63"/>
            </a:solidFill>
            <a:prstDash val="solid"/>
          </a:ln>
        </p:spPr>
        <p:txBody>
          <a:bodyPr/>
          <a:lstStyle/>
          <a:p>
            <a:endParaRPr lang="en-US"/>
          </a:p>
        </p:txBody>
      </p:sp>
      <p:sp>
        <p:nvSpPr>
          <p:cNvPr id="17" name="Text 6">
            <a:extLst>
              <a:ext uri="{FF2B5EF4-FFF2-40B4-BE49-F238E27FC236}">
                <a16:creationId xmlns:a16="http://schemas.microsoft.com/office/drawing/2014/main" id="{BF5A474E-E5D8-9896-507E-65A784505D7B}"/>
              </a:ext>
            </a:extLst>
          </p:cNvPr>
          <p:cNvSpPr/>
          <p:nvPr/>
        </p:nvSpPr>
        <p:spPr>
          <a:xfrm>
            <a:off x="1619363" y="3848100"/>
            <a:ext cx="3310128" cy="509397"/>
          </a:xfrm>
          <a:prstGeom prst="rect">
            <a:avLst/>
          </a:prstGeom>
          <a:noFill/>
          <a:ln/>
        </p:spPr>
        <p:txBody>
          <a:bodyPr wrap="square" lIns="0" tIns="0" rIns="0" bIns="0" rtlCol="0" anchor="ctr"/>
          <a:lstStyle/>
          <a:p>
            <a:pPr marL="0" indent="0">
              <a:buNone/>
            </a:pPr>
            <a:r>
              <a:rPr lang="en-US" sz="1650" dirty="0">
                <a:solidFill>
                  <a:srgbClr val="10253E"/>
                </a:solidFill>
              </a:rPr>
              <a:t>1 shared capacity today</a:t>
            </a:r>
            <a:endParaRPr lang="en-US" sz="1650" dirty="0"/>
          </a:p>
        </p:txBody>
      </p:sp>
      <p:sp>
        <p:nvSpPr>
          <p:cNvPr id="18" name="Shape 7">
            <a:extLst>
              <a:ext uri="{FF2B5EF4-FFF2-40B4-BE49-F238E27FC236}">
                <a16:creationId xmlns:a16="http://schemas.microsoft.com/office/drawing/2014/main" id="{DFB97CF5-25FE-D715-FFDF-28C2902802EF}"/>
              </a:ext>
            </a:extLst>
          </p:cNvPr>
          <p:cNvSpPr/>
          <p:nvPr/>
        </p:nvSpPr>
        <p:spPr>
          <a:xfrm>
            <a:off x="1454771" y="4387596"/>
            <a:ext cx="91440" cy="91440"/>
          </a:xfrm>
          <a:prstGeom prst="ellipse">
            <a:avLst/>
          </a:prstGeom>
          <a:solidFill>
            <a:srgbClr val="173B63"/>
          </a:solidFill>
          <a:ln w="12700">
            <a:solidFill>
              <a:srgbClr val="173B63"/>
            </a:solidFill>
            <a:prstDash val="solid"/>
          </a:ln>
        </p:spPr>
        <p:txBody>
          <a:bodyPr/>
          <a:lstStyle/>
          <a:p>
            <a:endParaRPr lang="en-US"/>
          </a:p>
        </p:txBody>
      </p:sp>
      <p:sp>
        <p:nvSpPr>
          <p:cNvPr id="19" name="Text 8">
            <a:extLst>
              <a:ext uri="{FF2B5EF4-FFF2-40B4-BE49-F238E27FC236}">
                <a16:creationId xmlns:a16="http://schemas.microsoft.com/office/drawing/2014/main" id="{1A30C3E7-C3CD-B348-6275-F961A6A23F1D}"/>
              </a:ext>
            </a:extLst>
          </p:cNvPr>
          <p:cNvSpPr/>
          <p:nvPr/>
        </p:nvSpPr>
        <p:spPr>
          <a:xfrm>
            <a:off x="1619363" y="4305300"/>
            <a:ext cx="3310128" cy="509397"/>
          </a:xfrm>
          <a:prstGeom prst="rect">
            <a:avLst/>
          </a:prstGeom>
          <a:noFill/>
          <a:ln/>
        </p:spPr>
        <p:txBody>
          <a:bodyPr wrap="square" lIns="0" tIns="0" rIns="0" bIns="0" rtlCol="0" anchor="ctr"/>
          <a:lstStyle/>
          <a:p>
            <a:pPr marL="0" indent="0">
              <a:buNone/>
            </a:pPr>
            <a:r>
              <a:rPr lang="en-US" sz="1650" dirty="0">
                <a:solidFill>
                  <a:srgbClr val="10253E"/>
                </a:solidFill>
              </a:rPr>
              <a:t>Executive dashboards with SLA expectations</a:t>
            </a:r>
            <a:endParaRPr lang="en-US" sz="1650" dirty="0"/>
          </a:p>
        </p:txBody>
      </p:sp>
      <p:sp>
        <p:nvSpPr>
          <p:cNvPr id="20" name="Shape 9">
            <a:extLst>
              <a:ext uri="{FF2B5EF4-FFF2-40B4-BE49-F238E27FC236}">
                <a16:creationId xmlns:a16="http://schemas.microsoft.com/office/drawing/2014/main" id="{DF5D79A5-CE20-D566-2E9F-ED04A4275332}"/>
              </a:ext>
            </a:extLst>
          </p:cNvPr>
          <p:cNvSpPr/>
          <p:nvPr/>
        </p:nvSpPr>
        <p:spPr>
          <a:xfrm>
            <a:off x="1454771" y="4970145"/>
            <a:ext cx="91440" cy="91440"/>
          </a:xfrm>
          <a:prstGeom prst="ellipse">
            <a:avLst/>
          </a:prstGeom>
          <a:solidFill>
            <a:srgbClr val="173B63"/>
          </a:solidFill>
          <a:ln w="12700">
            <a:solidFill>
              <a:srgbClr val="173B63"/>
            </a:solidFill>
            <a:prstDash val="solid"/>
          </a:ln>
        </p:spPr>
        <p:txBody>
          <a:bodyPr/>
          <a:lstStyle/>
          <a:p>
            <a:endParaRPr lang="en-US"/>
          </a:p>
        </p:txBody>
      </p:sp>
      <p:sp>
        <p:nvSpPr>
          <p:cNvPr id="21" name="Text 10">
            <a:extLst>
              <a:ext uri="{FF2B5EF4-FFF2-40B4-BE49-F238E27FC236}">
                <a16:creationId xmlns:a16="http://schemas.microsoft.com/office/drawing/2014/main" id="{76CE6541-5541-C1A3-C791-38F410C004C8}"/>
              </a:ext>
            </a:extLst>
          </p:cNvPr>
          <p:cNvSpPr/>
          <p:nvPr/>
        </p:nvSpPr>
        <p:spPr>
          <a:xfrm>
            <a:off x="1619363" y="4887849"/>
            <a:ext cx="3310128" cy="509397"/>
          </a:xfrm>
          <a:prstGeom prst="rect">
            <a:avLst/>
          </a:prstGeom>
          <a:noFill/>
          <a:ln/>
        </p:spPr>
        <p:txBody>
          <a:bodyPr wrap="square" lIns="0" tIns="0" rIns="0" bIns="0" rtlCol="0" anchor="ctr"/>
          <a:lstStyle/>
          <a:p>
            <a:pPr marL="0" indent="0">
              <a:buNone/>
            </a:pPr>
            <a:r>
              <a:rPr lang="en-US" sz="1650" dirty="0">
                <a:solidFill>
                  <a:srgbClr val="10253E"/>
                </a:solidFill>
              </a:rPr>
              <a:t>Heavy notebook / pipeline experimentation</a:t>
            </a:r>
            <a:endParaRPr lang="en-US" sz="1650" dirty="0"/>
          </a:p>
        </p:txBody>
      </p:sp>
      <p:sp>
        <p:nvSpPr>
          <p:cNvPr id="22" name="Shape 11">
            <a:extLst>
              <a:ext uri="{FF2B5EF4-FFF2-40B4-BE49-F238E27FC236}">
                <a16:creationId xmlns:a16="http://schemas.microsoft.com/office/drawing/2014/main" id="{281D04F3-AC56-BE2C-85D8-A2F6A0F124B0}"/>
              </a:ext>
            </a:extLst>
          </p:cNvPr>
          <p:cNvSpPr/>
          <p:nvPr/>
        </p:nvSpPr>
        <p:spPr>
          <a:xfrm>
            <a:off x="1454771" y="5552694"/>
            <a:ext cx="91440" cy="91440"/>
          </a:xfrm>
          <a:prstGeom prst="ellipse">
            <a:avLst/>
          </a:prstGeom>
          <a:solidFill>
            <a:srgbClr val="173B63"/>
          </a:solidFill>
          <a:ln w="12700">
            <a:solidFill>
              <a:srgbClr val="173B63"/>
            </a:solidFill>
            <a:prstDash val="solid"/>
          </a:ln>
        </p:spPr>
        <p:txBody>
          <a:bodyPr/>
          <a:lstStyle/>
          <a:p>
            <a:endParaRPr lang="en-US"/>
          </a:p>
        </p:txBody>
      </p:sp>
      <p:sp>
        <p:nvSpPr>
          <p:cNvPr id="23" name="Text 12">
            <a:extLst>
              <a:ext uri="{FF2B5EF4-FFF2-40B4-BE49-F238E27FC236}">
                <a16:creationId xmlns:a16="http://schemas.microsoft.com/office/drawing/2014/main" id="{EC2FD0DC-8F8A-342A-D752-A9611DBD24D2}"/>
              </a:ext>
            </a:extLst>
          </p:cNvPr>
          <p:cNvSpPr/>
          <p:nvPr/>
        </p:nvSpPr>
        <p:spPr>
          <a:xfrm>
            <a:off x="1619363" y="5470398"/>
            <a:ext cx="3310128" cy="509397"/>
          </a:xfrm>
          <a:prstGeom prst="rect">
            <a:avLst/>
          </a:prstGeom>
          <a:noFill/>
          <a:ln/>
        </p:spPr>
        <p:txBody>
          <a:bodyPr wrap="square" lIns="0" tIns="0" rIns="0" bIns="0" rtlCol="0" anchor="ctr"/>
          <a:lstStyle/>
          <a:p>
            <a:pPr marL="0" indent="0">
              <a:buNone/>
            </a:pPr>
            <a:r>
              <a:rPr lang="en-US" sz="1650" dirty="0">
                <a:solidFill>
                  <a:srgbClr val="10253E"/>
                </a:solidFill>
              </a:rPr>
              <a:t>No Git standard and manual production changes</a:t>
            </a:r>
            <a:endParaRPr lang="en-US" sz="1650" dirty="0"/>
          </a:p>
        </p:txBody>
      </p:sp>
      <p:sp>
        <p:nvSpPr>
          <p:cNvPr id="24" name="Shape 13">
            <a:extLst>
              <a:ext uri="{FF2B5EF4-FFF2-40B4-BE49-F238E27FC236}">
                <a16:creationId xmlns:a16="http://schemas.microsoft.com/office/drawing/2014/main" id="{782366CC-8A42-69ED-87A3-9E53F54D23D5}"/>
              </a:ext>
            </a:extLst>
          </p:cNvPr>
          <p:cNvSpPr/>
          <p:nvPr/>
        </p:nvSpPr>
        <p:spPr>
          <a:xfrm>
            <a:off x="1454771" y="6135243"/>
            <a:ext cx="91440" cy="91440"/>
          </a:xfrm>
          <a:prstGeom prst="ellipse">
            <a:avLst/>
          </a:prstGeom>
          <a:solidFill>
            <a:srgbClr val="173B63"/>
          </a:solidFill>
          <a:ln w="12700">
            <a:solidFill>
              <a:srgbClr val="173B63"/>
            </a:solidFill>
            <a:prstDash val="solid"/>
          </a:ln>
        </p:spPr>
        <p:txBody>
          <a:bodyPr/>
          <a:lstStyle/>
          <a:p>
            <a:endParaRPr lang="en-US"/>
          </a:p>
        </p:txBody>
      </p:sp>
      <p:sp>
        <p:nvSpPr>
          <p:cNvPr id="25" name="Text 14">
            <a:extLst>
              <a:ext uri="{FF2B5EF4-FFF2-40B4-BE49-F238E27FC236}">
                <a16:creationId xmlns:a16="http://schemas.microsoft.com/office/drawing/2014/main" id="{FC101067-09A1-F53F-732E-EC769D80EAC1}"/>
              </a:ext>
            </a:extLst>
          </p:cNvPr>
          <p:cNvSpPr/>
          <p:nvPr/>
        </p:nvSpPr>
        <p:spPr>
          <a:xfrm>
            <a:off x="1619363" y="6052947"/>
            <a:ext cx="3310128" cy="509397"/>
          </a:xfrm>
          <a:prstGeom prst="rect">
            <a:avLst/>
          </a:prstGeom>
          <a:noFill/>
          <a:ln/>
        </p:spPr>
        <p:txBody>
          <a:bodyPr wrap="square" lIns="0" tIns="0" rIns="0" bIns="0" rtlCol="0" anchor="ctr"/>
          <a:lstStyle/>
          <a:p>
            <a:pPr marL="0" indent="0">
              <a:buNone/>
            </a:pPr>
            <a:r>
              <a:rPr lang="en-US" sz="1650" dirty="0">
                <a:solidFill>
                  <a:srgbClr val="10253E"/>
                </a:solidFill>
              </a:rPr>
              <a:t>Month-end slowdowns with unclear accountability</a:t>
            </a:r>
            <a:endParaRPr lang="en-US" sz="1650" dirty="0"/>
          </a:p>
        </p:txBody>
      </p:sp>
      <p:sp>
        <p:nvSpPr>
          <p:cNvPr id="26" name="Shape 15">
            <a:extLst>
              <a:ext uri="{FF2B5EF4-FFF2-40B4-BE49-F238E27FC236}">
                <a16:creationId xmlns:a16="http://schemas.microsoft.com/office/drawing/2014/main" id="{35DA2D37-766F-6A9E-D765-D40FB9E660FC}"/>
              </a:ext>
            </a:extLst>
          </p:cNvPr>
          <p:cNvSpPr/>
          <p:nvPr/>
        </p:nvSpPr>
        <p:spPr>
          <a:xfrm>
            <a:off x="5478131" y="2811058"/>
            <a:ext cx="6355080" cy="4526280"/>
          </a:xfrm>
          <a:prstGeom prst="roundRect">
            <a:avLst>
              <a:gd name="adj" fmla="val 1010"/>
            </a:avLst>
          </a:prstGeom>
          <a:solidFill>
            <a:srgbClr val="FFFFFF"/>
          </a:solidFill>
          <a:ln w="12700">
            <a:solidFill>
              <a:srgbClr val="C7D4E3"/>
            </a:solidFill>
            <a:prstDash val="solid"/>
          </a:ln>
        </p:spPr>
        <p:txBody>
          <a:bodyPr/>
          <a:lstStyle/>
          <a:p>
            <a:endParaRPr lang="en-US"/>
          </a:p>
        </p:txBody>
      </p:sp>
      <p:sp>
        <p:nvSpPr>
          <p:cNvPr id="27" name="Text 16">
            <a:extLst>
              <a:ext uri="{FF2B5EF4-FFF2-40B4-BE49-F238E27FC236}">
                <a16:creationId xmlns:a16="http://schemas.microsoft.com/office/drawing/2014/main" id="{E13ED8BC-8E1A-7EAE-B738-F9D435F70688}"/>
              </a:ext>
            </a:extLst>
          </p:cNvPr>
          <p:cNvSpPr/>
          <p:nvPr/>
        </p:nvSpPr>
        <p:spPr>
          <a:xfrm>
            <a:off x="5734162" y="3009900"/>
            <a:ext cx="3333637" cy="303196"/>
          </a:xfrm>
          <a:prstGeom prst="rect">
            <a:avLst/>
          </a:prstGeom>
          <a:noFill/>
          <a:ln/>
        </p:spPr>
        <p:txBody>
          <a:bodyPr wrap="square" lIns="0" tIns="0" rIns="0" bIns="0" rtlCol="0" anchor="ctr"/>
          <a:lstStyle/>
          <a:p>
            <a:pPr marL="0" indent="0">
              <a:buNone/>
            </a:pPr>
            <a:r>
              <a:rPr lang="en-US" sz="1900" b="1" dirty="0">
                <a:solidFill>
                  <a:srgbClr val="0F766E"/>
                </a:solidFill>
              </a:rPr>
              <a:t>Ask each group to produce</a:t>
            </a:r>
            <a:endParaRPr lang="en-US" sz="1900" dirty="0"/>
          </a:p>
        </p:txBody>
      </p:sp>
      <p:sp>
        <p:nvSpPr>
          <p:cNvPr id="28" name="Shape 17">
            <a:extLst>
              <a:ext uri="{FF2B5EF4-FFF2-40B4-BE49-F238E27FC236}">
                <a16:creationId xmlns:a16="http://schemas.microsoft.com/office/drawing/2014/main" id="{DFE7B95E-FECC-A8F3-6F6E-15E450368E6C}"/>
              </a:ext>
            </a:extLst>
          </p:cNvPr>
          <p:cNvSpPr/>
          <p:nvPr/>
        </p:nvSpPr>
        <p:spPr>
          <a:xfrm>
            <a:off x="5798171" y="3478570"/>
            <a:ext cx="2514600" cy="566928"/>
          </a:xfrm>
          <a:prstGeom prst="roundRect">
            <a:avLst>
              <a:gd name="adj" fmla="val 4839"/>
            </a:avLst>
          </a:prstGeom>
          <a:solidFill>
            <a:srgbClr val="F2F8F7"/>
          </a:solidFill>
          <a:ln w="12700">
            <a:solidFill>
              <a:srgbClr val="E0E7EF"/>
            </a:solidFill>
            <a:prstDash val="solid"/>
          </a:ln>
        </p:spPr>
        <p:txBody>
          <a:bodyPr/>
          <a:lstStyle/>
          <a:p>
            <a:endParaRPr lang="en-US"/>
          </a:p>
        </p:txBody>
      </p:sp>
      <p:sp>
        <p:nvSpPr>
          <p:cNvPr id="29" name="Text 18">
            <a:extLst>
              <a:ext uri="{FF2B5EF4-FFF2-40B4-BE49-F238E27FC236}">
                <a16:creationId xmlns:a16="http://schemas.microsoft.com/office/drawing/2014/main" id="{45B805E9-AD94-8944-6102-00916DD4EBD5}"/>
              </a:ext>
            </a:extLst>
          </p:cNvPr>
          <p:cNvSpPr/>
          <p:nvPr/>
        </p:nvSpPr>
        <p:spPr>
          <a:xfrm>
            <a:off x="5907899" y="3652306"/>
            <a:ext cx="2286000" cy="164592"/>
          </a:xfrm>
          <a:prstGeom prst="rect">
            <a:avLst/>
          </a:prstGeom>
          <a:noFill/>
          <a:ln/>
        </p:spPr>
        <p:txBody>
          <a:bodyPr wrap="square" lIns="0" tIns="0" rIns="0" bIns="0" rtlCol="0" anchor="ctr"/>
          <a:lstStyle/>
          <a:p>
            <a:pPr marL="0" indent="0">
              <a:buNone/>
            </a:pPr>
            <a:r>
              <a:rPr lang="en-US" sz="1450" b="1" dirty="0">
                <a:solidFill>
                  <a:srgbClr val="10253E"/>
                </a:solidFill>
              </a:rPr>
              <a:t>1. Workspace strategy</a:t>
            </a:r>
            <a:endParaRPr lang="en-US" sz="1450" dirty="0"/>
          </a:p>
        </p:txBody>
      </p:sp>
      <p:sp>
        <p:nvSpPr>
          <p:cNvPr id="30" name="Shape 19">
            <a:extLst>
              <a:ext uri="{FF2B5EF4-FFF2-40B4-BE49-F238E27FC236}">
                <a16:creationId xmlns:a16="http://schemas.microsoft.com/office/drawing/2014/main" id="{98D1E1F6-0831-73DF-DDFD-39A832B2367D}"/>
              </a:ext>
            </a:extLst>
          </p:cNvPr>
          <p:cNvSpPr/>
          <p:nvPr/>
        </p:nvSpPr>
        <p:spPr>
          <a:xfrm>
            <a:off x="5798171" y="4301530"/>
            <a:ext cx="2514600" cy="566928"/>
          </a:xfrm>
          <a:prstGeom prst="roundRect">
            <a:avLst>
              <a:gd name="adj" fmla="val 4839"/>
            </a:avLst>
          </a:prstGeom>
          <a:solidFill>
            <a:srgbClr val="F2F8F7"/>
          </a:solidFill>
          <a:ln w="12700">
            <a:solidFill>
              <a:srgbClr val="E0E7EF"/>
            </a:solidFill>
            <a:prstDash val="solid"/>
          </a:ln>
        </p:spPr>
        <p:txBody>
          <a:bodyPr/>
          <a:lstStyle/>
          <a:p>
            <a:endParaRPr lang="en-US"/>
          </a:p>
        </p:txBody>
      </p:sp>
      <p:sp>
        <p:nvSpPr>
          <p:cNvPr id="31" name="Text 20">
            <a:extLst>
              <a:ext uri="{FF2B5EF4-FFF2-40B4-BE49-F238E27FC236}">
                <a16:creationId xmlns:a16="http://schemas.microsoft.com/office/drawing/2014/main" id="{FFE0482B-766C-F6AE-DBDF-347858776EFC}"/>
              </a:ext>
            </a:extLst>
          </p:cNvPr>
          <p:cNvSpPr/>
          <p:nvPr/>
        </p:nvSpPr>
        <p:spPr>
          <a:xfrm>
            <a:off x="5907899" y="4475266"/>
            <a:ext cx="2286000" cy="164592"/>
          </a:xfrm>
          <a:prstGeom prst="rect">
            <a:avLst/>
          </a:prstGeom>
          <a:noFill/>
          <a:ln/>
        </p:spPr>
        <p:txBody>
          <a:bodyPr wrap="square" lIns="0" tIns="0" rIns="0" bIns="0" rtlCol="0" anchor="ctr"/>
          <a:lstStyle/>
          <a:p>
            <a:pPr marL="0" indent="0">
              <a:buNone/>
            </a:pPr>
            <a:r>
              <a:rPr lang="en-US" sz="1450" b="1" dirty="0">
                <a:solidFill>
                  <a:srgbClr val="10253E"/>
                </a:solidFill>
              </a:rPr>
              <a:t>2. Capacity segmentation</a:t>
            </a:r>
            <a:endParaRPr lang="en-US" sz="1450" dirty="0"/>
          </a:p>
        </p:txBody>
      </p:sp>
      <p:sp>
        <p:nvSpPr>
          <p:cNvPr id="32" name="Shape 21">
            <a:extLst>
              <a:ext uri="{FF2B5EF4-FFF2-40B4-BE49-F238E27FC236}">
                <a16:creationId xmlns:a16="http://schemas.microsoft.com/office/drawing/2014/main" id="{53C6C98C-CE21-C5CE-D6D5-DC985776F436}"/>
              </a:ext>
            </a:extLst>
          </p:cNvPr>
          <p:cNvSpPr/>
          <p:nvPr/>
        </p:nvSpPr>
        <p:spPr>
          <a:xfrm>
            <a:off x="5798171" y="5124490"/>
            <a:ext cx="2514600" cy="566928"/>
          </a:xfrm>
          <a:prstGeom prst="roundRect">
            <a:avLst>
              <a:gd name="adj" fmla="val 4839"/>
            </a:avLst>
          </a:prstGeom>
          <a:solidFill>
            <a:srgbClr val="F2F8F7"/>
          </a:solidFill>
          <a:ln w="12700">
            <a:solidFill>
              <a:srgbClr val="E0E7EF"/>
            </a:solidFill>
            <a:prstDash val="solid"/>
          </a:ln>
        </p:spPr>
        <p:txBody>
          <a:bodyPr/>
          <a:lstStyle/>
          <a:p>
            <a:endParaRPr lang="en-US"/>
          </a:p>
        </p:txBody>
      </p:sp>
      <p:sp>
        <p:nvSpPr>
          <p:cNvPr id="33" name="Text 22">
            <a:extLst>
              <a:ext uri="{FF2B5EF4-FFF2-40B4-BE49-F238E27FC236}">
                <a16:creationId xmlns:a16="http://schemas.microsoft.com/office/drawing/2014/main" id="{96AF4320-BB39-0699-9FAF-75E1E8E20007}"/>
              </a:ext>
            </a:extLst>
          </p:cNvPr>
          <p:cNvSpPr/>
          <p:nvPr/>
        </p:nvSpPr>
        <p:spPr>
          <a:xfrm>
            <a:off x="5907899" y="5298226"/>
            <a:ext cx="2286000" cy="164592"/>
          </a:xfrm>
          <a:prstGeom prst="rect">
            <a:avLst/>
          </a:prstGeom>
          <a:noFill/>
          <a:ln/>
        </p:spPr>
        <p:txBody>
          <a:bodyPr wrap="square" lIns="0" tIns="0" rIns="0" bIns="0" rtlCol="0" anchor="ctr"/>
          <a:lstStyle/>
          <a:p>
            <a:pPr marL="0" indent="0">
              <a:buNone/>
            </a:pPr>
            <a:r>
              <a:rPr lang="en-US" sz="1450" b="1" dirty="0">
                <a:solidFill>
                  <a:srgbClr val="10253E"/>
                </a:solidFill>
              </a:rPr>
              <a:t>3. Role model</a:t>
            </a:r>
            <a:endParaRPr lang="en-US" sz="1450" dirty="0"/>
          </a:p>
        </p:txBody>
      </p:sp>
      <p:sp>
        <p:nvSpPr>
          <p:cNvPr id="34" name="Shape 23">
            <a:extLst>
              <a:ext uri="{FF2B5EF4-FFF2-40B4-BE49-F238E27FC236}">
                <a16:creationId xmlns:a16="http://schemas.microsoft.com/office/drawing/2014/main" id="{E43FD2A4-836D-253A-D320-CB1235601F0D}"/>
              </a:ext>
            </a:extLst>
          </p:cNvPr>
          <p:cNvSpPr/>
          <p:nvPr/>
        </p:nvSpPr>
        <p:spPr>
          <a:xfrm>
            <a:off x="5798171" y="5947450"/>
            <a:ext cx="2514600" cy="566928"/>
          </a:xfrm>
          <a:prstGeom prst="roundRect">
            <a:avLst>
              <a:gd name="adj" fmla="val 4839"/>
            </a:avLst>
          </a:prstGeom>
          <a:solidFill>
            <a:srgbClr val="F2F8F7"/>
          </a:solidFill>
          <a:ln w="12700">
            <a:solidFill>
              <a:srgbClr val="E0E7EF"/>
            </a:solidFill>
            <a:prstDash val="solid"/>
          </a:ln>
        </p:spPr>
        <p:txBody>
          <a:bodyPr/>
          <a:lstStyle/>
          <a:p>
            <a:endParaRPr lang="en-US"/>
          </a:p>
        </p:txBody>
      </p:sp>
      <p:sp>
        <p:nvSpPr>
          <p:cNvPr id="35" name="Text 24">
            <a:extLst>
              <a:ext uri="{FF2B5EF4-FFF2-40B4-BE49-F238E27FC236}">
                <a16:creationId xmlns:a16="http://schemas.microsoft.com/office/drawing/2014/main" id="{05A3A26C-6303-8B52-BA83-66F29F52C054}"/>
              </a:ext>
            </a:extLst>
          </p:cNvPr>
          <p:cNvSpPr/>
          <p:nvPr/>
        </p:nvSpPr>
        <p:spPr>
          <a:xfrm>
            <a:off x="5907899" y="6121186"/>
            <a:ext cx="2286000" cy="164592"/>
          </a:xfrm>
          <a:prstGeom prst="rect">
            <a:avLst/>
          </a:prstGeom>
          <a:noFill/>
          <a:ln/>
        </p:spPr>
        <p:txBody>
          <a:bodyPr wrap="square" lIns="0" tIns="0" rIns="0" bIns="0" rtlCol="0" anchor="ctr"/>
          <a:lstStyle/>
          <a:p>
            <a:pPr marL="0" indent="0">
              <a:buNone/>
            </a:pPr>
            <a:r>
              <a:rPr lang="en-US" sz="1450" b="1" dirty="0">
                <a:solidFill>
                  <a:srgbClr val="10253E"/>
                </a:solidFill>
              </a:rPr>
              <a:t>4. Git / branch strategy</a:t>
            </a:r>
            <a:endParaRPr lang="en-US" sz="1450" dirty="0"/>
          </a:p>
        </p:txBody>
      </p:sp>
      <p:sp>
        <p:nvSpPr>
          <p:cNvPr id="36" name="Shape 25">
            <a:extLst>
              <a:ext uri="{FF2B5EF4-FFF2-40B4-BE49-F238E27FC236}">
                <a16:creationId xmlns:a16="http://schemas.microsoft.com/office/drawing/2014/main" id="{BD782CCF-1110-090F-9C07-A23D53E1FAE7}"/>
              </a:ext>
            </a:extLst>
          </p:cNvPr>
          <p:cNvSpPr/>
          <p:nvPr/>
        </p:nvSpPr>
        <p:spPr>
          <a:xfrm>
            <a:off x="8632811" y="3478570"/>
            <a:ext cx="2514600" cy="566928"/>
          </a:xfrm>
          <a:prstGeom prst="roundRect">
            <a:avLst>
              <a:gd name="adj" fmla="val 4839"/>
            </a:avLst>
          </a:prstGeom>
          <a:solidFill>
            <a:srgbClr val="F8F5EF"/>
          </a:solidFill>
          <a:ln w="12700">
            <a:solidFill>
              <a:srgbClr val="E0E7EF"/>
            </a:solidFill>
            <a:prstDash val="solid"/>
          </a:ln>
        </p:spPr>
        <p:txBody>
          <a:bodyPr/>
          <a:lstStyle/>
          <a:p>
            <a:endParaRPr lang="en-US"/>
          </a:p>
        </p:txBody>
      </p:sp>
      <p:sp>
        <p:nvSpPr>
          <p:cNvPr id="37" name="Text 26">
            <a:extLst>
              <a:ext uri="{FF2B5EF4-FFF2-40B4-BE49-F238E27FC236}">
                <a16:creationId xmlns:a16="http://schemas.microsoft.com/office/drawing/2014/main" id="{8DED6029-0EA8-8E8E-7281-EA77BCE930CE}"/>
              </a:ext>
            </a:extLst>
          </p:cNvPr>
          <p:cNvSpPr/>
          <p:nvPr/>
        </p:nvSpPr>
        <p:spPr>
          <a:xfrm>
            <a:off x="8742539" y="3652306"/>
            <a:ext cx="2286000" cy="164592"/>
          </a:xfrm>
          <a:prstGeom prst="rect">
            <a:avLst/>
          </a:prstGeom>
          <a:noFill/>
          <a:ln/>
        </p:spPr>
        <p:txBody>
          <a:bodyPr wrap="square" lIns="0" tIns="0" rIns="0" bIns="0" rtlCol="0" anchor="ctr"/>
          <a:lstStyle/>
          <a:p>
            <a:pPr marL="0" indent="0">
              <a:buNone/>
            </a:pPr>
            <a:r>
              <a:rPr lang="en-US" sz="1450" b="1" dirty="0">
                <a:solidFill>
                  <a:srgbClr val="10253E"/>
                </a:solidFill>
              </a:rPr>
              <a:t>5. Deployment pipeline design</a:t>
            </a:r>
            <a:endParaRPr lang="en-US" sz="1450" dirty="0"/>
          </a:p>
        </p:txBody>
      </p:sp>
      <p:sp>
        <p:nvSpPr>
          <p:cNvPr id="38" name="Shape 27">
            <a:extLst>
              <a:ext uri="{FF2B5EF4-FFF2-40B4-BE49-F238E27FC236}">
                <a16:creationId xmlns:a16="http://schemas.microsoft.com/office/drawing/2014/main" id="{A689C9C4-CBF4-B817-73FE-B3061DC91AC7}"/>
              </a:ext>
            </a:extLst>
          </p:cNvPr>
          <p:cNvSpPr/>
          <p:nvPr/>
        </p:nvSpPr>
        <p:spPr>
          <a:xfrm>
            <a:off x="8632811" y="4301530"/>
            <a:ext cx="2514600" cy="566928"/>
          </a:xfrm>
          <a:prstGeom prst="roundRect">
            <a:avLst>
              <a:gd name="adj" fmla="val 4839"/>
            </a:avLst>
          </a:prstGeom>
          <a:solidFill>
            <a:srgbClr val="F8F5EF"/>
          </a:solidFill>
          <a:ln w="12700">
            <a:solidFill>
              <a:srgbClr val="E0E7EF"/>
            </a:solidFill>
            <a:prstDash val="solid"/>
          </a:ln>
        </p:spPr>
        <p:txBody>
          <a:bodyPr/>
          <a:lstStyle/>
          <a:p>
            <a:endParaRPr lang="en-US"/>
          </a:p>
        </p:txBody>
      </p:sp>
      <p:sp>
        <p:nvSpPr>
          <p:cNvPr id="39" name="Text 28">
            <a:extLst>
              <a:ext uri="{FF2B5EF4-FFF2-40B4-BE49-F238E27FC236}">
                <a16:creationId xmlns:a16="http://schemas.microsoft.com/office/drawing/2014/main" id="{60F50BDC-45C3-4264-5E98-7369098CD7AC}"/>
              </a:ext>
            </a:extLst>
          </p:cNvPr>
          <p:cNvSpPr/>
          <p:nvPr/>
        </p:nvSpPr>
        <p:spPr>
          <a:xfrm>
            <a:off x="8742539" y="4475266"/>
            <a:ext cx="2286000" cy="164592"/>
          </a:xfrm>
          <a:prstGeom prst="rect">
            <a:avLst/>
          </a:prstGeom>
          <a:noFill/>
          <a:ln/>
        </p:spPr>
        <p:txBody>
          <a:bodyPr wrap="square" lIns="0" tIns="0" rIns="0" bIns="0" rtlCol="0" anchor="ctr"/>
          <a:lstStyle/>
          <a:p>
            <a:pPr marL="0" indent="0">
              <a:buNone/>
            </a:pPr>
            <a:r>
              <a:rPr lang="en-US" sz="1450" b="1" dirty="0">
                <a:solidFill>
                  <a:srgbClr val="10253E"/>
                </a:solidFill>
              </a:rPr>
              <a:t>6. Monitoring + showback model</a:t>
            </a:r>
            <a:endParaRPr lang="en-US" sz="1450" dirty="0"/>
          </a:p>
        </p:txBody>
      </p:sp>
      <p:sp>
        <p:nvSpPr>
          <p:cNvPr id="40" name="Shape 29">
            <a:extLst>
              <a:ext uri="{FF2B5EF4-FFF2-40B4-BE49-F238E27FC236}">
                <a16:creationId xmlns:a16="http://schemas.microsoft.com/office/drawing/2014/main" id="{D9707E04-18E5-18BE-2706-3E0ECF175328}"/>
              </a:ext>
            </a:extLst>
          </p:cNvPr>
          <p:cNvSpPr/>
          <p:nvPr/>
        </p:nvSpPr>
        <p:spPr>
          <a:xfrm>
            <a:off x="8632811" y="5124490"/>
            <a:ext cx="2514600" cy="566928"/>
          </a:xfrm>
          <a:prstGeom prst="roundRect">
            <a:avLst>
              <a:gd name="adj" fmla="val 4839"/>
            </a:avLst>
          </a:prstGeom>
          <a:solidFill>
            <a:srgbClr val="F8F5EF"/>
          </a:solidFill>
          <a:ln w="12700">
            <a:solidFill>
              <a:srgbClr val="E0E7EF"/>
            </a:solidFill>
            <a:prstDash val="solid"/>
          </a:ln>
        </p:spPr>
        <p:txBody>
          <a:bodyPr/>
          <a:lstStyle/>
          <a:p>
            <a:endParaRPr lang="en-US"/>
          </a:p>
        </p:txBody>
      </p:sp>
      <p:sp>
        <p:nvSpPr>
          <p:cNvPr id="41" name="Text 30">
            <a:extLst>
              <a:ext uri="{FF2B5EF4-FFF2-40B4-BE49-F238E27FC236}">
                <a16:creationId xmlns:a16="http://schemas.microsoft.com/office/drawing/2014/main" id="{4C7D42E2-1A61-E8A8-EC44-F7B1BA9D7FEF}"/>
              </a:ext>
            </a:extLst>
          </p:cNvPr>
          <p:cNvSpPr/>
          <p:nvPr/>
        </p:nvSpPr>
        <p:spPr>
          <a:xfrm>
            <a:off x="8742539" y="5298226"/>
            <a:ext cx="2286000" cy="164592"/>
          </a:xfrm>
          <a:prstGeom prst="rect">
            <a:avLst/>
          </a:prstGeom>
          <a:noFill/>
          <a:ln/>
        </p:spPr>
        <p:txBody>
          <a:bodyPr wrap="square" lIns="0" tIns="0" rIns="0" bIns="0" rtlCol="0" anchor="ctr"/>
          <a:lstStyle/>
          <a:p>
            <a:pPr marL="0" indent="0">
              <a:buNone/>
            </a:pPr>
            <a:r>
              <a:rPr lang="en-US" sz="1450" b="1" dirty="0">
                <a:solidFill>
                  <a:srgbClr val="10253E"/>
                </a:solidFill>
              </a:rPr>
              <a:t>7. Exception process</a:t>
            </a:r>
            <a:endParaRPr lang="en-US" sz="1450" dirty="0"/>
          </a:p>
        </p:txBody>
      </p:sp>
      <p:sp>
        <p:nvSpPr>
          <p:cNvPr id="42" name="Shape 31">
            <a:extLst>
              <a:ext uri="{FF2B5EF4-FFF2-40B4-BE49-F238E27FC236}">
                <a16:creationId xmlns:a16="http://schemas.microsoft.com/office/drawing/2014/main" id="{100AEA76-E444-E15E-2C14-A459FC234202}"/>
              </a:ext>
            </a:extLst>
          </p:cNvPr>
          <p:cNvSpPr/>
          <p:nvPr/>
        </p:nvSpPr>
        <p:spPr>
          <a:xfrm>
            <a:off x="8632811" y="5947450"/>
            <a:ext cx="2514600" cy="566928"/>
          </a:xfrm>
          <a:prstGeom prst="roundRect">
            <a:avLst>
              <a:gd name="adj" fmla="val 4839"/>
            </a:avLst>
          </a:prstGeom>
          <a:solidFill>
            <a:srgbClr val="F8F5EF"/>
          </a:solidFill>
          <a:ln w="12700">
            <a:solidFill>
              <a:srgbClr val="E0E7EF"/>
            </a:solidFill>
            <a:prstDash val="solid"/>
          </a:ln>
        </p:spPr>
        <p:txBody>
          <a:bodyPr/>
          <a:lstStyle/>
          <a:p>
            <a:endParaRPr lang="en-US"/>
          </a:p>
        </p:txBody>
      </p:sp>
      <p:sp>
        <p:nvSpPr>
          <p:cNvPr id="43" name="Text 32">
            <a:extLst>
              <a:ext uri="{FF2B5EF4-FFF2-40B4-BE49-F238E27FC236}">
                <a16:creationId xmlns:a16="http://schemas.microsoft.com/office/drawing/2014/main" id="{550F3D3B-8333-8971-1A63-61C310831DF0}"/>
              </a:ext>
            </a:extLst>
          </p:cNvPr>
          <p:cNvSpPr/>
          <p:nvPr/>
        </p:nvSpPr>
        <p:spPr>
          <a:xfrm>
            <a:off x="8742539" y="6121186"/>
            <a:ext cx="2286000" cy="164592"/>
          </a:xfrm>
          <a:prstGeom prst="rect">
            <a:avLst/>
          </a:prstGeom>
          <a:noFill/>
          <a:ln/>
        </p:spPr>
        <p:txBody>
          <a:bodyPr wrap="square" lIns="0" tIns="0" rIns="0" bIns="0" rtlCol="0" anchor="ctr"/>
          <a:lstStyle/>
          <a:p>
            <a:pPr marL="0" indent="0">
              <a:buNone/>
            </a:pPr>
            <a:r>
              <a:rPr lang="en-US" sz="1450" b="1" dirty="0">
                <a:solidFill>
                  <a:srgbClr val="10253E"/>
                </a:solidFill>
              </a:rPr>
              <a:t>8. First 90-day remediation plan</a:t>
            </a:r>
            <a:endParaRPr lang="en-US" sz="1450" dirty="0"/>
          </a:p>
        </p:txBody>
      </p:sp>
      <p:sp>
        <p:nvSpPr>
          <p:cNvPr id="44" name="Text 33">
            <a:extLst>
              <a:ext uri="{FF2B5EF4-FFF2-40B4-BE49-F238E27FC236}">
                <a16:creationId xmlns:a16="http://schemas.microsoft.com/office/drawing/2014/main" id="{78395E8E-4A7F-567F-4256-A340E2429E12}"/>
              </a:ext>
            </a:extLst>
          </p:cNvPr>
          <p:cNvSpPr/>
          <p:nvPr/>
        </p:nvSpPr>
        <p:spPr>
          <a:xfrm>
            <a:off x="5770739" y="6898426"/>
            <a:ext cx="5577840" cy="274320"/>
          </a:xfrm>
          <a:prstGeom prst="rect">
            <a:avLst/>
          </a:prstGeom>
          <a:noFill/>
          <a:ln/>
        </p:spPr>
        <p:txBody>
          <a:bodyPr wrap="square" lIns="0" tIns="0" rIns="0" bIns="0" rtlCol="0" anchor="ctr"/>
          <a:lstStyle/>
          <a:p>
            <a:pPr marL="0" indent="0">
              <a:buNone/>
            </a:pPr>
            <a:r>
              <a:rPr lang="en-US" sz="1450" dirty="0">
                <a:solidFill>
                  <a:srgbClr val="10253E"/>
                </a:solidFill>
              </a:rPr>
              <a:t>Evaluation lens: protect production, support multiple teams, make cost visible, minimize manual approvals, and survive a noisy-neighbor event.</a:t>
            </a:r>
            <a:endParaRPr lang="en-US" sz="1450" dirty="0"/>
          </a:p>
        </p:txBody>
      </p:sp>
    </p:spTree>
    <p:extLst>
      <p:ext uri="{BB962C8B-B14F-4D97-AF65-F5344CB8AC3E}">
        <p14:creationId xmlns:p14="http://schemas.microsoft.com/office/powerpoint/2010/main" val="6470734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95FABC9-73CE-E63F-0114-EBCFBFBFAF9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A9D9EB5-E1F6-5743-1A55-2FAE012EDCA0}"/>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11AF9D78-3445-E6FA-D82B-86F72D9B8BD4}"/>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8C587C6E-60FA-1E75-1222-1ED31190C8D1}"/>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1CD3E085-8380-E836-BFBF-53FCE52EF75F}"/>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84A0892F-DD2F-0EEF-E6A5-B74FF560269E}"/>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2E7918EC-425E-C1D9-BD5B-1ED2242BEFC6}"/>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1D589342-56CA-E299-99A7-4C5B67CB5D61}"/>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B02B4F7E-8D10-93B8-2D99-61694323E735}"/>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Capacity, cost, and governance without killing agility</a:t>
            </a:r>
          </a:p>
        </p:txBody>
      </p:sp>
      <p:sp>
        <p:nvSpPr>
          <p:cNvPr id="11" name="TextBox 9">
            <a:extLst>
              <a:ext uri="{FF2B5EF4-FFF2-40B4-BE49-F238E27FC236}">
                <a16:creationId xmlns:a16="http://schemas.microsoft.com/office/drawing/2014/main" id="{B4FABB9A-6B6A-FB73-9E84-FA47B78CB723}"/>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65</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5B5275FF-16DB-C1F0-663D-97BCD5BB0363}"/>
              </a:ext>
            </a:extLst>
          </p:cNvPr>
          <p:cNvSpPr/>
          <p:nvPr/>
        </p:nvSpPr>
        <p:spPr>
          <a:xfrm>
            <a:off x="1123760" y="1792378"/>
            <a:ext cx="8046720" cy="41148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A practical 90-day target state</a:t>
            </a:r>
            <a:endParaRPr lang="en-US" sz="3600" dirty="0">
              <a:solidFill>
                <a:schemeClr val="bg1"/>
              </a:solidFill>
            </a:endParaRPr>
          </a:p>
        </p:txBody>
      </p:sp>
      <p:sp>
        <p:nvSpPr>
          <p:cNvPr id="12" name="Text 1">
            <a:extLst>
              <a:ext uri="{FF2B5EF4-FFF2-40B4-BE49-F238E27FC236}">
                <a16:creationId xmlns:a16="http://schemas.microsoft.com/office/drawing/2014/main" id="{E2580EC8-B692-F1C4-6E86-68570EF869D4}"/>
              </a:ext>
            </a:extLst>
          </p:cNvPr>
          <p:cNvSpPr/>
          <p:nvPr/>
        </p:nvSpPr>
        <p:spPr>
          <a:xfrm>
            <a:off x="1151192" y="2372868"/>
            <a:ext cx="8686800" cy="256032"/>
          </a:xfrm>
          <a:prstGeom prst="rect">
            <a:avLst/>
          </a:prstGeom>
          <a:noFill/>
          <a:ln/>
        </p:spPr>
        <p:txBody>
          <a:bodyPr wrap="square" lIns="0" tIns="0" rIns="0" bIns="0" rtlCol="0" anchor="ctr"/>
          <a:lstStyle/>
          <a:p>
            <a:pPr marL="0" indent="0">
              <a:buNone/>
            </a:pPr>
            <a:r>
              <a:rPr lang="en-US" sz="2800" dirty="0">
                <a:solidFill>
                  <a:schemeClr val="bg1"/>
                </a:solidFill>
              </a:rPr>
              <a:t>What a platform team can put in place quickly</a:t>
            </a:r>
          </a:p>
        </p:txBody>
      </p:sp>
      <p:sp>
        <p:nvSpPr>
          <p:cNvPr id="13" name="Shape 2">
            <a:extLst>
              <a:ext uri="{FF2B5EF4-FFF2-40B4-BE49-F238E27FC236}">
                <a16:creationId xmlns:a16="http://schemas.microsoft.com/office/drawing/2014/main" id="{288A6B42-C0C6-4E0C-0221-BF2EB6D854CE}"/>
              </a:ext>
            </a:extLst>
          </p:cNvPr>
          <p:cNvSpPr/>
          <p:nvPr/>
        </p:nvSpPr>
        <p:spPr>
          <a:xfrm>
            <a:off x="1352360" y="2917090"/>
            <a:ext cx="2926080" cy="4297680"/>
          </a:xfrm>
          <a:prstGeom prst="roundRect">
            <a:avLst>
              <a:gd name="adj" fmla="val 1563"/>
            </a:avLst>
          </a:prstGeom>
          <a:solidFill>
            <a:srgbClr val="FFFFFF"/>
          </a:solidFill>
          <a:ln w="12700">
            <a:solidFill>
              <a:srgbClr val="C7D4E3"/>
            </a:solidFill>
            <a:prstDash val="solid"/>
          </a:ln>
          <a:effectLst>
            <a:outerShdw blurRad="12700" dist="6350" dir="2700000" algn="bl" rotWithShape="0">
              <a:srgbClr val="7A8CA5">
                <a:alpha val="12000"/>
              </a:srgbClr>
            </a:outerShdw>
          </a:effectLst>
        </p:spPr>
        <p:txBody>
          <a:bodyPr/>
          <a:lstStyle/>
          <a:p>
            <a:endParaRPr lang="en-US"/>
          </a:p>
        </p:txBody>
      </p:sp>
      <p:sp>
        <p:nvSpPr>
          <p:cNvPr id="14" name="Shape 3">
            <a:extLst>
              <a:ext uri="{FF2B5EF4-FFF2-40B4-BE49-F238E27FC236}">
                <a16:creationId xmlns:a16="http://schemas.microsoft.com/office/drawing/2014/main" id="{A55721F0-199D-20FF-A27B-255906AB9BD1}"/>
              </a:ext>
            </a:extLst>
          </p:cNvPr>
          <p:cNvSpPr/>
          <p:nvPr/>
        </p:nvSpPr>
        <p:spPr>
          <a:xfrm>
            <a:off x="1553528" y="3191410"/>
            <a:ext cx="1097280" cy="347472"/>
          </a:xfrm>
          <a:prstGeom prst="roundRect">
            <a:avLst>
              <a:gd name="adj" fmla="val 13158"/>
            </a:avLst>
          </a:prstGeom>
          <a:solidFill>
            <a:srgbClr val="173B63"/>
          </a:solidFill>
          <a:ln w="12700">
            <a:solidFill>
              <a:srgbClr val="173B63"/>
            </a:solidFill>
            <a:prstDash val="solid"/>
          </a:ln>
        </p:spPr>
        <p:txBody>
          <a:bodyPr/>
          <a:lstStyle/>
          <a:p>
            <a:endParaRPr lang="en-US"/>
          </a:p>
        </p:txBody>
      </p:sp>
      <p:sp>
        <p:nvSpPr>
          <p:cNvPr id="15" name="Text 4">
            <a:extLst>
              <a:ext uri="{FF2B5EF4-FFF2-40B4-BE49-F238E27FC236}">
                <a16:creationId xmlns:a16="http://schemas.microsoft.com/office/drawing/2014/main" id="{4F5176D7-71F6-A39F-B9E7-2DE9DD830566}"/>
              </a:ext>
            </a:extLst>
          </p:cNvPr>
          <p:cNvSpPr/>
          <p:nvPr/>
        </p:nvSpPr>
        <p:spPr>
          <a:xfrm>
            <a:off x="1644968" y="3264562"/>
            <a:ext cx="914400" cy="164592"/>
          </a:xfrm>
          <a:prstGeom prst="rect">
            <a:avLst/>
          </a:prstGeom>
          <a:noFill/>
          <a:ln/>
        </p:spPr>
        <p:txBody>
          <a:bodyPr wrap="square" lIns="0" tIns="0" rIns="0" bIns="0" rtlCol="0" anchor="ctr"/>
          <a:lstStyle/>
          <a:p>
            <a:pPr marL="0" indent="0" algn="ctr">
              <a:buNone/>
            </a:pPr>
            <a:r>
              <a:rPr lang="en-US" sz="1200" b="1" dirty="0">
                <a:solidFill>
                  <a:srgbClr val="FFFFFF"/>
                </a:solidFill>
              </a:rPr>
              <a:t>Days 1–30</a:t>
            </a:r>
            <a:endParaRPr lang="en-US" sz="1200" dirty="0"/>
          </a:p>
        </p:txBody>
      </p:sp>
      <p:sp>
        <p:nvSpPr>
          <p:cNvPr id="16" name="Shape 5">
            <a:extLst>
              <a:ext uri="{FF2B5EF4-FFF2-40B4-BE49-F238E27FC236}">
                <a16:creationId xmlns:a16="http://schemas.microsoft.com/office/drawing/2014/main" id="{9A56042F-C5EB-2FA8-FA14-AF214B075A8B}"/>
              </a:ext>
            </a:extLst>
          </p:cNvPr>
          <p:cNvSpPr/>
          <p:nvPr/>
        </p:nvSpPr>
        <p:spPr>
          <a:xfrm>
            <a:off x="1571816" y="3886354"/>
            <a:ext cx="91440" cy="91440"/>
          </a:xfrm>
          <a:prstGeom prst="ellipse">
            <a:avLst/>
          </a:prstGeom>
          <a:solidFill>
            <a:srgbClr val="173B63"/>
          </a:solidFill>
          <a:ln w="12700">
            <a:solidFill>
              <a:srgbClr val="173B63"/>
            </a:solidFill>
            <a:prstDash val="solid"/>
          </a:ln>
        </p:spPr>
        <p:txBody>
          <a:bodyPr/>
          <a:lstStyle/>
          <a:p>
            <a:endParaRPr lang="en-US"/>
          </a:p>
        </p:txBody>
      </p:sp>
      <p:sp>
        <p:nvSpPr>
          <p:cNvPr id="17" name="Text 6">
            <a:extLst>
              <a:ext uri="{FF2B5EF4-FFF2-40B4-BE49-F238E27FC236}">
                <a16:creationId xmlns:a16="http://schemas.microsoft.com/office/drawing/2014/main" id="{0446AA97-2007-AA8D-C7A6-022A3BE14DFC}"/>
              </a:ext>
            </a:extLst>
          </p:cNvPr>
          <p:cNvSpPr/>
          <p:nvPr/>
        </p:nvSpPr>
        <p:spPr>
          <a:xfrm>
            <a:off x="1736408" y="3804058"/>
            <a:ext cx="2304288" cy="494792"/>
          </a:xfrm>
          <a:prstGeom prst="rect">
            <a:avLst/>
          </a:prstGeom>
          <a:noFill/>
          <a:ln/>
        </p:spPr>
        <p:txBody>
          <a:bodyPr wrap="square" lIns="0" tIns="0" rIns="0" bIns="0" rtlCol="0" anchor="ctr"/>
          <a:lstStyle/>
          <a:p>
            <a:pPr marL="0" indent="0">
              <a:buNone/>
            </a:pPr>
            <a:r>
              <a:rPr lang="en-US" sz="1600" dirty="0">
                <a:solidFill>
                  <a:srgbClr val="10253E"/>
                </a:solidFill>
              </a:rPr>
              <a:t>Set default workspace pattern</a:t>
            </a:r>
            <a:endParaRPr lang="en-US" sz="1600" dirty="0"/>
          </a:p>
        </p:txBody>
      </p:sp>
      <p:sp>
        <p:nvSpPr>
          <p:cNvPr id="18" name="Shape 7">
            <a:extLst>
              <a:ext uri="{FF2B5EF4-FFF2-40B4-BE49-F238E27FC236}">
                <a16:creationId xmlns:a16="http://schemas.microsoft.com/office/drawing/2014/main" id="{F667EF37-41DF-0F77-D182-FBE8CA9D6868}"/>
              </a:ext>
            </a:extLst>
          </p:cNvPr>
          <p:cNvSpPr/>
          <p:nvPr/>
        </p:nvSpPr>
        <p:spPr>
          <a:xfrm>
            <a:off x="1571816" y="4472586"/>
            <a:ext cx="91440" cy="91440"/>
          </a:xfrm>
          <a:prstGeom prst="ellipse">
            <a:avLst/>
          </a:prstGeom>
          <a:solidFill>
            <a:srgbClr val="173B63"/>
          </a:solidFill>
          <a:ln w="12700">
            <a:solidFill>
              <a:srgbClr val="173B63"/>
            </a:solidFill>
            <a:prstDash val="solid"/>
          </a:ln>
        </p:spPr>
        <p:txBody>
          <a:bodyPr/>
          <a:lstStyle/>
          <a:p>
            <a:endParaRPr lang="en-US"/>
          </a:p>
        </p:txBody>
      </p:sp>
      <p:sp>
        <p:nvSpPr>
          <p:cNvPr id="19" name="Text 8">
            <a:extLst>
              <a:ext uri="{FF2B5EF4-FFF2-40B4-BE49-F238E27FC236}">
                <a16:creationId xmlns:a16="http://schemas.microsoft.com/office/drawing/2014/main" id="{3FAD311B-4E14-6CDB-5487-ACD9CA8ECE3B}"/>
              </a:ext>
            </a:extLst>
          </p:cNvPr>
          <p:cNvSpPr/>
          <p:nvPr/>
        </p:nvSpPr>
        <p:spPr>
          <a:xfrm>
            <a:off x="1736408" y="4390290"/>
            <a:ext cx="2304288" cy="494792"/>
          </a:xfrm>
          <a:prstGeom prst="rect">
            <a:avLst/>
          </a:prstGeom>
          <a:noFill/>
          <a:ln/>
        </p:spPr>
        <p:txBody>
          <a:bodyPr wrap="square" lIns="0" tIns="0" rIns="0" bIns="0" rtlCol="0" anchor="ctr"/>
          <a:lstStyle/>
          <a:p>
            <a:pPr marL="0" indent="0">
              <a:buNone/>
            </a:pPr>
            <a:r>
              <a:rPr lang="en-US" sz="1600" dirty="0">
                <a:solidFill>
                  <a:srgbClr val="10253E"/>
                </a:solidFill>
              </a:rPr>
              <a:t>Identify prod-critical workloads</a:t>
            </a:r>
            <a:endParaRPr lang="en-US" sz="1600" dirty="0"/>
          </a:p>
        </p:txBody>
      </p:sp>
      <p:sp>
        <p:nvSpPr>
          <p:cNvPr id="20" name="Shape 9">
            <a:extLst>
              <a:ext uri="{FF2B5EF4-FFF2-40B4-BE49-F238E27FC236}">
                <a16:creationId xmlns:a16="http://schemas.microsoft.com/office/drawing/2014/main" id="{BB723CE6-C918-5393-0361-14DCD1DB1236}"/>
              </a:ext>
            </a:extLst>
          </p:cNvPr>
          <p:cNvSpPr/>
          <p:nvPr/>
        </p:nvSpPr>
        <p:spPr>
          <a:xfrm>
            <a:off x="1571816" y="5058818"/>
            <a:ext cx="91440" cy="91440"/>
          </a:xfrm>
          <a:prstGeom prst="ellipse">
            <a:avLst/>
          </a:prstGeom>
          <a:solidFill>
            <a:srgbClr val="173B63"/>
          </a:solidFill>
          <a:ln w="12700">
            <a:solidFill>
              <a:srgbClr val="173B63"/>
            </a:solidFill>
            <a:prstDash val="solid"/>
          </a:ln>
        </p:spPr>
        <p:txBody>
          <a:bodyPr/>
          <a:lstStyle/>
          <a:p>
            <a:endParaRPr lang="en-US"/>
          </a:p>
        </p:txBody>
      </p:sp>
      <p:sp>
        <p:nvSpPr>
          <p:cNvPr id="21" name="Text 10">
            <a:extLst>
              <a:ext uri="{FF2B5EF4-FFF2-40B4-BE49-F238E27FC236}">
                <a16:creationId xmlns:a16="http://schemas.microsoft.com/office/drawing/2014/main" id="{4AE0A370-3398-2BBA-D19C-78BF46B7C30D}"/>
              </a:ext>
            </a:extLst>
          </p:cNvPr>
          <p:cNvSpPr/>
          <p:nvPr/>
        </p:nvSpPr>
        <p:spPr>
          <a:xfrm>
            <a:off x="1736408" y="4976522"/>
            <a:ext cx="2304288" cy="494792"/>
          </a:xfrm>
          <a:prstGeom prst="rect">
            <a:avLst/>
          </a:prstGeom>
          <a:noFill/>
          <a:ln/>
        </p:spPr>
        <p:txBody>
          <a:bodyPr wrap="square" lIns="0" tIns="0" rIns="0" bIns="0" rtlCol="0" anchor="ctr"/>
          <a:lstStyle/>
          <a:p>
            <a:pPr marL="0" indent="0">
              <a:buNone/>
            </a:pPr>
            <a:r>
              <a:rPr lang="en-US" sz="1600" dirty="0">
                <a:solidFill>
                  <a:srgbClr val="10253E"/>
                </a:solidFill>
              </a:rPr>
              <a:t>Turn on Git + pipeline standards</a:t>
            </a:r>
            <a:endParaRPr lang="en-US" sz="1600" dirty="0"/>
          </a:p>
        </p:txBody>
      </p:sp>
      <p:sp>
        <p:nvSpPr>
          <p:cNvPr id="22" name="Shape 11">
            <a:extLst>
              <a:ext uri="{FF2B5EF4-FFF2-40B4-BE49-F238E27FC236}">
                <a16:creationId xmlns:a16="http://schemas.microsoft.com/office/drawing/2014/main" id="{1A214297-FFDC-1ABB-9AF1-627D238C87E9}"/>
              </a:ext>
            </a:extLst>
          </p:cNvPr>
          <p:cNvSpPr/>
          <p:nvPr/>
        </p:nvSpPr>
        <p:spPr>
          <a:xfrm>
            <a:off x="1571816" y="5645050"/>
            <a:ext cx="91440" cy="91440"/>
          </a:xfrm>
          <a:prstGeom prst="ellipse">
            <a:avLst/>
          </a:prstGeom>
          <a:solidFill>
            <a:srgbClr val="173B63"/>
          </a:solidFill>
          <a:ln w="12700">
            <a:solidFill>
              <a:srgbClr val="173B63"/>
            </a:solidFill>
            <a:prstDash val="solid"/>
          </a:ln>
        </p:spPr>
        <p:txBody>
          <a:bodyPr/>
          <a:lstStyle/>
          <a:p>
            <a:endParaRPr lang="en-US"/>
          </a:p>
        </p:txBody>
      </p:sp>
      <p:sp>
        <p:nvSpPr>
          <p:cNvPr id="23" name="Text 12">
            <a:extLst>
              <a:ext uri="{FF2B5EF4-FFF2-40B4-BE49-F238E27FC236}">
                <a16:creationId xmlns:a16="http://schemas.microsoft.com/office/drawing/2014/main" id="{538DDB6B-C0BF-00F0-8394-AC1238F21082}"/>
              </a:ext>
            </a:extLst>
          </p:cNvPr>
          <p:cNvSpPr/>
          <p:nvPr/>
        </p:nvSpPr>
        <p:spPr>
          <a:xfrm>
            <a:off x="1736408" y="5562754"/>
            <a:ext cx="2304288" cy="494792"/>
          </a:xfrm>
          <a:prstGeom prst="rect">
            <a:avLst/>
          </a:prstGeom>
          <a:noFill/>
          <a:ln/>
        </p:spPr>
        <p:txBody>
          <a:bodyPr wrap="square" lIns="0" tIns="0" rIns="0" bIns="0" rtlCol="0" anchor="ctr"/>
          <a:lstStyle/>
          <a:p>
            <a:pPr marL="0" indent="0">
              <a:buNone/>
            </a:pPr>
            <a:r>
              <a:rPr lang="en-US" sz="1600" dirty="0">
                <a:solidFill>
                  <a:srgbClr val="10253E"/>
                </a:solidFill>
              </a:rPr>
              <a:t>Start capacity metrics reviews</a:t>
            </a:r>
            <a:endParaRPr lang="en-US" sz="1600" dirty="0"/>
          </a:p>
        </p:txBody>
      </p:sp>
      <p:sp>
        <p:nvSpPr>
          <p:cNvPr id="24" name="Shape 13">
            <a:extLst>
              <a:ext uri="{FF2B5EF4-FFF2-40B4-BE49-F238E27FC236}">
                <a16:creationId xmlns:a16="http://schemas.microsoft.com/office/drawing/2014/main" id="{8E6091CD-16D9-457A-D110-97A912B4F2D4}"/>
              </a:ext>
            </a:extLst>
          </p:cNvPr>
          <p:cNvSpPr/>
          <p:nvPr/>
        </p:nvSpPr>
        <p:spPr>
          <a:xfrm>
            <a:off x="4689920" y="2917090"/>
            <a:ext cx="2926080" cy="4297680"/>
          </a:xfrm>
          <a:prstGeom prst="roundRect">
            <a:avLst>
              <a:gd name="adj" fmla="val 1563"/>
            </a:avLst>
          </a:prstGeom>
          <a:solidFill>
            <a:srgbClr val="FFFFFF"/>
          </a:solidFill>
          <a:ln w="12700">
            <a:solidFill>
              <a:srgbClr val="C7D4E3"/>
            </a:solidFill>
            <a:prstDash val="solid"/>
          </a:ln>
          <a:effectLst>
            <a:outerShdw blurRad="12700" dist="6350" dir="2700000" algn="bl" rotWithShape="0">
              <a:srgbClr val="7A8CA5">
                <a:alpha val="12000"/>
              </a:srgbClr>
            </a:outerShdw>
          </a:effectLst>
        </p:spPr>
        <p:txBody>
          <a:bodyPr/>
          <a:lstStyle/>
          <a:p>
            <a:endParaRPr lang="en-US"/>
          </a:p>
        </p:txBody>
      </p:sp>
      <p:sp>
        <p:nvSpPr>
          <p:cNvPr id="25" name="Shape 14">
            <a:extLst>
              <a:ext uri="{FF2B5EF4-FFF2-40B4-BE49-F238E27FC236}">
                <a16:creationId xmlns:a16="http://schemas.microsoft.com/office/drawing/2014/main" id="{339D88FA-A70E-3EB2-88B0-3A46966FE578}"/>
              </a:ext>
            </a:extLst>
          </p:cNvPr>
          <p:cNvSpPr/>
          <p:nvPr/>
        </p:nvSpPr>
        <p:spPr>
          <a:xfrm>
            <a:off x="4891088" y="3191410"/>
            <a:ext cx="1097280" cy="347472"/>
          </a:xfrm>
          <a:prstGeom prst="roundRect">
            <a:avLst>
              <a:gd name="adj" fmla="val 13158"/>
            </a:avLst>
          </a:prstGeom>
          <a:solidFill>
            <a:srgbClr val="0F766E"/>
          </a:solidFill>
          <a:ln w="12700">
            <a:solidFill>
              <a:srgbClr val="0F766E"/>
            </a:solidFill>
            <a:prstDash val="solid"/>
          </a:ln>
        </p:spPr>
        <p:txBody>
          <a:bodyPr/>
          <a:lstStyle/>
          <a:p>
            <a:endParaRPr lang="en-US"/>
          </a:p>
        </p:txBody>
      </p:sp>
      <p:sp>
        <p:nvSpPr>
          <p:cNvPr id="26" name="Text 15">
            <a:extLst>
              <a:ext uri="{FF2B5EF4-FFF2-40B4-BE49-F238E27FC236}">
                <a16:creationId xmlns:a16="http://schemas.microsoft.com/office/drawing/2014/main" id="{47B1B277-AE59-8502-834A-E63985FDDEED}"/>
              </a:ext>
            </a:extLst>
          </p:cNvPr>
          <p:cNvSpPr/>
          <p:nvPr/>
        </p:nvSpPr>
        <p:spPr>
          <a:xfrm>
            <a:off x="4982528" y="3264562"/>
            <a:ext cx="914400" cy="164592"/>
          </a:xfrm>
          <a:prstGeom prst="rect">
            <a:avLst/>
          </a:prstGeom>
          <a:noFill/>
          <a:ln/>
        </p:spPr>
        <p:txBody>
          <a:bodyPr wrap="square" lIns="0" tIns="0" rIns="0" bIns="0" rtlCol="0" anchor="ctr"/>
          <a:lstStyle/>
          <a:p>
            <a:pPr marL="0" indent="0" algn="ctr">
              <a:buNone/>
            </a:pPr>
            <a:r>
              <a:rPr lang="en-US" sz="1200" b="1" dirty="0">
                <a:solidFill>
                  <a:srgbClr val="FFFFFF"/>
                </a:solidFill>
              </a:rPr>
              <a:t>Days 31–60</a:t>
            </a:r>
            <a:endParaRPr lang="en-US" sz="1200" dirty="0"/>
          </a:p>
        </p:txBody>
      </p:sp>
      <p:sp>
        <p:nvSpPr>
          <p:cNvPr id="27" name="Shape 16">
            <a:extLst>
              <a:ext uri="{FF2B5EF4-FFF2-40B4-BE49-F238E27FC236}">
                <a16:creationId xmlns:a16="http://schemas.microsoft.com/office/drawing/2014/main" id="{CC11FEFC-712A-15A1-521E-F8989C755D8F}"/>
              </a:ext>
            </a:extLst>
          </p:cNvPr>
          <p:cNvSpPr/>
          <p:nvPr/>
        </p:nvSpPr>
        <p:spPr>
          <a:xfrm>
            <a:off x="4909376" y="3886354"/>
            <a:ext cx="91440" cy="91440"/>
          </a:xfrm>
          <a:prstGeom prst="ellipse">
            <a:avLst/>
          </a:prstGeom>
          <a:solidFill>
            <a:srgbClr val="0F766E"/>
          </a:solidFill>
          <a:ln w="12700">
            <a:solidFill>
              <a:srgbClr val="0F766E"/>
            </a:solidFill>
            <a:prstDash val="solid"/>
          </a:ln>
        </p:spPr>
        <p:txBody>
          <a:bodyPr/>
          <a:lstStyle/>
          <a:p>
            <a:endParaRPr lang="en-US"/>
          </a:p>
        </p:txBody>
      </p:sp>
      <p:sp>
        <p:nvSpPr>
          <p:cNvPr id="28" name="Text 17">
            <a:extLst>
              <a:ext uri="{FF2B5EF4-FFF2-40B4-BE49-F238E27FC236}">
                <a16:creationId xmlns:a16="http://schemas.microsoft.com/office/drawing/2014/main" id="{1E20D907-81DE-F00E-1C56-6F1B3BC6AE7E}"/>
              </a:ext>
            </a:extLst>
          </p:cNvPr>
          <p:cNvSpPr/>
          <p:nvPr/>
        </p:nvSpPr>
        <p:spPr>
          <a:xfrm>
            <a:off x="5073968" y="3804058"/>
            <a:ext cx="2304288" cy="494792"/>
          </a:xfrm>
          <a:prstGeom prst="rect">
            <a:avLst/>
          </a:prstGeom>
          <a:noFill/>
          <a:ln/>
        </p:spPr>
        <p:txBody>
          <a:bodyPr wrap="square" lIns="0" tIns="0" rIns="0" bIns="0" rtlCol="0" anchor="ctr"/>
          <a:lstStyle/>
          <a:p>
            <a:pPr marL="0" indent="0">
              <a:buNone/>
            </a:pPr>
            <a:r>
              <a:rPr lang="en-US" sz="1600" dirty="0">
                <a:solidFill>
                  <a:srgbClr val="10253E"/>
                </a:solidFill>
              </a:rPr>
              <a:t>Separate dev from prod paths</a:t>
            </a:r>
            <a:endParaRPr lang="en-US" sz="1600" dirty="0"/>
          </a:p>
        </p:txBody>
      </p:sp>
      <p:sp>
        <p:nvSpPr>
          <p:cNvPr id="29" name="Shape 18">
            <a:extLst>
              <a:ext uri="{FF2B5EF4-FFF2-40B4-BE49-F238E27FC236}">
                <a16:creationId xmlns:a16="http://schemas.microsoft.com/office/drawing/2014/main" id="{E3D27A90-B5C0-0071-0E39-075561E904F0}"/>
              </a:ext>
            </a:extLst>
          </p:cNvPr>
          <p:cNvSpPr/>
          <p:nvPr/>
        </p:nvSpPr>
        <p:spPr>
          <a:xfrm>
            <a:off x="4909376" y="4472586"/>
            <a:ext cx="91440" cy="91440"/>
          </a:xfrm>
          <a:prstGeom prst="ellipse">
            <a:avLst/>
          </a:prstGeom>
          <a:solidFill>
            <a:srgbClr val="0F766E"/>
          </a:solidFill>
          <a:ln w="12700">
            <a:solidFill>
              <a:srgbClr val="0F766E"/>
            </a:solidFill>
            <a:prstDash val="solid"/>
          </a:ln>
        </p:spPr>
        <p:txBody>
          <a:bodyPr/>
          <a:lstStyle/>
          <a:p>
            <a:endParaRPr lang="en-US"/>
          </a:p>
        </p:txBody>
      </p:sp>
      <p:sp>
        <p:nvSpPr>
          <p:cNvPr id="30" name="Text 19">
            <a:extLst>
              <a:ext uri="{FF2B5EF4-FFF2-40B4-BE49-F238E27FC236}">
                <a16:creationId xmlns:a16="http://schemas.microsoft.com/office/drawing/2014/main" id="{B6FBD538-16C4-FE86-508C-829C1D3A3D97}"/>
              </a:ext>
            </a:extLst>
          </p:cNvPr>
          <p:cNvSpPr/>
          <p:nvPr/>
        </p:nvSpPr>
        <p:spPr>
          <a:xfrm>
            <a:off x="5073968" y="4390290"/>
            <a:ext cx="2304288" cy="494792"/>
          </a:xfrm>
          <a:prstGeom prst="rect">
            <a:avLst/>
          </a:prstGeom>
          <a:noFill/>
          <a:ln/>
        </p:spPr>
        <p:txBody>
          <a:bodyPr wrap="square" lIns="0" tIns="0" rIns="0" bIns="0" rtlCol="0" anchor="ctr"/>
          <a:lstStyle/>
          <a:p>
            <a:pPr marL="0" indent="0">
              <a:buNone/>
            </a:pPr>
            <a:r>
              <a:rPr lang="en-US" sz="1600" dirty="0">
                <a:solidFill>
                  <a:srgbClr val="10253E"/>
                </a:solidFill>
              </a:rPr>
              <a:t>Create showback views by domain</a:t>
            </a:r>
            <a:endParaRPr lang="en-US" sz="1600" dirty="0"/>
          </a:p>
        </p:txBody>
      </p:sp>
      <p:sp>
        <p:nvSpPr>
          <p:cNvPr id="31" name="Shape 20">
            <a:extLst>
              <a:ext uri="{FF2B5EF4-FFF2-40B4-BE49-F238E27FC236}">
                <a16:creationId xmlns:a16="http://schemas.microsoft.com/office/drawing/2014/main" id="{B8D79318-0108-DB77-BEA7-23B8667613D5}"/>
              </a:ext>
            </a:extLst>
          </p:cNvPr>
          <p:cNvSpPr/>
          <p:nvPr/>
        </p:nvSpPr>
        <p:spPr>
          <a:xfrm>
            <a:off x="4909376" y="5058818"/>
            <a:ext cx="91440" cy="91440"/>
          </a:xfrm>
          <a:prstGeom prst="ellipse">
            <a:avLst/>
          </a:prstGeom>
          <a:solidFill>
            <a:srgbClr val="0F766E"/>
          </a:solidFill>
          <a:ln w="12700">
            <a:solidFill>
              <a:srgbClr val="0F766E"/>
            </a:solidFill>
            <a:prstDash val="solid"/>
          </a:ln>
        </p:spPr>
        <p:txBody>
          <a:bodyPr/>
          <a:lstStyle/>
          <a:p>
            <a:endParaRPr lang="en-US"/>
          </a:p>
        </p:txBody>
      </p:sp>
      <p:sp>
        <p:nvSpPr>
          <p:cNvPr id="32" name="Text 21">
            <a:extLst>
              <a:ext uri="{FF2B5EF4-FFF2-40B4-BE49-F238E27FC236}">
                <a16:creationId xmlns:a16="http://schemas.microsoft.com/office/drawing/2014/main" id="{764120EE-57F5-5E53-A96F-261BB8BF09AC}"/>
              </a:ext>
            </a:extLst>
          </p:cNvPr>
          <p:cNvSpPr/>
          <p:nvPr/>
        </p:nvSpPr>
        <p:spPr>
          <a:xfrm>
            <a:off x="5073968" y="4976522"/>
            <a:ext cx="2304288" cy="494792"/>
          </a:xfrm>
          <a:prstGeom prst="rect">
            <a:avLst/>
          </a:prstGeom>
          <a:noFill/>
          <a:ln/>
        </p:spPr>
        <p:txBody>
          <a:bodyPr wrap="square" lIns="0" tIns="0" rIns="0" bIns="0" rtlCol="0" anchor="ctr"/>
          <a:lstStyle/>
          <a:p>
            <a:pPr marL="0" indent="0">
              <a:buNone/>
            </a:pPr>
            <a:r>
              <a:rPr lang="en-US" sz="1600" dirty="0">
                <a:solidFill>
                  <a:srgbClr val="10253E"/>
                </a:solidFill>
              </a:rPr>
              <a:t>Narrow production deployment rights</a:t>
            </a:r>
            <a:endParaRPr lang="en-US" sz="1600" dirty="0"/>
          </a:p>
        </p:txBody>
      </p:sp>
      <p:sp>
        <p:nvSpPr>
          <p:cNvPr id="33" name="Shape 22">
            <a:extLst>
              <a:ext uri="{FF2B5EF4-FFF2-40B4-BE49-F238E27FC236}">
                <a16:creationId xmlns:a16="http://schemas.microsoft.com/office/drawing/2014/main" id="{0A7E817C-4341-A475-7E94-DE9FA11AC65C}"/>
              </a:ext>
            </a:extLst>
          </p:cNvPr>
          <p:cNvSpPr/>
          <p:nvPr/>
        </p:nvSpPr>
        <p:spPr>
          <a:xfrm>
            <a:off x="4909376" y="5645050"/>
            <a:ext cx="91440" cy="91440"/>
          </a:xfrm>
          <a:prstGeom prst="ellipse">
            <a:avLst/>
          </a:prstGeom>
          <a:solidFill>
            <a:srgbClr val="0F766E"/>
          </a:solidFill>
          <a:ln w="12700">
            <a:solidFill>
              <a:srgbClr val="0F766E"/>
            </a:solidFill>
            <a:prstDash val="solid"/>
          </a:ln>
        </p:spPr>
        <p:txBody>
          <a:bodyPr/>
          <a:lstStyle/>
          <a:p>
            <a:endParaRPr lang="en-US"/>
          </a:p>
        </p:txBody>
      </p:sp>
      <p:sp>
        <p:nvSpPr>
          <p:cNvPr id="34" name="Text 23">
            <a:extLst>
              <a:ext uri="{FF2B5EF4-FFF2-40B4-BE49-F238E27FC236}">
                <a16:creationId xmlns:a16="http://schemas.microsoft.com/office/drawing/2014/main" id="{FD1353A3-B396-E8A6-94BF-E8825DBB3D11}"/>
              </a:ext>
            </a:extLst>
          </p:cNvPr>
          <p:cNvSpPr/>
          <p:nvPr/>
        </p:nvSpPr>
        <p:spPr>
          <a:xfrm>
            <a:off x="5073968" y="5562754"/>
            <a:ext cx="2304288" cy="494792"/>
          </a:xfrm>
          <a:prstGeom prst="rect">
            <a:avLst/>
          </a:prstGeom>
          <a:noFill/>
          <a:ln/>
        </p:spPr>
        <p:txBody>
          <a:bodyPr wrap="square" lIns="0" tIns="0" rIns="0" bIns="0" rtlCol="0" anchor="ctr"/>
          <a:lstStyle/>
          <a:p>
            <a:pPr marL="0" indent="0">
              <a:buNone/>
            </a:pPr>
            <a:r>
              <a:rPr lang="en-US" sz="1600" dirty="0">
                <a:solidFill>
                  <a:srgbClr val="10253E"/>
                </a:solidFill>
              </a:rPr>
              <a:t>Document exception process</a:t>
            </a:r>
            <a:endParaRPr lang="en-US" sz="1600" dirty="0"/>
          </a:p>
        </p:txBody>
      </p:sp>
      <p:sp>
        <p:nvSpPr>
          <p:cNvPr id="35" name="Shape 24">
            <a:extLst>
              <a:ext uri="{FF2B5EF4-FFF2-40B4-BE49-F238E27FC236}">
                <a16:creationId xmlns:a16="http://schemas.microsoft.com/office/drawing/2014/main" id="{7D3FB993-FBDF-D6C6-068A-9A693D8B9544}"/>
              </a:ext>
            </a:extLst>
          </p:cNvPr>
          <p:cNvSpPr/>
          <p:nvPr/>
        </p:nvSpPr>
        <p:spPr>
          <a:xfrm>
            <a:off x="8027480" y="2917090"/>
            <a:ext cx="2926080" cy="4297680"/>
          </a:xfrm>
          <a:prstGeom prst="roundRect">
            <a:avLst>
              <a:gd name="adj" fmla="val 1563"/>
            </a:avLst>
          </a:prstGeom>
          <a:solidFill>
            <a:srgbClr val="FFFFFF"/>
          </a:solidFill>
          <a:ln w="12700">
            <a:solidFill>
              <a:srgbClr val="C7D4E3"/>
            </a:solidFill>
            <a:prstDash val="solid"/>
          </a:ln>
          <a:effectLst>
            <a:outerShdw blurRad="12700" dist="6350" dir="2700000" algn="bl" rotWithShape="0">
              <a:srgbClr val="7A8CA5">
                <a:alpha val="12000"/>
              </a:srgbClr>
            </a:outerShdw>
          </a:effectLst>
        </p:spPr>
        <p:txBody>
          <a:bodyPr/>
          <a:lstStyle/>
          <a:p>
            <a:endParaRPr lang="en-US"/>
          </a:p>
        </p:txBody>
      </p:sp>
      <p:sp>
        <p:nvSpPr>
          <p:cNvPr id="36" name="Shape 25">
            <a:extLst>
              <a:ext uri="{FF2B5EF4-FFF2-40B4-BE49-F238E27FC236}">
                <a16:creationId xmlns:a16="http://schemas.microsoft.com/office/drawing/2014/main" id="{DED61EFF-D4EE-752F-DFA8-6BDDD8D4D2A3}"/>
              </a:ext>
            </a:extLst>
          </p:cNvPr>
          <p:cNvSpPr/>
          <p:nvPr/>
        </p:nvSpPr>
        <p:spPr>
          <a:xfrm>
            <a:off x="8228648" y="3191410"/>
            <a:ext cx="1097280" cy="347472"/>
          </a:xfrm>
          <a:prstGeom prst="roundRect">
            <a:avLst>
              <a:gd name="adj" fmla="val 13158"/>
            </a:avLst>
          </a:prstGeom>
          <a:solidFill>
            <a:srgbClr val="C98B2E"/>
          </a:solidFill>
          <a:ln w="12700">
            <a:solidFill>
              <a:srgbClr val="C98B2E"/>
            </a:solidFill>
            <a:prstDash val="solid"/>
          </a:ln>
        </p:spPr>
        <p:txBody>
          <a:bodyPr/>
          <a:lstStyle/>
          <a:p>
            <a:endParaRPr lang="en-US"/>
          </a:p>
        </p:txBody>
      </p:sp>
      <p:sp>
        <p:nvSpPr>
          <p:cNvPr id="37" name="Text 26">
            <a:extLst>
              <a:ext uri="{FF2B5EF4-FFF2-40B4-BE49-F238E27FC236}">
                <a16:creationId xmlns:a16="http://schemas.microsoft.com/office/drawing/2014/main" id="{385EEB46-3EA5-3B56-74CF-DC9ADD635E7C}"/>
              </a:ext>
            </a:extLst>
          </p:cNvPr>
          <p:cNvSpPr/>
          <p:nvPr/>
        </p:nvSpPr>
        <p:spPr>
          <a:xfrm>
            <a:off x="8320088" y="3264562"/>
            <a:ext cx="914400" cy="164592"/>
          </a:xfrm>
          <a:prstGeom prst="rect">
            <a:avLst/>
          </a:prstGeom>
          <a:noFill/>
          <a:ln/>
        </p:spPr>
        <p:txBody>
          <a:bodyPr wrap="square" lIns="0" tIns="0" rIns="0" bIns="0" rtlCol="0" anchor="ctr"/>
          <a:lstStyle/>
          <a:p>
            <a:pPr marL="0" indent="0" algn="ctr">
              <a:buNone/>
            </a:pPr>
            <a:r>
              <a:rPr lang="en-US" sz="1200" b="1" dirty="0">
                <a:solidFill>
                  <a:srgbClr val="FFFFFF"/>
                </a:solidFill>
              </a:rPr>
              <a:t>Days 61–90</a:t>
            </a:r>
            <a:endParaRPr lang="en-US" sz="1200" dirty="0"/>
          </a:p>
        </p:txBody>
      </p:sp>
      <p:sp>
        <p:nvSpPr>
          <p:cNvPr id="38" name="Shape 27">
            <a:extLst>
              <a:ext uri="{FF2B5EF4-FFF2-40B4-BE49-F238E27FC236}">
                <a16:creationId xmlns:a16="http://schemas.microsoft.com/office/drawing/2014/main" id="{EBFE6031-D076-F4C8-2B9F-20714D20A943}"/>
              </a:ext>
            </a:extLst>
          </p:cNvPr>
          <p:cNvSpPr/>
          <p:nvPr/>
        </p:nvSpPr>
        <p:spPr>
          <a:xfrm>
            <a:off x="8246936" y="3886354"/>
            <a:ext cx="91440" cy="91440"/>
          </a:xfrm>
          <a:prstGeom prst="ellipse">
            <a:avLst/>
          </a:prstGeom>
          <a:solidFill>
            <a:srgbClr val="C98B2E"/>
          </a:solidFill>
          <a:ln w="12700">
            <a:solidFill>
              <a:srgbClr val="C98B2E"/>
            </a:solidFill>
            <a:prstDash val="solid"/>
          </a:ln>
        </p:spPr>
        <p:txBody>
          <a:bodyPr/>
          <a:lstStyle/>
          <a:p>
            <a:endParaRPr lang="en-US"/>
          </a:p>
        </p:txBody>
      </p:sp>
      <p:sp>
        <p:nvSpPr>
          <p:cNvPr id="39" name="Text 28">
            <a:extLst>
              <a:ext uri="{FF2B5EF4-FFF2-40B4-BE49-F238E27FC236}">
                <a16:creationId xmlns:a16="http://schemas.microsoft.com/office/drawing/2014/main" id="{3AD98809-A0CE-8F9E-B5DE-5998BC93290B}"/>
              </a:ext>
            </a:extLst>
          </p:cNvPr>
          <p:cNvSpPr/>
          <p:nvPr/>
        </p:nvSpPr>
        <p:spPr>
          <a:xfrm>
            <a:off x="8411528" y="3695700"/>
            <a:ext cx="2304288" cy="494792"/>
          </a:xfrm>
          <a:prstGeom prst="rect">
            <a:avLst/>
          </a:prstGeom>
          <a:noFill/>
          <a:ln/>
        </p:spPr>
        <p:txBody>
          <a:bodyPr wrap="square" lIns="0" tIns="0" rIns="0" bIns="0" rtlCol="0" anchor="ctr"/>
          <a:lstStyle/>
          <a:p>
            <a:pPr marL="0" indent="0">
              <a:buNone/>
            </a:pPr>
            <a:r>
              <a:rPr lang="en-US" sz="1600" dirty="0">
                <a:solidFill>
                  <a:srgbClr val="10253E"/>
                </a:solidFill>
              </a:rPr>
              <a:t>Isolate top noisy workloads</a:t>
            </a:r>
            <a:endParaRPr lang="en-US" sz="1600" dirty="0"/>
          </a:p>
        </p:txBody>
      </p:sp>
      <p:sp>
        <p:nvSpPr>
          <p:cNvPr id="40" name="Shape 29">
            <a:extLst>
              <a:ext uri="{FF2B5EF4-FFF2-40B4-BE49-F238E27FC236}">
                <a16:creationId xmlns:a16="http://schemas.microsoft.com/office/drawing/2014/main" id="{522D134F-BDDB-B577-8C07-70A4A081775E}"/>
              </a:ext>
            </a:extLst>
          </p:cNvPr>
          <p:cNvSpPr/>
          <p:nvPr/>
        </p:nvSpPr>
        <p:spPr>
          <a:xfrm>
            <a:off x="8246936" y="4235196"/>
            <a:ext cx="91440" cy="91440"/>
          </a:xfrm>
          <a:prstGeom prst="ellipse">
            <a:avLst/>
          </a:prstGeom>
          <a:solidFill>
            <a:srgbClr val="C98B2E"/>
          </a:solidFill>
          <a:ln w="12700">
            <a:solidFill>
              <a:srgbClr val="C98B2E"/>
            </a:solidFill>
            <a:prstDash val="solid"/>
          </a:ln>
        </p:spPr>
        <p:txBody>
          <a:bodyPr/>
          <a:lstStyle/>
          <a:p>
            <a:endParaRPr lang="en-US"/>
          </a:p>
        </p:txBody>
      </p:sp>
      <p:sp>
        <p:nvSpPr>
          <p:cNvPr id="41" name="Text 30">
            <a:extLst>
              <a:ext uri="{FF2B5EF4-FFF2-40B4-BE49-F238E27FC236}">
                <a16:creationId xmlns:a16="http://schemas.microsoft.com/office/drawing/2014/main" id="{D011E6A0-9D6B-D8EF-7243-4E9ABB9F4E52}"/>
              </a:ext>
            </a:extLst>
          </p:cNvPr>
          <p:cNvSpPr/>
          <p:nvPr/>
        </p:nvSpPr>
        <p:spPr>
          <a:xfrm>
            <a:off x="8411528" y="4152900"/>
            <a:ext cx="2304288" cy="494792"/>
          </a:xfrm>
          <a:prstGeom prst="rect">
            <a:avLst/>
          </a:prstGeom>
          <a:noFill/>
          <a:ln/>
        </p:spPr>
        <p:txBody>
          <a:bodyPr wrap="square" lIns="0" tIns="0" rIns="0" bIns="0" rtlCol="0" anchor="ctr"/>
          <a:lstStyle/>
          <a:p>
            <a:pPr marL="0" indent="0">
              <a:buNone/>
            </a:pPr>
            <a:r>
              <a:rPr lang="en-US" sz="1600" dirty="0">
                <a:solidFill>
                  <a:srgbClr val="10253E"/>
                </a:solidFill>
              </a:rPr>
              <a:t>Tune schedules around collision windows</a:t>
            </a:r>
            <a:endParaRPr lang="en-US" sz="1600" dirty="0"/>
          </a:p>
        </p:txBody>
      </p:sp>
      <p:sp>
        <p:nvSpPr>
          <p:cNvPr id="42" name="Shape 31">
            <a:extLst>
              <a:ext uri="{FF2B5EF4-FFF2-40B4-BE49-F238E27FC236}">
                <a16:creationId xmlns:a16="http://schemas.microsoft.com/office/drawing/2014/main" id="{C4E82523-B4C5-88A1-40C9-245EB89B54EC}"/>
              </a:ext>
            </a:extLst>
          </p:cNvPr>
          <p:cNvSpPr/>
          <p:nvPr/>
        </p:nvSpPr>
        <p:spPr>
          <a:xfrm>
            <a:off x="8246936" y="4821428"/>
            <a:ext cx="91440" cy="91440"/>
          </a:xfrm>
          <a:prstGeom prst="ellipse">
            <a:avLst/>
          </a:prstGeom>
          <a:solidFill>
            <a:srgbClr val="C98B2E"/>
          </a:solidFill>
          <a:ln w="12700">
            <a:solidFill>
              <a:srgbClr val="C98B2E"/>
            </a:solidFill>
            <a:prstDash val="solid"/>
          </a:ln>
        </p:spPr>
        <p:txBody>
          <a:bodyPr/>
          <a:lstStyle/>
          <a:p>
            <a:endParaRPr lang="en-US"/>
          </a:p>
        </p:txBody>
      </p:sp>
      <p:sp>
        <p:nvSpPr>
          <p:cNvPr id="43" name="Text 32">
            <a:extLst>
              <a:ext uri="{FF2B5EF4-FFF2-40B4-BE49-F238E27FC236}">
                <a16:creationId xmlns:a16="http://schemas.microsoft.com/office/drawing/2014/main" id="{BFB04B03-F3F8-2F05-23E8-3789F4BCD6BA}"/>
              </a:ext>
            </a:extLst>
          </p:cNvPr>
          <p:cNvSpPr/>
          <p:nvPr/>
        </p:nvSpPr>
        <p:spPr>
          <a:xfrm>
            <a:off x="8411528" y="4739132"/>
            <a:ext cx="2304288" cy="494792"/>
          </a:xfrm>
          <a:prstGeom prst="rect">
            <a:avLst/>
          </a:prstGeom>
          <a:noFill/>
          <a:ln/>
        </p:spPr>
        <p:txBody>
          <a:bodyPr wrap="square" lIns="0" tIns="0" rIns="0" bIns="0" rtlCol="0" anchor="ctr"/>
          <a:lstStyle/>
          <a:p>
            <a:pPr marL="0" indent="0">
              <a:buNone/>
            </a:pPr>
            <a:r>
              <a:rPr lang="en-US" sz="1600" dirty="0">
                <a:solidFill>
                  <a:srgbClr val="10253E"/>
                </a:solidFill>
              </a:rPr>
              <a:t>Publish operating model and RACI</a:t>
            </a:r>
            <a:endParaRPr lang="en-US" sz="1600" dirty="0"/>
          </a:p>
        </p:txBody>
      </p:sp>
      <p:sp>
        <p:nvSpPr>
          <p:cNvPr id="44" name="Shape 33">
            <a:extLst>
              <a:ext uri="{FF2B5EF4-FFF2-40B4-BE49-F238E27FC236}">
                <a16:creationId xmlns:a16="http://schemas.microsoft.com/office/drawing/2014/main" id="{C59E81B5-7506-95D9-3BDE-3F92973BCDCC}"/>
              </a:ext>
            </a:extLst>
          </p:cNvPr>
          <p:cNvSpPr/>
          <p:nvPr/>
        </p:nvSpPr>
        <p:spPr>
          <a:xfrm>
            <a:off x="8246936" y="5407660"/>
            <a:ext cx="91440" cy="91440"/>
          </a:xfrm>
          <a:prstGeom prst="ellipse">
            <a:avLst/>
          </a:prstGeom>
          <a:solidFill>
            <a:srgbClr val="C98B2E"/>
          </a:solidFill>
          <a:ln w="12700">
            <a:solidFill>
              <a:srgbClr val="C98B2E"/>
            </a:solidFill>
            <a:prstDash val="solid"/>
          </a:ln>
        </p:spPr>
        <p:txBody>
          <a:bodyPr/>
          <a:lstStyle/>
          <a:p>
            <a:endParaRPr lang="en-US"/>
          </a:p>
        </p:txBody>
      </p:sp>
      <p:sp>
        <p:nvSpPr>
          <p:cNvPr id="45" name="Text 34">
            <a:extLst>
              <a:ext uri="{FF2B5EF4-FFF2-40B4-BE49-F238E27FC236}">
                <a16:creationId xmlns:a16="http://schemas.microsoft.com/office/drawing/2014/main" id="{E7D3E9F3-0FA3-7906-A2ED-7D645686FF68}"/>
              </a:ext>
            </a:extLst>
          </p:cNvPr>
          <p:cNvSpPr/>
          <p:nvPr/>
        </p:nvSpPr>
        <p:spPr>
          <a:xfrm>
            <a:off x="8411528" y="5325364"/>
            <a:ext cx="2304288" cy="494792"/>
          </a:xfrm>
          <a:prstGeom prst="rect">
            <a:avLst/>
          </a:prstGeom>
          <a:noFill/>
          <a:ln/>
        </p:spPr>
        <p:txBody>
          <a:bodyPr wrap="square" lIns="0" tIns="0" rIns="0" bIns="0" rtlCol="0" anchor="ctr"/>
          <a:lstStyle/>
          <a:p>
            <a:pPr marL="0" indent="0">
              <a:buNone/>
            </a:pPr>
            <a:r>
              <a:rPr lang="en-US" sz="1600" dirty="0">
                <a:solidFill>
                  <a:srgbClr val="10253E"/>
                </a:solidFill>
              </a:rPr>
              <a:t>Plan next capacity split / resize</a:t>
            </a:r>
            <a:endParaRPr lang="en-US" sz="1600" dirty="0"/>
          </a:p>
        </p:txBody>
      </p:sp>
      <p:sp>
        <p:nvSpPr>
          <p:cNvPr id="46" name="Text 35">
            <a:extLst>
              <a:ext uri="{FF2B5EF4-FFF2-40B4-BE49-F238E27FC236}">
                <a16:creationId xmlns:a16="http://schemas.microsoft.com/office/drawing/2014/main" id="{F9F31FB4-E336-3B9B-6B2D-144BE6A8ED6F}"/>
              </a:ext>
            </a:extLst>
          </p:cNvPr>
          <p:cNvSpPr/>
          <p:nvPr/>
        </p:nvSpPr>
        <p:spPr>
          <a:xfrm>
            <a:off x="1462088" y="7461658"/>
            <a:ext cx="10607040" cy="310896"/>
          </a:xfrm>
          <a:prstGeom prst="rect">
            <a:avLst/>
          </a:prstGeom>
          <a:noFill/>
          <a:ln/>
        </p:spPr>
        <p:txBody>
          <a:bodyPr wrap="square" lIns="0" tIns="0" rIns="0" bIns="0" rtlCol="0" anchor="ctr"/>
          <a:lstStyle/>
          <a:p>
            <a:pPr marL="0" indent="0">
              <a:buNone/>
            </a:pPr>
            <a:r>
              <a:rPr lang="en-US" b="1" dirty="0">
                <a:solidFill>
                  <a:schemeClr val="bg1"/>
                </a:solidFill>
              </a:rPr>
              <a:t>Closing message: the goal is not to slow teams down; it is to make sure one fast-moving team does not become everyone else’s outage, cost spike, or audit finding.</a:t>
            </a:r>
            <a:endParaRPr lang="en-US" dirty="0">
              <a:solidFill>
                <a:schemeClr val="bg1"/>
              </a:solidFill>
            </a:endParaRPr>
          </a:p>
        </p:txBody>
      </p:sp>
    </p:spTree>
    <p:extLst>
      <p:ext uri="{BB962C8B-B14F-4D97-AF65-F5344CB8AC3E}">
        <p14:creationId xmlns:p14="http://schemas.microsoft.com/office/powerpoint/2010/main" val="24561987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B2EB6-B7FA-94DF-C348-076F1286134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A16E36B-C9CF-A9F0-69AD-20BEE007B6C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dirty="0"/>
          </a:p>
        </p:txBody>
      </p:sp>
      <p:sp>
        <p:nvSpPr>
          <p:cNvPr id="3" name="TextBox 3">
            <a:extLst>
              <a:ext uri="{FF2B5EF4-FFF2-40B4-BE49-F238E27FC236}">
                <a16:creationId xmlns:a16="http://schemas.microsoft.com/office/drawing/2014/main" id="{2063875C-A8C1-B2DA-BE60-8D67CD59FC55}"/>
              </a:ext>
            </a:extLst>
          </p:cNvPr>
          <p:cNvSpPr txBox="1"/>
          <p:nvPr/>
        </p:nvSpPr>
        <p:spPr>
          <a:xfrm>
            <a:off x="1028700" y="4479925"/>
            <a:ext cx="16878300" cy="2421560"/>
          </a:xfrm>
          <a:prstGeom prst="rect">
            <a:avLst/>
          </a:prstGeom>
        </p:spPr>
        <p:txBody>
          <a:bodyPr wrap="square" lIns="0" tIns="0" rIns="0" bIns="0" rtlCol="0" anchor="t">
            <a:spAutoFit/>
          </a:bodyPr>
          <a:lstStyle/>
          <a:p>
            <a:pPr>
              <a:lnSpc>
                <a:spcPts val="9799"/>
              </a:lnSpc>
            </a:pPr>
            <a:r>
              <a:rPr lang="en-US" sz="6999" dirty="0">
                <a:solidFill>
                  <a:srgbClr val="FFFFFF"/>
                </a:solidFill>
                <a:latin typeface="Outfit"/>
                <a:ea typeface="Outfit"/>
                <a:cs typeface="Outfit"/>
                <a:sym typeface="Outfit"/>
              </a:rPr>
              <a:t>Section 7: Production readiness framework</a:t>
            </a:r>
          </a:p>
        </p:txBody>
      </p:sp>
      <p:sp>
        <p:nvSpPr>
          <p:cNvPr id="5" name="AutoShape 5">
            <a:extLst>
              <a:ext uri="{FF2B5EF4-FFF2-40B4-BE49-F238E27FC236}">
                <a16:creationId xmlns:a16="http://schemas.microsoft.com/office/drawing/2014/main" id="{3159EB06-4509-2678-B384-272D650A3FA8}"/>
              </a:ext>
            </a:extLst>
          </p:cNvPr>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6" name="Freeform 6">
            <a:extLst>
              <a:ext uri="{FF2B5EF4-FFF2-40B4-BE49-F238E27FC236}">
                <a16:creationId xmlns:a16="http://schemas.microsoft.com/office/drawing/2014/main" id="{D32B7C8E-6C13-C08D-A87E-09B2C5B05E4C}"/>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Tree>
    <p:extLst>
      <p:ext uri="{BB962C8B-B14F-4D97-AF65-F5344CB8AC3E}">
        <p14:creationId xmlns:p14="http://schemas.microsoft.com/office/powerpoint/2010/main" val="13741937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DB4E0A3-6223-2DB7-A5E6-38DE4F98F42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4743C0C-25F5-01A5-86CA-AFA93AA65B33}"/>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AA3EEEEF-2514-D129-84B5-A187E1CB2B6E}"/>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4BD2DABD-6ECB-25EE-34B0-4FAA58EAF355}"/>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52584CBE-A9EE-55C5-EA20-2B29D1370D03}"/>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15BDB0ED-6920-DA64-A7C7-F847BF203D39}"/>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EFE9B771-C9F8-9A91-8C1F-4A7B663FCB11}"/>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2F3A6AA8-7918-6B6E-C632-6A4DF59E1CAA}"/>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307A5065-AC1B-ECBE-DFCA-025601F823CB}"/>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Production readiness framework</a:t>
            </a:r>
          </a:p>
        </p:txBody>
      </p:sp>
      <p:sp>
        <p:nvSpPr>
          <p:cNvPr id="11" name="TextBox 9">
            <a:extLst>
              <a:ext uri="{FF2B5EF4-FFF2-40B4-BE49-F238E27FC236}">
                <a16:creationId xmlns:a16="http://schemas.microsoft.com/office/drawing/2014/main" id="{D779F683-201C-645E-CD6D-04937169EB14}"/>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67</a:t>
            </a:fld>
            <a:endParaRPr lang="en-US" sz="2400" dirty="0">
              <a:solidFill>
                <a:srgbClr val="FFFFFF"/>
              </a:solidFill>
              <a:latin typeface="Outfit"/>
              <a:ea typeface="Outfit"/>
              <a:cs typeface="Outfit"/>
              <a:sym typeface="Outfit"/>
            </a:endParaRPr>
          </a:p>
        </p:txBody>
      </p:sp>
      <p:sp>
        <p:nvSpPr>
          <p:cNvPr id="13" name="Shape 0">
            <a:extLst>
              <a:ext uri="{FF2B5EF4-FFF2-40B4-BE49-F238E27FC236}">
                <a16:creationId xmlns:a16="http://schemas.microsoft.com/office/drawing/2014/main" id="{9FFA594A-D8C4-F82B-DD9A-64E7960AEDEF}"/>
              </a:ext>
            </a:extLst>
          </p:cNvPr>
          <p:cNvSpPr/>
          <p:nvPr/>
        </p:nvSpPr>
        <p:spPr>
          <a:xfrm>
            <a:off x="8206740" y="1751457"/>
            <a:ext cx="3703320" cy="5303520"/>
          </a:xfrm>
          <a:prstGeom prst="rect">
            <a:avLst/>
          </a:prstGeom>
          <a:solidFill>
            <a:srgbClr val="0F3D91"/>
          </a:solidFill>
          <a:ln w="12700">
            <a:solidFill>
              <a:srgbClr val="0F3D91"/>
            </a:solidFill>
            <a:prstDash val="solid"/>
          </a:ln>
        </p:spPr>
        <p:txBody>
          <a:bodyPr/>
          <a:lstStyle/>
          <a:p>
            <a:endParaRPr lang="en-US"/>
          </a:p>
        </p:txBody>
      </p:sp>
      <p:sp>
        <p:nvSpPr>
          <p:cNvPr id="15" name="Text 2">
            <a:extLst>
              <a:ext uri="{FF2B5EF4-FFF2-40B4-BE49-F238E27FC236}">
                <a16:creationId xmlns:a16="http://schemas.microsoft.com/office/drawing/2014/main" id="{D16838C4-0F67-4E1C-B1FB-6CEF576680F1}"/>
              </a:ext>
            </a:extLst>
          </p:cNvPr>
          <p:cNvSpPr/>
          <p:nvPr/>
        </p:nvSpPr>
        <p:spPr>
          <a:xfrm>
            <a:off x="1028700" y="2117217"/>
            <a:ext cx="5303520" cy="1234440"/>
          </a:xfrm>
          <a:prstGeom prst="rect">
            <a:avLst/>
          </a:prstGeom>
          <a:noFill/>
          <a:ln/>
        </p:spPr>
        <p:txBody>
          <a:bodyPr wrap="square" lIns="0" tIns="0" rIns="0" bIns="0" rtlCol="0" anchor="ctr"/>
          <a:lstStyle/>
          <a:p>
            <a:pPr marL="0" indent="0">
              <a:buNone/>
            </a:pPr>
            <a:r>
              <a:rPr lang="en-US" sz="2800" b="1" dirty="0">
                <a:solidFill>
                  <a:schemeClr val="bg1"/>
                </a:solidFill>
              </a:rPr>
              <a:t>Production readiness</a:t>
            </a:r>
            <a:endParaRPr lang="en-US" sz="2800" dirty="0">
              <a:solidFill>
                <a:schemeClr val="bg1"/>
              </a:solidFill>
            </a:endParaRPr>
          </a:p>
          <a:p>
            <a:pPr marL="0" indent="0">
              <a:buNone/>
            </a:pPr>
            <a:r>
              <a:rPr lang="en-US" sz="2800" b="1" dirty="0">
                <a:solidFill>
                  <a:schemeClr val="bg1"/>
                </a:solidFill>
              </a:rPr>
              <a:t>framework</a:t>
            </a:r>
            <a:endParaRPr lang="en-US" sz="2800" dirty="0">
              <a:solidFill>
                <a:schemeClr val="bg1"/>
              </a:solidFill>
            </a:endParaRPr>
          </a:p>
        </p:txBody>
      </p:sp>
      <p:sp>
        <p:nvSpPr>
          <p:cNvPr id="16" name="Text 3">
            <a:extLst>
              <a:ext uri="{FF2B5EF4-FFF2-40B4-BE49-F238E27FC236}">
                <a16:creationId xmlns:a16="http://schemas.microsoft.com/office/drawing/2014/main" id="{2D9A6CE5-22B3-C86A-ED68-83063326EBF3}"/>
              </a:ext>
            </a:extLst>
          </p:cNvPr>
          <p:cNvSpPr/>
          <p:nvPr/>
        </p:nvSpPr>
        <p:spPr>
          <a:xfrm>
            <a:off x="1046988" y="3580257"/>
            <a:ext cx="5120640" cy="914400"/>
          </a:xfrm>
          <a:prstGeom prst="rect">
            <a:avLst/>
          </a:prstGeom>
          <a:noFill/>
          <a:ln/>
        </p:spPr>
        <p:txBody>
          <a:bodyPr wrap="square" lIns="0" tIns="0" rIns="0" bIns="0" rtlCol="0" anchor="ctr"/>
          <a:lstStyle/>
          <a:p>
            <a:pPr marL="0" indent="0">
              <a:buNone/>
            </a:pPr>
            <a:r>
              <a:rPr lang="en-US" sz="1800" dirty="0">
                <a:solidFill>
                  <a:schemeClr val="bg1"/>
                </a:solidFill>
              </a:rPr>
              <a:t>Microsoft Fabric</a:t>
            </a:r>
          </a:p>
          <a:p>
            <a:pPr marL="0" indent="0">
              <a:buNone/>
            </a:pPr>
            <a:r>
              <a:rPr lang="en-US" sz="1800" dirty="0">
                <a:solidFill>
                  <a:schemeClr val="bg1"/>
                </a:solidFill>
              </a:rPr>
              <a:t>architecture evaluation, risk scoring, and decision defense</a:t>
            </a:r>
          </a:p>
        </p:txBody>
      </p:sp>
      <p:sp>
        <p:nvSpPr>
          <p:cNvPr id="17" name="Text 4">
            <a:extLst>
              <a:ext uri="{FF2B5EF4-FFF2-40B4-BE49-F238E27FC236}">
                <a16:creationId xmlns:a16="http://schemas.microsoft.com/office/drawing/2014/main" id="{1D3B422C-A23B-D8B7-3579-A6B39989A9AE}"/>
              </a:ext>
            </a:extLst>
          </p:cNvPr>
          <p:cNvSpPr/>
          <p:nvPr/>
        </p:nvSpPr>
        <p:spPr>
          <a:xfrm>
            <a:off x="1046988" y="4842129"/>
            <a:ext cx="3200400" cy="274320"/>
          </a:xfrm>
          <a:prstGeom prst="rect">
            <a:avLst/>
          </a:prstGeom>
          <a:noFill/>
          <a:ln/>
        </p:spPr>
        <p:txBody>
          <a:bodyPr wrap="square" lIns="0" tIns="0" rIns="0" bIns="0" rtlCol="0" anchor="ctr"/>
          <a:lstStyle/>
          <a:p>
            <a:pPr marL="0" indent="0">
              <a:buNone/>
            </a:pPr>
            <a:r>
              <a:rPr lang="en-US" sz="1200" b="1" dirty="0">
                <a:solidFill>
                  <a:schemeClr val="bg1"/>
                </a:solidFill>
              </a:rPr>
              <a:t>Decide + defend</a:t>
            </a:r>
            <a:endParaRPr lang="en-US" sz="1200" dirty="0">
              <a:solidFill>
                <a:schemeClr val="bg1"/>
              </a:solidFill>
            </a:endParaRPr>
          </a:p>
        </p:txBody>
      </p:sp>
      <p:sp>
        <p:nvSpPr>
          <p:cNvPr id="18" name="Shape 5">
            <a:extLst>
              <a:ext uri="{FF2B5EF4-FFF2-40B4-BE49-F238E27FC236}">
                <a16:creationId xmlns:a16="http://schemas.microsoft.com/office/drawing/2014/main" id="{F536A2BC-9524-D0AA-3717-EEF87F2B5775}"/>
              </a:ext>
            </a:extLst>
          </p:cNvPr>
          <p:cNvSpPr/>
          <p:nvPr/>
        </p:nvSpPr>
        <p:spPr>
          <a:xfrm>
            <a:off x="8782812" y="2400300"/>
            <a:ext cx="2606040" cy="566928"/>
          </a:xfrm>
          <a:prstGeom prst="roundRect">
            <a:avLst>
              <a:gd name="adj" fmla="val 11290"/>
            </a:avLst>
          </a:prstGeom>
          <a:solidFill>
            <a:srgbClr val="11B5AE"/>
          </a:solidFill>
          <a:ln w="12700">
            <a:solidFill>
              <a:srgbClr val="11B5AE"/>
            </a:solidFill>
            <a:prstDash val="solid"/>
          </a:ln>
        </p:spPr>
        <p:txBody>
          <a:bodyPr/>
          <a:lstStyle/>
          <a:p>
            <a:endParaRPr lang="en-US"/>
          </a:p>
        </p:txBody>
      </p:sp>
      <p:sp>
        <p:nvSpPr>
          <p:cNvPr id="19" name="Text 6">
            <a:extLst>
              <a:ext uri="{FF2B5EF4-FFF2-40B4-BE49-F238E27FC236}">
                <a16:creationId xmlns:a16="http://schemas.microsoft.com/office/drawing/2014/main" id="{2A7BA978-B2C7-EED7-AADF-D740CD572AB7}"/>
              </a:ext>
            </a:extLst>
          </p:cNvPr>
          <p:cNvSpPr/>
          <p:nvPr/>
        </p:nvSpPr>
        <p:spPr>
          <a:xfrm>
            <a:off x="8947404" y="2546604"/>
            <a:ext cx="822960" cy="164592"/>
          </a:xfrm>
          <a:prstGeom prst="rect">
            <a:avLst/>
          </a:prstGeom>
          <a:noFill/>
          <a:ln/>
        </p:spPr>
        <p:txBody>
          <a:bodyPr wrap="square" lIns="0" tIns="0" rIns="0" bIns="0" rtlCol="0" anchor="ctr"/>
          <a:lstStyle/>
          <a:p>
            <a:pPr marL="0" indent="0">
              <a:buNone/>
            </a:pPr>
            <a:r>
              <a:rPr lang="en-US" b="1" dirty="0">
                <a:solidFill>
                  <a:srgbClr val="FFFFFF"/>
                </a:solidFill>
              </a:rPr>
              <a:t>Ingest</a:t>
            </a:r>
            <a:endParaRPr lang="en-US" dirty="0"/>
          </a:p>
        </p:txBody>
      </p:sp>
      <p:sp>
        <p:nvSpPr>
          <p:cNvPr id="20" name="Text 7">
            <a:extLst>
              <a:ext uri="{FF2B5EF4-FFF2-40B4-BE49-F238E27FC236}">
                <a16:creationId xmlns:a16="http://schemas.microsoft.com/office/drawing/2014/main" id="{C6A61A7E-A38E-5BEC-B7BD-4E7766C8CC09}"/>
              </a:ext>
            </a:extLst>
          </p:cNvPr>
          <p:cNvSpPr/>
          <p:nvPr/>
        </p:nvSpPr>
        <p:spPr>
          <a:xfrm>
            <a:off x="9770364" y="2546604"/>
            <a:ext cx="1389888" cy="164592"/>
          </a:xfrm>
          <a:prstGeom prst="rect">
            <a:avLst/>
          </a:prstGeom>
          <a:noFill/>
          <a:ln/>
        </p:spPr>
        <p:txBody>
          <a:bodyPr wrap="square" lIns="0" tIns="0" rIns="0" bIns="0" rtlCol="0" anchor="ctr"/>
          <a:lstStyle/>
          <a:p>
            <a:pPr marL="0" indent="0" algn="l">
              <a:buNone/>
            </a:pPr>
            <a:r>
              <a:rPr lang="en-US" sz="1600" dirty="0">
                <a:solidFill>
                  <a:srgbClr val="FFFFFF"/>
                </a:solidFill>
              </a:rPr>
              <a:t>Pipelines / shortcuts</a:t>
            </a:r>
            <a:endParaRPr lang="en-US" sz="1600" dirty="0"/>
          </a:p>
        </p:txBody>
      </p:sp>
      <p:sp>
        <p:nvSpPr>
          <p:cNvPr id="21" name="Shape 8">
            <a:extLst>
              <a:ext uri="{FF2B5EF4-FFF2-40B4-BE49-F238E27FC236}">
                <a16:creationId xmlns:a16="http://schemas.microsoft.com/office/drawing/2014/main" id="{03D234EF-BBFF-12D8-CB0E-7C93BF586CA7}"/>
              </a:ext>
            </a:extLst>
          </p:cNvPr>
          <p:cNvSpPr/>
          <p:nvPr/>
        </p:nvSpPr>
        <p:spPr>
          <a:xfrm>
            <a:off x="8782812" y="3223260"/>
            <a:ext cx="2606040" cy="566928"/>
          </a:xfrm>
          <a:prstGeom prst="roundRect">
            <a:avLst>
              <a:gd name="adj" fmla="val 11290"/>
            </a:avLst>
          </a:prstGeom>
          <a:solidFill>
            <a:srgbClr val="FFFFFF"/>
          </a:solidFill>
          <a:ln w="12700">
            <a:solidFill>
              <a:srgbClr val="CBD5E1"/>
            </a:solidFill>
            <a:prstDash val="solid"/>
          </a:ln>
        </p:spPr>
        <p:txBody>
          <a:bodyPr/>
          <a:lstStyle/>
          <a:p>
            <a:endParaRPr lang="en-US"/>
          </a:p>
        </p:txBody>
      </p:sp>
      <p:sp>
        <p:nvSpPr>
          <p:cNvPr id="22" name="Text 9">
            <a:extLst>
              <a:ext uri="{FF2B5EF4-FFF2-40B4-BE49-F238E27FC236}">
                <a16:creationId xmlns:a16="http://schemas.microsoft.com/office/drawing/2014/main" id="{BB2424D4-0C6B-B18E-693F-976011EE3388}"/>
              </a:ext>
            </a:extLst>
          </p:cNvPr>
          <p:cNvSpPr/>
          <p:nvPr/>
        </p:nvSpPr>
        <p:spPr>
          <a:xfrm>
            <a:off x="8947404" y="3369564"/>
            <a:ext cx="822960" cy="164592"/>
          </a:xfrm>
          <a:prstGeom prst="rect">
            <a:avLst/>
          </a:prstGeom>
          <a:noFill/>
          <a:ln/>
        </p:spPr>
        <p:txBody>
          <a:bodyPr wrap="square" lIns="0" tIns="0" rIns="0" bIns="0" rtlCol="0" anchor="ctr"/>
          <a:lstStyle/>
          <a:p>
            <a:pPr marL="0" indent="0">
              <a:buNone/>
            </a:pPr>
            <a:r>
              <a:rPr lang="en-US" b="1" dirty="0">
                <a:solidFill>
                  <a:srgbClr val="0F172A"/>
                </a:solidFill>
              </a:rPr>
              <a:t>Store</a:t>
            </a:r>
            <a:endParaRPr lang="en-US" dirty="0"/>
          </a:p>
        </p:txBody>
      </p:sp>
      <p:sp>
        <p:nvSpPr>
          <p:cNvPr id="23" name="Text 10">
            <a:extLst>
              <a:ext uri="{FF2B5EF4-FFF2-40B4-BE49-F238E27FC236}">
                <a16:creationId xmlns:a16="http://schemas.microsoft.com/office/drawing/2014/main" id="{E75C2464-9BE1-5EEC-BB40-8929FB3BF477}"/>
              </a:ext>
            </a:extLst>
          </p:cNvPr>
          <p:cNvSpPr/>
          <p:nvPr/>
        </p:nvSpPr>
        <p:spPr>
          <a:xfrm>
            <a:off x="9770364" y="3369564"/>
            <a:ext cx="1389888" cy="164592"/>
          </a:xfrm>
          <a:prstGeom prst="rect">
            <a:avLst/>
          </a:prstGeom>
          <a:noFill/>
          <a:ln/>
        </p:spPr>
        <p:txBody>
          <a:bodyPr wrap="square" lIns="0" tIns="0" rIns="0" bIns="0" rtlCol="0" anchor="ctr"/>
          <a:lstStyle/>
          <a:p>
            <a:pPr marL="0" indent="0" algn="l">
              <a:buNone/>
            </a:pPr>
            <a:r>
              <a:rPr lang="en-US" sz="1600" dirty="0">
                <a:solidFill>
                  <a:srgbClr val="475569"/>
                </a:solidFill>
              </a:rPr>
              <a:t>Lakehouse / Warehouse</a:t>
            </a:r>
            <a:endParaRPr lang="en-US" sz="1600" dirty="0"/>
          </a:p>
        </p:txBody>
      </p:sp>
      <p:sp>
        <p:nvSpPr>
          <p:cNvPr id="24" name="Shape 11">
            <a:extLst>
              <a:ext uri="{FF2B5EF4-FFF2-40B4-BE49-F238E27FC236}">
                <a16:creationId xmlns:a16="http://schemas.microsoft.com/office/drawing/2014/main" id="{9B04E705-ABD6-0D1D-12D6-0E575510D3AC}"/>
              </a:ext>
            </a:extLst>
          </p:cNvPr>
          <p:cNvSpPr/>
          <p:nvPr/>
        </p:nvSpPr>
        <p:spPr>
          <a:xfrm>
            <a:off x="8782812" y="4046220"/>
            <a:ext cx="2606040" cy="566928"/>
          </a:xfrm>
          <a:prstGeom prst="roundRect">
            <a:avLst>
              <a:gd name="adj" fmla="val 11290"/>
            </a:avLst>
          </a:prstGeom>
          <a:solidFill>
            <a:srgbClr val="EAF0FB"/>
          </a:solidFill>
          <a:ln w="12700">
            <a:solidFill>
              <a:srgbClr val="EAF0FB"/>
            </a:solidFill>
            <a:prstDash val="solid"/>
          </a:ln>
        </p:spPr>
        <p:txBody>
          <a:bodyPr/>
          <a:lstStyle/>
          <a:p>
            <a:endParaRPr lang="en-US"/>
          </a:p>
        </p:txBody>
      </p:sp>
      <p:sp>
        <p:nvSpPr>
          <p:cNvPr id="25" name="Text 12">
            <a:extLst>
              <a:ext uri="{FF2B5EF4-FFF2-40B4-BE49-F238E27FC236}">
                <a16:creationId xmlns:a16="http://schemas.microsoft.com/office/drawing/2014/main" id="{86918D75-4DC5-90F6-5844-48B4B428DA45}"/>
              </a:ext>
            </a:extLst>
          </p:cNvPr>
          <p:cNvSpPr/>
          <p:nvPr/>
        </p:nvSpPr>
        <p:spPr>
          <a:xfrm>
            <a:off x="8947404" y="4192524"/>
            <a:ext cx="822960" cy="164592"/>
          </a:xfrm>
          <a:prstGeom prst="rect">
            <a:avLst/>
          </a:prstGeom>
          <a:noFill/>
          <a:ln/>
        </p:spPr>
        <p:txBody>
          <a:bodyPr wrap="square" lIns="0" tIns="0" rIns="0" bIns="0" rtlCol="0" anchor="ctr"/>
          <a:lstStyle/>
          <a:p>
            <a:pPr marL="0" indent="0">
              <a:buNone/>
            </a:pPr>
            <a:r>
              <a:rPr lang="en-US" b="1" dirty="0">
                <a:solidFill>
                  <a:srgbClr val="0F172A"/>
                </a:solidFill>
              </a:rPr>
              <a:t>Model</a:t>
            </a:r>
            <a:endParaRPr lang="en-US" dirty="0"/>
          </a:p>
        </p:txBody>
      </p:sp>
      <p:sp>
        <p:nvSpPr>
          <p:cNvPr id="26" name="Text 13">
            <a:extLst>
              <a:ext uri="{FF2B5EF4-FFF2-40B4-BE49-F238E27FC236}">
                <a16:creationId xmlns:a16="http://schemas.microsoft.com/office/drawing/2014/main" id="{6E37AC44-ADE4-5334-361B-D3C5E001CE51}"/>
              </a:ext>
            </a:extLst>
          </p:cNvPr>
          <p:cNvSpPr/>
          <p:nvPr/>
        </p:nvSpPr>
        <p:spPr>
          <a:xfrm>
            <a:off x="9770364" y="4192524"/>
            <a:ext cx="1389888" cy="164592"/>
          </a:xfrm>
          <a:prstGeom prst="rect">
            <a:avLst/>
          </a:prstGeom>
          <a:noFill/>
          <a:ln/>
        </p:spPr>
        <p:txBody>
          <a:bodyPr wrap="square" lIns="0" tIns="0" rIns="0" bIns="0" rtlCol="0" anchor="ctr"/>
          <a:lstStyle/>
          <a:p>
            <a:pPr marL="0" indent="0" algn="l">
              <a:buNone/>
            </a:pPr>
            <a:r>
              <a:rPr lang="en-US" sz="1600" dirty="0">
                <a:solidFill>
                  <a:srgbClr val="475569"/>
                </a:solidFill>
              </a:rPr>
              <a:t>Semantic model</a:t>
            </a:r>
            <a:endParaRPr lang="en-US" sz="1600" dirty="0"/>
          </a:p>
        </p:txBody>
      </p:sp>
      <p:sp>
        <p:nvSpPr>
          <p:cNvPr id="27" name="Shape 14">
            <a:extLst>
              <a:ext uri="{FF2B5EF4-FFF2-40B4-BE49-F238E27FC236}">
                <a16:creationId xmlns:a16="http://schemas.microsoft.com/office/drawing/2014/main" id="{25D5437F-34D3-7AFA-4928-F804096777E6}"/>
              </a:ext>
            </a:extLst>
          </p:cNvPr>
          <p:cNvSpPr/>
          <p:nvPr/>
        </p:nvSpPr>
        <p:spPr>
          <a:xfrm>
            <a:off x="8782812" y="4869180"/>
            <a:ext cx="2606040" cy="566928"/>
          </a:xfrm>
          <a:prstGeom prst="roundRect">
            <a:avLst>
              <a:gd name="adj" fmla="val 11290"/>
            </a:avLst>
          </a:prstGeom>
          <a:solidFill>
            <a:srgbClr val="DDF7F5"/>
          </a:solidFill>
          <a:ln w="12700">
            <a:solidFill>
              <a:srgbClr val="DDF7F5"/>
            </a:solidFill>
            <a:prstDash val="solid"/>
          </a:ln>
        </p:spPr>
        <p:txBody>
          <a:bodyPr/>
          <a:lstStyle/>
          <a:p>
            <a:endParaRPr lang="en-US"/>
          </a:p>
        </p:txBody>
      </p:sp>
      <p:sp>
        <p:nvSpPr>
          <p:cNvPr id="28" name="Text 15">
            <a:extLst>
              <a:ext uri="{FF2B5EF4-FFF2-40B4-BE49-F238E27FC236}">
                <a16:creationId xmlns:a16="http://schemas.microsoft.com/office/drawing/2014/main" id="{4D2EE156-4FF0-BE5A-C8A6-2E1438746805}"/>
              </a:ext>
            </a:extLst>
          </p:cNvPr>
          <p:cNvSpPr/>
          <p:nvPr/>
        </p:nvSpPr>
        <p:spPr>
          <a:xfrm>
            <a:off x="8947404" y="5015484"/>
            <a:ext cx="822960" cy="164592"/>
          </a:xfrm>
          <a:prstGeom prst="rect">
            <a:avLst/>
          </a:prstGeom>
          <a:noFill/>
          <a:ln/>
        </p:spPr>
        <p:txBody>
          <a:bodyPr wrap="square" lIns="0" tIns="0" rIns="0" bIns="0" rtlCol="0" anchor="ctr"/>
          <a:lstStyle/>
          <a:p>
            <a:pPr marL="0" indent="0">
              <a:buNone/>
            </a:pPr>
            <a:r>
              <a:rPr lang="en-US" b="1" dirty="0">
                <a:solidFill>
                  <a:srgbClr val="0F172A"/>
                </a:solidFill>
              </a:rPr>
              <a:t>Serve</a:t>
            </a:r>
            <a:endParaRPr lang="en-US" dirty="0"/>
          </a:p>
        </p:txBody>
      </p:sp>
      <p:sp>
        <p:nvSpPr>
          <p:cNvPr id="29" name="Text 16">
            <a:extLst>
              <a:ext uri="{FF2B5EF4-FFF2-40B4-BE49-F238E27FC236}">
                <a16:creationId xmlns:a16="http://schemas.microsoft.com/office/drawing/2014/main" id="{4D73F32C-0487-A78D-301F-A5D1BA19AA4A}"/>
              </a:ext>
            </a:extLst>
          </p:cNvPr>
          <p:cNvSpPr/>
          <p:nvPr/>
        </p:nvSpPr>
        <p:spPr>
          <a:xfrm>
            <a:off x="9770364" y="5015484"/>
            <a:ext cx="1389888" cy="164592"/>
          </a:xfrm>
          <a:prstGeom prst="rect">
            <a:avLst/>
          </a:prstGeom>
          <a:noFill/>
          <a:ln/>
        </p:spPr>
        <p:txBody>
          <a:bodyPr wrap="square" lIns="0" tIns="0" rIns="0" bIns="0" rtlCol="0" anchor="ctr"/>
          <a:lstStyle/>
          <a:p>
            <a:pPr marL="0" indent="0" algn="l">
              <a:buNone/>
            </a:pPr>
            <a:r>
              <a:rPr lang="en-US" sz="1600" dirty="0">
                <a:solidFill>
                  <a:srgbClr val="475569"/>
                </a:solidFill>
              </a:rPr>
              <a:t>Reports / APIs</a:t>
            </a:r>
            <a:endParaRPr lang="en-US" sz="1600" dirty="0"/>
          </a:p>
        </p:txBody>
      </p:sp>
      <p:sp>
        <p:nvSpPr>
          <p:cNvPr id="30" name="Text 17">
            <a:extLst>
              <a:ext uri="{FF2B5EF4-FFF2-40B4-BE49-F238E27FC236}">
                <a16:creationId xmlns:a16="http://schemas.microsoft.com/office/drawing/2014/main" id="{A822C143-0D58-A6D1-74C5-48A316E0D3AC}"/>
              </a:ext>
            </a:extLst>
          </p:cNvPr>
          <p:cNvSpPr/>
          <p:nvPr/>
        </p:nvSpPr>
        <p:spPr>
          <a:xfrm>
            <a:off x="8526780" y="5811012"/>
            <a:ext cx="3154680" cy="411480"/>
          </a:xfrm>
          <a:prstGeom prst="rect">
            <a:avLst/>
          </a:prstGeom>
          <a:noFill/>
          <a:ln/>
        </p:spPr>
        <p:txBody>
          <a:bodyPr wrap="square" lIns="0" tIns="0" rIns="0" bIns="0" rtlCol="0" anchor="ctr"/>
          <a:lstStyle/>
          <a:p>
            <a:pPr marL="0" indent="0">
              <a:buNone/>
            </a:pPr>
            <a:r>
              <a:rPr lang="en-US" sz="1600" dirty="0">
                <a:solidFill>
                  <a:srgbClr val="E2E8F0"/>
                </a:solidFill>
              </a:rPr>
              <a:t>Goal: determine whether a proposed Fabric solution is truly fit for production—not just technically functional.</a:t>
            </a:r>
            <a:endParaRPr lang="en-US" sz="1600" dirty="0"/>
          </a:p>
        </p:txBody>
      </p:sp>
    </p:spTree>
    <p:extLst>
      <p:ext uri="{BB962C8B-B14F-4D97-AF65-F5344CB8AC3E}">
        <p14:creationId xmlns:p14="http://schemas.microsoft.com/office/powerpoint/2010/main" val="34823707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034748E-849E-0D81-3716-4E071B43D06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DE3F139-055D-6EE8-0D6E-233487D9A580}"/>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546300DD-68B0-2A6D-AE63-8D88EED39FB8}"/>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AE8A28E8-A66E-8CA8-73B8-F2AFE5B30C7B}"/>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47DD47F5-06AD-86EA-24F8-D85926E11B51}"/>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851928CC-5D8D-2766-53CB-9146498CB6DE}"/>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8F2328B4-1B1C-8A07-71D8-54A284B0250C}"/>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7ED6C2A4-3A97-6CC8-5038-8D14C34E3874}"/>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75A57133-B9E7-A782-A178-E9EBD7F2AA48}"/>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Production readiness framework</a:t>
            </a:r>
          </a:p>
        </p:txBody>
      </p:sp>
      <p:sp>
        <p:nvSpPr>
          <p:cNvPr id="11" name="TextBox 9">
            <a:extLst>
              <a:ext uri="{FF2B5EF4-FFF2-40B4-BE49-F238E27FC236}">
                <a16:creationId xmlns:a16="http://schemas.microsoft.com/office/drawing/2014/main" id="{5D972A7E-413E-ED7E-63F2-C8D8931DD26C}"/>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68</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21BF1052-1515-2D6A-747E-8BABF80C0850}"/>
              </a:ext>
            </a:extLst>
          </p:cNvPr>
          <p:cNvSpPr/>
          <p:nvPr/>
        </p:nvSpPr>
        <p:spPr>
          <a:xfrm>
            <a:off x="1040297" y="1783084"/>
            <a:ext cx="8046720" cy="50292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What “production ready” means in Fabric</a:t>
            </a:r>
            <a:endParaRPr lang="en-US" sz="3600" dirty="0">
              <a:solidFill>
                <a:schemeClr val="bg1"/>
              </a:solidFill>
            </a:endParaRPr>
          </a:p>
        </p:txBody>
      </p:sp>
      <p:sp>
        <p:nvSpPr>
          <p:cNvPr id="12" name="Text 1">
            <a:extLst>
              <a:ext uri="{FF2B5EF4-FFF2-40B4-BE49-F238E27FC236}">
                <a16:creationId xmlns:a16="http://schemas.microsoft.com/office/drawing/2014/main" id="{303ED591-D17B-972F-A6A9-971396E258A1}"/>
              </a:ext>
            </a:extLst>
          </p:cNvPr>
          <p:cNvSpPr/>
          <p:nvPr/>
        </p:nvSpPr>
        <p:spPr>
          <a:xfrm>
            <a:off x="1058584" y="2336292"/>
            <a:ext cx="12505015"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Use a go/no-go standard, not a “works on my machine” standard.</a:t>
            </a:r>
            <a:endParaRPr lang="en-US" sz="2800" dirty="0">
              <a:solidFill>
                <a:schemeClr val="bg1"/>
              </a:solidFill>
            </a:endParaRPr>
          </a:p>
        </p:txBody>
      </p:sp>
      <p:sp>
        <p:nvSpPr>
          <p:cNvPr id="13" name="Shape 2">
            <a:extLst>
              <a:ext uri="{FF2B5EF4-FFF2-40B4-BE49-F238E27FC236}">
                <a16:creationId xmlns:a16="http://schemas.microsoft.com/office/drawing/2014/main" id="{53ECCB1D-BEA1-7E3C-6FB4-A1790569BE01}"/>
              </a:ext>
            </a:extLst>
          </p:cNvPr>
          <p:cNvSpPr/>
          <p:nvPr/>
        </p:nvSpPr>
        <p:spPr>
          <a:xfrm>
            <a:off x="1104305" y="2880364"/>
            <a:ext cx="10972800" cy="1051560"/>
          </a:xfrm>
          <a:prstGeom prst="roundRect">
            <a:avLst>
              <a:gd name="adj" fmla="val 6957"/>
            </a:avLst>
          </a:prstGeom>
          <a:solidFill>
            <a:srgbClr val="FFFFFF"/>
          </a:solidFill>
          <a:ln w="25400">
            <a:solidFill>
              <a:srgbClr val="0F3D91"/>
            </a:solidFill>
            <a:prstDash val="solid"/>
          </a:ln>
        </p:spPr>
        <p:txBody>
          <a:bodyPr/>
          <a:lstStyle/>
          <a:p>
            <a:endParaRPr lang="en-US"/>
          </a:p>
        </p:txBody>
      </p:sp>
      <p:sp>
        <p:nvSpPr>
          <p:cNvPr id="14" name="Text 3">
            <a:extLst>
              <a:ext uri="{FF2B5EF4-FFF2-40B4-BE49-F238E27FC236}">
                <a16:creationId xmlns:a16="http://schemas.microsoft.com/office/drawing/2014/main" id="{1231A703-0D05-FE5E-80AB-5191A60B6E2D}"/>
              </a:ext>
            </a:extLst>
          </p:cNvPr>
          <p:cNvSpPr/>
          <p:nvPr/>
        </p:nvSpPr>
        <p:spPr>
          <a:xfrm>
            <a:off x="1314617" y="3127252"/>
            <a:ext cx="10561320" cy="566928"/>
          </a:xfrm>
          <a:prstGeom prst="rect">
            <a:avLst/>
          </a:prstGeom>
          <a:noFill/>
          <a:ln/>
        </p:spPr>
        <p:txBody>
          <a:bodyPr wrap="square" lIns="0" tIns="0" rIns="0" bIns="0" rtlCol="0" anchor="ctr"/>
          <a:lstStyle/>
          <a:p>
            <a:pPr marL="0" indent="0" algn="ctr">
              <a:buNone/>
            </a:pPr>
            <a:r>
              <a:rPr lang="en-US" sz="2100" b="1" dirty="0">
                <a:solidFill>
                  <a:srgbClr val="0F172A"/>
                </a:solidFill>
              </a:rPr>
              <a:t>A Fabric solution is production ready when it can reliably meet business SLAs, protect data appropriately, operate within acceptable cost limits, recover from failure, and be changed safely without disrupting consumers.</a:t>
            </a:r>
            <a:endParaRPr lang="en-US" sz="2100" dirty="0"/>
          </a:p>
        </p:txBody>
      </p:sp>
      <p:sp>
        <p:nvSpPr>
          <p:cNvPr id="15" name="Shape 4">
            <a:extLst>
              <a:ext uri="{FF2B5EF4-FFF2-40B4-BE49-F238E27FC236}">
                <a16:creationId xmlns:a16="http://schemas.microsoft.com/office/drawing/2014/main" id="{6A038D95-3EC5-711C-4361-77AD543C44F5}"/>
              </a:ext>
            </a:extLst>
          </p:cNvPr>
          <p:cNvSpPr/>
          <p:nvPr/>
        </p:nvSpPr>
        <p:spPr>
          <a:xfrm>
            <a:off x="1223177" y="4480564"/>
            <a:ext cx="2514600" cy="1645920"/>
          </a:xfrm>
          <a:prstGeom prst="roundRect">
            <a:avLst>
              <a:gd name="adj" fmla="val 2778"/>
            </a:avLst>
          </a:prstGeom>
          <a:solidFill>
            <a:srgbClr val="EAF0FB"/>
          </a:solidFill>
          <a:ln w="12700">
            <a:solidFill>
              <a:srgbClr val="FFFFFF"/>
            </a:solidFill>
            <a:prstDash val="solid"/>
          </a:ln>
        </p:spPr>
        <p:txBody>
          <a:bodyPr/>
          <a:lstStyle/>
          <a:p>
            <a:endParaRPr lang="en-US"/>
          </a:p>
        </p:txBody>
      </p:sp>
      <p:sp>
        <p:nvSpPr>
          <p:cNvPr id="16" name="Text 5">
            <a:extLst>
              <a:ext uri="{FF2B5EF4-FFF2-40B4-BE49-F238E27FC236}">
                <a16:creationId xmlns:a16="http://schemas.microsoft.com/office/drawing/2014/main" id="{5800701A-39B3-638A-E56E-291A558642DB}"/>
              </a:ext>
            </a:extLst>
          </p:cNvPr>
          <p:cNvSpPr/>
          <p:nvPr/>
        </p:nvSpPr>
        <p:spPr>
          <a:xfrm>
            <a:off x="1387769" y="4773172"/>
            <a:ext cx="2103120" cy="228600"/>
          </a:xfrm>
          <a:prstGeom prst="rect">
            <a:avLst/>
          </a:prstGeom>
          <a:noFill/>
          <a:ln/>
        </p:spPr>
        <p:txBody>
          <a:bodyPr wrap="square" lIns="0" tIns="0" rIns="0" bIns="0" rtlCol="0" anchor="ctr"/>
          <a:lstStyle/>
          <a:p>
            <a:pPr marL="0" indent="0" algn="ctr">
              <a:buNone/>
            </a:pPr>
            <a:r>
              <a:rPr lang="en-US" sz="1900" b="1" dirty="0">
                <a:solidFill>
                  <a:srgbClr val="0F3D91"/>
                </a:solidFill>
              </a:rPr>
              <a:t>Reliability</a:t>
            </a:r>
            <a:endParaRPr lang="en-US" sz="1900" dirty="0"/>
          </a:p>
        </p:txBody>
      </p:sp>
      <p:sp>
        <p:nvSpPr>
          <p:cNvPr id="17" name="Text 6">
            <a:extLst>
              <a:ext uri="{FF2B5EF4-FFF2-40B4-BE49-F238E27FC236}">
                <a16:creationId xmlns:a16="http://schemas.microsoft.com/office/drawing/2014/main" id="{9EA1BE5C-8BA5-A93D-7A44-47BC2FB5CDEF}"/>
              </a:ext>
            </a:extLst>
          </p:cNvPr>
          <p:cNvSpPr/>
          <p:nvPr/>
        </p:nvSpPr>
        <p:spPr>
          <a:xfrm>
            <a:off x="1406057" y="5120644"/>
            <a:ext cx="2148840" cy="731520"/>
          </a:xfrm>
          <a:prstGeom prst="rect">
            <a:avLst/>
          </a:prstGeom>
          <a:noFill/>
          <a:ln/>
        </p:spPr>
        <p:txBody>
          <a:bodyPr wrap="square" lIns="0" tIns="0" rIns="0" bIns="0" rtlCol="0" anchor="ctr"/>
          <a:lstStyle/>
          <a:p>
            <a:pPr marL="0" indent="0" algn="ctr">
              <a:buNone/>
            </a:pPr>
            <a:r>
              <a:rPr lang="en-US" sz="1350" dirty="0">
                <a:solidFill>
                  <a:srgbClr val="475569"/>
                </a:solidFill>
              </a:rPr>
              <a:t>Will it keep working and recover predictably?</a:t>
            </a:r>
            <a:endParaRPr lang="en-US" sz="1350" dirty="0"/>
          </a:p>
        </p:txBody>
      </p:sp>
      <p:sp>
        <p:nvSpPr>
          <p:cNvPr id="18" name="Shape 7">
            <a:extLst>
              <a:ext uri="{FF2B5EF4-FFF2-40B4-BE49-F238E27FC236}">
                <a16:creationId xmlns:a16="http://schemas.microsoft.com/office/drawing/2014/main" id="{AC654B1F-F7A2-9DEA-1229-6AF8C9DE5740}"/>
              </a:ext>
            </a:extLst>
          </p:cNvPr>
          <p:cNvSpPr/>
          <p:nvPr/>
        </p:nvSpPr>
        <p:spPr>
          <a:xfrm>
            <a:off x="4057817" y="4480564"/>
            <a:ext cx="2514600" cy="1645920"/>
          </a:xfrm>
          <a:prstGeom prst="roundRect">
            <a:avLst>
              <a:gd name="adj" fmla="val 2778"/>
            </a:avLst>
          </a:prstGeom>
          <a:solidFill>
            <a:srgbClr val="DDF7F5"/>
          </a:solidFill>
          <a:ln w="12700">
            <a:solidFill>
              <a:srgbClr val="FFFFFF"/>
            </a:solidFill>
            <a:prstDash val="solid"/>
          </a:ln>
        </p:spPr>
        <p:txBody>
          <a:bodyPr/>
          <a:lstStyle/>
          <a:p>
            <a:endParaRPr lang="en-US"/>
          </a:p>
        </p:txBody>
      </p:sp>
      <p:sp>
        <p:nvSpPr>
          <p:cNvPr id="19" name="Text 8">
            <a:extLst>
              <a:ext uri="{FF2B5EF4-FFF2-40B4-BE49-F238E27FC236}">
                <a16:creationId xmlns:a16="http://schemas.microsoft.com/office/drawing/2014/main" id="{C768CEC0-BD5A-5FF5-9AD1-A293FE82C086}"/>
              </a:ext>
            </a:extLst>
          </p:cNvPr>
          <p:cNvSpPr/>
          <p:nvPr/>
        </p:nvSpPr>
        <p:spPr>
          <a:xfrm>
            <a:off x="4222409" y="4773172"/>
            <a:ext cx="2103120" cy="228600"/>
          </a:xfrm>
          <a:prstGeom prst="rect">
            <a:avLst/>
          </a:prstGeom>
          <a:noFill/>
          <a:ln/>
        </p:spPr>
        <p:txBody>
          <a:bodyPr wrap="square" lIns="0" tIns="0" rIns="0" bIns="0" rtlCol="0" anchor="ctr"/>
          <a:lstStyle/>
          <a:p>
            <a:pPr marL="0" indent="0" algn="ctr">
              <a:buNone/>
            </a:pPr>
            <a:r>
              <a:rPr lang="en-US" sz="1900" b="1" dirty="0">
                <a:solidFill>
                  <a:srgbClr val="0F3D91"/>
                </a:solidFill>
              </a:rPr>
              <a:t>Security</a:t>
            </a:r>
            <a:endParaRPr lang="en-US" sz="1900" dirty="0"/>
          </a:p>
        </p:txBody>
      </p:sp>
      <p:sp>
        <p:nvSpPr>
          <p:cNvPr id="20" name="Text 9">
            <a:extLst>
              <a:ext uri="{FF2B5EF4-FFF2-40B4-BE49-F238E27FC236}">
                <a16:creationId xmlns:a16="http://schemas.microsoft.com/office/drawing/2014/main" id="{F0B32080-24EC-53CD-8EB2-B48B268B35EE}"/>
              </a:ext>
            </a:extLst>
          </p:cNvPr>
          <p:cNvSpPr/>
          <p:nvPr/>
        </p:nvSpPr>
        <p:spPr>
          <a:xfrm>
            <a:off x="4240697" y="5120644"/>
            <a:ext cx="2148840" cy="731520"/>
          </a:xfrm>
          <a:prstGeom prst="rect">
            <a:avLst/>
          </a:prstGeom>
          <a:noFill/>
          <a:ln/>
        </p:spPr>
        <p:txBody>
          <a:bodyPr wrap="square" lIns="0" tIns="0" rIns="0" bIns="0" rtlCol="0" anchor="ctr"/>
          <a:lstStyle/>
          <a:p>
            <a:pPr marL="0" indent="0" algn="ctr">
              <a:buNone/>
            </a:pPr>
            <a:r>
              <a:rPr lang="en-US" sz="1350" dirty="0">
                <a:solidFill>
                  <a:srgbClr val="475569"/>
                </a:solidFill>
              </a:rPr>
              <a:t>Are access, sharing, and sensitive data controls defensible?</a:t>
            </a:r>
            <a:endParaRPr lang="en-US" sz="1350" dirty="0"/>
          </a:p>
        </p:txBody>
      </p:sp>
      <p:sp>
        <p:nvSpPr>
          <p:cNvPr id="21" name="Shape 10">
            <a:extLst>
              <a:ext uri="{FF2B5EF4-FFF2-40B4-BE49-F238E27FC236}">
                <a16:creationId xmlns:a16="http://schemas.microsoft.com/office/drawing/2014/main" id="{38915DF5-E8BA-34A9-0F3C-38EE5DCA7C6D}"/>
              </a:ext>
            </a:extLst>
          </p:cNvPr>
          <p:cNvSpPr/>
          <p:nvPr/>
        </p:nvSpPr>
        <p:spPr>
          <a:xfrm>
            <a:off x="6892457" y="4480564"/>
            <a:ext cx="2514600" cy="1645920"/>
          </a:xfrm>
          <a:prstGeom prst="roundRect">
            <a:avLst>
              <a:gd name="adj" fmla="val 2778"/>
            </a:avLst>
          </a:prstGeom>
          <a:solidFill>
            <a:srgbClr val="EAF0FB"/>
          </a:solidFill>
          <a:ln w="12700">
            <a:solidFill>
              <a:srgbClr val="FFFFFF"/>
            </a:solidFill>
            <a:prstDash val="solid"/>
          </a:ln>
        </p:spPr>
        <p:txBody>
          <a:bodyPr/>
          <a:lstStyle/>
          <a:p>
            <a:endParaRPr lang="en-US"/>
          </a:p>
        </p:txBody>
      </p:sp>
      <p:sp>
        <p:nvSpPr>
          <p:cNvPr id="22" name="Text 11">
            <a:extLst>
              <a:ext uri="{FF2B5EF4-FFF2-40B4-BE49-F238E27FC236}">
                <a16:creationId xmlns:a16="http://schemas.microsoft.com/office/drawing/2014/main" id="{E8517517-D4B7-C2F8-ABA5-EEF8F40681AB}"/>
              </a:ext>
            </a:extLst>
          </p:cNvPr>
          <p:cNvSpPr/>
          <p:nvPr/>
        </p:nvSpPr>
        <p:spPr>
          <a:xfrm>
            <a:off x="7057049" y="4773172"/>
            <a:ext cx="2103120" cy="228600"/>
          </a:xfrm>
          <a:prstGeom prst="rect">
            <a:avLst/>
          </a:prstGeom>
          <a:noFill/>
          <a:ln/>
        </p:spPr>
        <p:txBody>
          <a:bodyPr wrap="square" lIns="0" tIns="0" rIns="0" bIns="0" rtlCol="0" anchor="ctr"/>
          <a:lstStyle/>
          <a:p>
            <a:pPr marL="0" indent="0" algn="ctr">
              <a:buNone/>
            </a:pPr>
            <a:r>
              <a:rPr lang="en-US" sz="1900" b="1" dirty="0">
                <a:solidFill>
                  <a:srgbClr val="0F3D91"/>
                </a:solidFill>
              </a:rPr>
              <a:t>Operational Excellence</a:t>
            </a:r>
            <a:endParaRPr lang="en-US" sz="1900" dirty="0"/>
          </a:p>
        </p:txBody>
      </p:sp>
      <p:sp>
        <p:nvSpPr>
          <p:cNvPr id="23" name="Text 12">
            <a:extLst>
              <a:ext uri="{FF2B5EF4-FFF2-40B4-BE49-F238E27FC236}">
                <a16:creationId xmlns:a16="http://schemas.microsoft.com/office/drawing/2014/main" id="{0E74DC93-8C79-7AEB-46D5-EAF7E1F7CCCC}"/>
              </a:ext>
            </a:extLst>
          </p:cNvPr>
          <p:cNvSpPr/>
          <p:nvPr/>
        </p:nvSpPr>
        <p:spPr>
          <a:xfrm>
            <a:off x="7075337" y="5120644"/>
            <a:ext cx="2148840" cy="731520"/>
          </a:xfrm>
          <a:prstGeom prst="rect">
            <a:avLst/>
          </a:prstGeom>
          <a:noFill/>
          <a:ln/>
        </p:spPr>
        <p:txBody>
          <a:bodyPr wrap="square" lIns="0" tIns="0" rIns="0" bIns="0" rtlCol="0" anchor="ctr"/>
          <a:lstStyle/>
          <a:p>
            <a:pPr marL="0" indent="0" algn="ctr">
              <a:buNone/>
            </a:pPr>
            <a:r>
              <a:rPr lang="en-US" sz="1350" dirty="0">
                <a:solidFill>
                  <a:srgbClr val="475569"/>
                </a:solidFill>
              </a:rPr>
              <a:t>Can people monitor, support, and change it safely?</a:t>
            </a:r>
            <a:endParaRPr lang="en-US" sz="1350" dirty="0"/>
          </a:p>
        </p:txBody>
      </p:sp>
      <p:sp>
        <p:nvSpPr>
          <p:cNvPr id="24" name="Shape 13">
            <a:extLst>
              <a:ext uri="{FF2B5EF4-FFF2-40B4-BE49-F238E27FC236}">
                <a16:creationId xmlns:a16="http://schemas.microsoft.com/office/drawing/2014/main" id="{A2B6CF49-8BA8-A46F-42D7-FCFABF2C50C6}"/>
              </a:ext>
            </a:extLst>
          </p:cNvPr>
          <p:cNvSpPr/>
          <p:nvPr/>
        </p:nvSpPr>
        <p:spPr>
          <a:xfrm>
            <a:off x="9727097" y="4480564"/>
            <a:ext cx="2514600" cy="1645920"/>
          </a:xfrm>
          <a:prstGeom prst="roundRect">
            <a:avLst>
              <a:gd name="adj" fmla="val 2778"/>
            </a:avLst>
          </a:prstGeom>
          <a:solidFill>
            <a:srgbClr val="DDF7F5"/>
          </a:solidFill>
          <a:ln w="12700">
            <a:solidFill>
              <a:srgbClr val="FFFFFF"/>
            </a:solidFill>
            <a:prstDash val="solid"/>
          </a:ln>
        </p:spPr>
        <p:txBody>
          <a:bodyPr/>
          <a:lstStyle/>
          <a:p>
            <a:endParaRPr lang="en-US"/>
          </a:p>
        </p:txBody>
      </p:sp>
      <p:sp>
        <p:nvSpPr>
          <p:cNvPr id="25" name="Text 14">
            <a:extLst>
              <a:ext uri="{FF2B5EF4-FFF2-40B4-BE49-F238E27FC236}">
                <a16:creationId xmlns:a16="http://schemas.microsoft.com/office/drawing/2014/main" id="{B060AE7D-2863-EF9F-5312-8A87FBE97E74}"/>
              </a:ext>
            </a:extLst>
          </p:cNvPr>
          <p:cNvSpPr/>
          <p:nvPr/>
        </p:nvSpPr>
        <p:spPr>
          <a:xfrm>
            <a:off x="9891689" y="4773172"/>
            <a:ext cx="2103120" cy="228600"/>
          </a:xfrm>
          <a:prstGeom prst="rect">
            <a:avLst/>
          </a:prstGeom>
          <a:noFill/>
          <a:ln/>
        </p:spPr>
        <p:txBody>
          <a:bodyPr wrap="square" lIns="0" tIns="0" rIns="0" bIns="0" rtlCol="0" anchor="ctr"/>
          <a:lstStyle/>
          <a:p>
            <a:pPr marL="0" indent="0" algn="ctr">
              <a:buNone/>
            </a:pPr>
            <a:r>
              <a:rPr lang="en-US" sz="1900" b="1" dirty="0">
                <a:solidFill>
                  <a:srgbClr val="0F3D91"/>
                </a:solidFill>
              </a:rPr>
              <a:t>Cost Optimization</a:t>
            </a:r>
            <a:endParaRPr lang="en-US" sz="1900" dirty="0"/>
          </a:p>
        </p:txBody>
      </p:sp>
      <p:sp>
        <p:nvSpPr>
          <p:cNvPr id="26" name="Text 15">
            <a:extLst>
              <a:ext uri="{FF2B5EF4-FFF2-40B4-BE49-F238E27FC236}">
                <a16:creationId xmlns:a16="http://schemas.microsoft.com/office/drawing/2014/main" id="{5C9C7BC1-6ABF-7572-1CCB-8D21979867BF}"/>
              </a:ext>
            </a:extLst>
          </p:cNvPr>
          <p:cNvSpPr/>
          <p:nvPr/>
        </p:nvSpPr>
        <p:spPr>
          <a:xfrm>
            <a:off x="9909977" y="5120644"/>
            <a:ext cx="2148840" cy="731520"/>
          </a:xfrm>
          <a:prstGeom prst="rect">
            <a:avLst/>
          </a:prstGeom>
          <a:noFill/>
          <a:ln/>
        </p:spPr>
        <p:txBody>
          <a:bodyPr wrap="square" lIns="0" tIns="0" rIns="0" bIns="0" rtlCol="0" anchor="ctr"/>
          <a:lstStyle/>
          <a:p>
            <a:pPr marL="0" indent="0" algn="ctr">
              <a:buNone/>
            </a:pPr>
            <a:r>
              <a:rPr lang="en-US" sz="1350" dirty="0">
                <a:solidFill>
                  <a:srgbClr val="475569"/>
                </a:solidFill>
              </a:rPr>
              <a:t>Can capacity and consumption stay inside guardrails?</a:t>
            </a:r>
            <a:endParaRPr lang="en-US" sz="1350" dirty="0"/>
          </a:p>
        </p:txBody>
      </p:sp>
      <p:sp>
        <p:nvSpPr>
          <p:cNvPr id="27" name="Text 16">
            <a:extLst>
              <a:ext uri="{FF2B5EF4-FFF2-40B4-BE49-F238E27FC236}">
                <a16:creationId xmlns:a16="http://schemas.microsoft.com/office/drawing/2014/main" id="{8586703A-11CC-3DB9-BF34-5753943690AC}"/>
              </a:ext>
            </a:extLst>
          </p:cNvPr>
          <p:cNvSpPr/>
          <p:nvPr/>
        </p:nvSpPr>
        <p:spPr>
          <a:xfrm>
            <a:off x="1314617" y="6510532"/>
            <a:ext cx="10332720" cy="320040"/>
          </a:xfrm>
          <a:prstGeom prst="rect">
            <a:avLst/>
          </a:prstGeom>
          <a:noFill/>
          <a:ln/>
        </p:spPr>
        <p:txBody>
          <a:bodyPr wrap="square" lIns="0" tIns="0" rIns="0" bIns="0" rtlCol="0" anchor="ctr"/>
          <a:lstStyle/>
          <a:p>
            <a:pPr marL="0" indent="0" algn="ctr">
              <a:buNone/>
            </a:pPr>
            <a:r>
              <a:rPr lang="en-US" dirty="0">
                <a:solidFill>
                  <a:schemeClr val="bg1"/>
                </a:solidFill>
              </a:rPr>
              <a:t>Anchor the review in the five Azure Well-Architected pillars: reliability, security, cost optimization, operational excellence, and performance efficiency.</a:t>
            </a:r>
          </a:p>
        </p:txBody>
      </p:sp>
      <p:sp>
        <p:nvSpPr>
          <p:cNvPr id="30" name="Shape 10">
            <a:extLst>
              <a:ext uri="{FF2B5EF4-FFF2-40B4-BE49-F238E27FC236}">
                <a16:creationId xmlns:a16="http://schemas.microsoft.com/office/drawing/2014/main" id="{7BE3DDBF-2611-1AA4-F63E-9E90A8C1C650}"/>
              </a:ext>
            </a:extLst>
          </p:cNvPr>
          <p:cNvSpPr/>
          <p:nvPr/>
        </p:nvSpPr>
        <p:spPr>
          <a:xfrm>
            <a:off x="12561737" y="4462517"/>
            <a:ext cx="2514600" cy="1645920"/>
          </a:xfrm>
          <a:prstGeom prst="roundRect">
            <a:avLst>
              <a:gd name="adj" fmla="val 2778"/>
            </a:avLst>
          </a:prstGeom>
          <a:solidFill>
            <a:srgbClr val="EAF0FB"/>
          </a:solidFill>
          <a:ln w="12700">
            <a:solidFill>
              <a:srgbClr val="FFFFFF"/>
            </a:solidFill>
            <a:prstDash val="solid"/>
          </a:ln>
        </p:spPr>
        <p:txBody>
          <a:bodyPr/>
          <a:lstStyle/>
          <a:p>
            <a:endParaRPr lang="en-US"/>
          </a:p>
        </p:txBody>
      </p:sp>
      <p:sp>
        <p:nvSpPr>
          <p:cNvPr id="32" name="Text 11">
            <a:extLst>
              <a:ext uri="{FF2B5EF4-FFF2-40B4-BE49-F238E27FC236}">
                <a16:creationId xmlns:a16="http://schemas.microsoft.com/office/drawing/2014/main" id="{E097DD6B-865F-66CD-A82A-2995601CB441}"/>
              </a:ext>
            </a:extLst>
          </p:cNvPr>
          <p:cNvSpPr/>
          <p:nvPr/>
        </p:nvSpPr>
        <p:spPr>
          <a:xfrm>
            <a:off x="12726329" y="4755125"/>
            <a:ext cx="2103120" cy="228600"/>
          </a:xfrm>
          <a:prstGeom prst="rect">
            <a:avLst/>
          </a:prstGeom>
          <a:noFill/>
          <a:ln/>
        </p:spPr>
        <p:txBody>
          <a:bodyPr wrap="square" lIns="0" tIns="0" rIns="0" bIns="0" rtlCol="0" anchor="ctr"/>
          <a:lstStyle/>
          <a:p>
            <a:pPr marL="0" indent="0" algn="ctr">
              <a:buNone/>
            </a:pPr>
            <a:r>
              <a:rPr lang="en-US" sz="1900" b="1" dirty="0">
                <a:solidFill>
                  <a:srgbClr val="0F3D91"/>
                </a:solidFill>
              </a:rPr>
              <a:t>Performance Efficiency</a:t>
            </a:r>
            <a:endParaRPr lang="en-US" sz="1900" dirty="0"/>
          </a:p>
        </p:txBody>
      </p:sp>
      <p:sp>
        <p:nvSpPr>
          <p:cNvPr id="34" name="Text 12">
            <a:extLst>
              <a:ext uri="{FF2B5EF4-FFF2-40B4-BE49-F238E27FC236}">
                <a16:creationId xmlns:a16="http://schemas.microsoft.com/office/drawing/2014/main" id="{AF7C2204-5057-DD25-63BF-2C9C170FA3E6}"/>
              </a:ext>
            </a:extLst>
          </p:cNvPr>
          <p:cNvSpPr/>
          <p:nvPr/>
        </p:nvSpPr>
        <p:spPr>
          <a:xfrm>
            <a:off x="12744617" y="5102597"/>
            <a:ext cx="2148840" cy="731520"/>
          </a:xfrm>
          <a:prstGeom prst="rect">
            <a:avLst/>
          </a:prstGeom>
          <a:noFill/>
          <a:ln/>
        </p:spPr>
        <p:txBody>
          <a:bodyPr wrap="square" lIns="0" tIns="0" rIns="0" bIns="0" rtlCol="0" anchor="ctr"/>
          <a:lstStyle/>
          <a:p>
            <a:pPr marL="0" indent="0" algn="ctr">
              <a:buNone/>
            </a:pPr>
            <a:r>
              <a:rPr lang="en-US" sz="1350" dirty="0">
                <a:solidFill>
                  <a:srgbClr val="475569"/>
                </a:solidFill>
              </a:rPr>
              <a:t>Does the solution meet SLAs?</a:t>
            </a:r>
            <a:endParaRPr lang="en-US" sz="1350" dirty="0"/>
          </a:p>
        </p:txBody>
      </p:sp>
    </p:spTree>
    <p:extLst>
      <p:ext uri="{BB962C8B-B14F-4D97-AF65-F5344CB8AC3E}">
        <p14:creationId xmlns:p14="http://schemas.microsoft.com/office/powerpoint/2010/main" val="38891502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C3C5426-A075-BD5A-1E7D-45BB413C526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6C89533-4184-0EB5-9CB7-ADFC591C163E}"/>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0A571260-0895-840A-D29F-53F4D922F868}"/>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BCF0CBDC-8CC0-A699-1F70-461C22C61F06}"/>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A27A8FD1-4030-C02C-C6B0-1F6445E2FAA9}"/>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1FA03781-F9C9-BF08-C6B8-517535C0EE31}"/>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671F085C-2E0E-C87B-16B5-48223B1FD729}"/>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F3F196CC-A1AE-A9AC-5BE0-45875FAD3547}"/>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0DB07F97-A284-0CCC-B583-9AEB41EFA2F6}"/>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Production readiness framework</a:t>
            </a:r>
          </a:p>
        </p:txBody>
      </p:sp>
      <p:sp>
        <p:nvSpPr>
          <p:cNvPr id="11" name="TextBox 9">
            <a:extLst>
              <a:ext uri="{FF2B5EF4-FFF2-40B4-BE49-F238E27FC236}">
                <a16:creationId xmlns:a16="http://schemas.microsoft.com/office/drawing/2014/main" id="{FBC5C15E-512F-939E-930F-06872EE9E232}"/>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69</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905041F0-3764-2075-FA15-E48A79E2F0D2}"/>
              </a:ext>
            </a:extLst>
          </p:cNvPr>
          <p:cNvSpPr/>
          <p:nvPr/>
        </p:nvSpPr>
        <p:spPr>
          <a:xfrm>
            <a:off x="1094577" y="1699260"/>
            <a:ext cx="8046720" cy="50292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The 9 decision domains for Fabric</a:t>
            </a:r>
            <a:endParaRPr lang="en-US" sz="3600" dirty="0">
              <a:solidFill>
                <a:schemeClr val="bg1"/>
              </a:solidFill>
            </a:endParaRPr>
          </a:p>
        </p:txBody>
      </p:sp>
      <p:sp>
        <p:nvSpPr>
          <p:cNvPr id="12" name="Text 1">
            <a:extLst>
              <a:ext uri="{FF2B5EF4-FFF2-40B4-BE49-F238E27FC236}">
                <a16:creationId xmlns:a16="http://schemas.microsoft.com/office/drawing/2014/main" id="{11C50C6A-BC5C-9B67-626E-467219108F4F}"/>
              </a:ext>
            </a:extLst>
          </p:cNvPr>
          <p:cNvSpPr/>
          <p:nvPr/>
        </p:nvSpPr>
        <p:spPr>
          <a:xfrm>
            <a:off x="1112864" y="2202180"/>
            <a:ext cx="15499825"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Review every proposed architecture across the same domains so the conversation stays structured.</a:t>
            </a:r>
            <a:endParaRPr lang="en-US" sz="2800" dirty="0">
              <a:solidFill>
                <a:schemeClr val="bg1"/>
              </a:solidFill>
            </a:endParaRPr>
          </a:p>
        </p:txBody>
      </p:sp>
      <p:sp>
        <p:nvSpPr>
          <p:cNvPr id="13" name="Shape 2">
            <a:extLst>
              <a:ext uri="{FF2B5EF4-FFF2-40B4-BE49-F238E27FC236}">
                <a16:creationId xmlns:a16="http://schemas.microsoft.com/office/drawing/2014/main" id="{783519D6-0323-4ED8-16D6-48C28A13526F}"/>
              </a:ext>
            </a:extLst>
          </p:cNvPr>
          <p:cNvSpPr/>
          <p:nvPr/>
        </p:nvSpPr>
        <p:spPr>
          <a:xfrm>
            <a:off x="1186017" y="2705100"/>
            <a:ext cx="5212080" cy="841248"/>
          </a:xfrm>
          <a:prstGeom prst="roundRect">
            <a:avLst>
              <a:gd name="adj" fmla="val 5435"/>
            </a:avLst>
          </a:prstGeom>
          <a:solidFill>
            <a:srgbClr val="FFFFFF"/>
          </a:solidFill>
          <a:ln w="19050">
            <a:solidFill>
              <a:srgbClr val="11B5AE"/>
            </a:solidFill>
            <a:prstDash val="solid"/>
          </a:ln>
        </p:spPr>
        <p:txBody>
          <a:bodyPr/>
          <a:lstStyle/>
          <a:p>
            <a:endParaRPr lang="en-US"/>
          </a:p>
        </p:txBody>
      </p:sp>
      <p:sp>
        <p:nvSpPr>
          <p:cNvPr id="14" name="Text 3">
            <a:extLst>
              <a:ext uri="{FF2B5EF4-FFF2-40B4-BE49-F238E27FC236}">
                <a16:creationId xmlns:a16="http://schemas.microsoft.com/office/drawing/2014/main" id="{4B2C712E-4D0D-0BE1-D774-5686BE088959}"/>
              </a:ext>
            </a:extLst>
          </p:cNvPr>
          <p:cNvSpPr/>
          <p:nvPr/>
        </p:nvSpPr>
        <p:spPr>
          <a:xfrm>
            <a:off x="1350609" y="2967228"/>
            <a:ext cx="1554480" cy="201168"/>
          </a:xfrm>
          <a:prstGeom prst="rect">
            <a:avLst/>
          </a:prstGeom>
          <a:noFill/>
          <a:ln/>
        </p:spPr>
        <p:txBody>
          <a:bodyPr wrap="square" lIns="0" tIns="0" rIns="0" bIns="0" rtlCol="0" anchor="ctr"/>
          <a:lstStyle/>
          <a:p>
            <a:pPr marL="0" indent="0">
              <a:buNone/>
            </a:pPr>
            <a:r>
              <a:rPr lang="en-US" b="1" dirty="0">
                <a:solidFill>
                  <a:srgbClr val="0F172A"/>
                </a:solidFill>
              </a:rPr>
              <a:t>1  Business Fit &amp; Criticality</a:t>
            </a:r>
            <a:endParaRPr lang="en-US" dirty="0"/>
          </a:p>
        </p:txBody>
      </p:sp>
      <p:sp>
        <p:nvSpPr>
          <p:cNvPr id="15" name="Text 4">
            <a:extLst>
              <a:ext uri="{FF2B5EF4-FFF2-40B4-BE49-F238E27FC236}">
                <a16:creationId xmlns:a16="http://schemas.microsoft.com/office/drawing/2014/main" id="{117A1A47-908B-4589-3E49-E3A615714F76}"/>
              </a:ext>
            </a:extLst>
          </p:cNvPr>
          <p:cNvSpPr/>
          <p:nvPr/>
        </p:nvSpPr>
        <p:spPr>
          <a:xfrm>
            <a:off x="3352800" y="2863596"/>
            <a:ext cx="2907792" cy="457200"/>
          </a:xfrm>
          <a:prstGeom prst="rect">
            <a:avLst/>
          </a:prstGeom>
          <a:noFill/>
          <a:ln/>
        </p:spPr>
        <p:txBody>
          <a:bodyPr wrap="square" lIns="0" tIns="0" rIns="0" bIns="0" rtlCol="0" anchor="ctr"/>
          <a:lstStyle/>
          <a:p>
            <a:pPr marL="0" indent="0">
              <a:buNone/>
            </a:pPr>
            <a:r>
              <a:rPr lang="en-US" dirty="0">
                <a:solidFill>
                  <a:srgbClr val="475569"/>
                </a:solidFill>
              </a:rPr>
              <a:t>Workload criticality, data latency, SLA, impact of failure</a:t>
            </a:r>
            <a:endParaRPr lang="en-US" dirty="0"/>
          </a:p>
        </p:txBody>
      </p:sp>
      <p:sp>
        <p:nvSpPr>
          <p:cNvPr id="16" name="Shape 5">
            <a:extLst>
              <a:ext uri="{FF2B5EF4-FFF2-40B4-BE49-F238E27FC236}">
                <a16:creationId xmlns:a16="http://schemas.microsoft.com/office/drawing/2014/main" id="{E5979727-A3DB-42C4-49FB-FCFC40583F5E}"/>
              </a:ext>
            </a:extLst>
          </p:cNvPr>
          <p:cNvSpPr/>
          <p:nvPr/>
        </p:nvSpPr>
        <p:spPr>
          <a:xfrm>
            <a:off x="6855297" y="3808476"/>
            <a:ext cx="5212080" cy="841248"/>
          </a:xfrm>
          <a:prstGeom prst="roundRect">
            <a:avLst>
              <a:gd name="adj" fmla="val 5435"/>
            </a:avLst>
          </a:prstGeom>
          <a:solidFill>
            <a:srgbClr val="FFFFFF"/>
          </a:solidFill>
          <a:ln w="19050">
            <a:solidFill>
              <a:srgbClr val="CBD5E1"/>
            </a:solidFill>
            <a:prstDash val="solid"/>
          </a:ln>
        </p:spPr>
        <p:txBody>
          <a:bodyPr/>
          <a:lstStyle/>
          <a:p>
            <a:endParaRPr lang="en-US"/>
          </a:p>
        </p:txBody>
      </p:sp>
      <p:sp>
        <p:nvSpPr>
          <p:cNvPr id="17" name="Text 6">
            <a:extLst>
              <a:ext uri="{FF2B5EF4-FFF2-40B4-BE49-F238E27FC236}">
                <a16:creationId xmlns:a16="http://schemas.microsoft.com/office/drawing/2014/main" id="{1F4C97D5-B3EB-E6FB-1699-9A88BEE23B93}"/>
              </a:ext>
            </a:extLst>
          </p:cNvPr>
          <p:cNvSpPr/>
          <p:nvPr/>
        </p:nvSpPr>
        <p:spPr>
          <a:xfrm>
            <a:off x="7019889" y="4070604"/>
            <a:ext cx="1554480" cy="201168"/>
          </a:xfrm>
          <a:prstGeom prst="rect">
            <a:avLst/>
          </a:prstGeom>
          <a:noFill/>
          <a:ln/>
        </p:spPr>
        <p:txBody>
          <a:bodyPr wrap="square" lIns="0" tIns="0" rIns="0" bIns="0" rtlCol="0" anchor="ctr"/>
          <a:lstStyle/>
          <a:p>
            <a:pPr marL="0" indent="0">
              <a:buNone/>
            </a:pPr>
            <a:r>
              <a:rPr lang="en-US" b="1" dirty="0">
                <a:solidFill>
                  <a:srgbClr val="0F172A"/>
                </a:solidFill>
              </a:rPr>
              <a:t>6  Architecture Clarity</a:t>
            </a:r>
            <a:endParaRPr lang="en-US" dirty="0"/>
          </a:p>
        </p:txBody>
      </p:sp>
      <p:sp>
        <p:nvSpPr>
          <p:cNvPr id="18" name="Text 7">
            <a:extLst>
              <a:ext uri="{FF2B5EF4-FFF2-40B4-BE49-F238E27FC236}">
                <a16:creationId xmlns:a16="http://schemas.microsoft.com/office/drawing/2014/main" id="{53022E26-E149-586F-E0EE-D238DB91A126}"/>
              </a:ext>
            </a:extLst>
          </p:cNvPr>
          <p:cNvSpPr/>
          <p:nvPr/>
        </p:nvSpPr>
        <p:spPr>
          <a:xfrm>
            <a:off x="9022080" y="3966972"/>
            <a:ext cx="2907792" cy="457200"/>
          </a:xfrm>
          <a:prstGeom prst="rect">
            <a:avLst/>
          </a:prstGeom>
          <a:noFill/>
          <a:ln/>
        </p:spPr>
        <p:txBody>
          <a:bodyPr wrap="square" lIns="0" tIns="0" rIns="0" bIns="0" rtlCol="0" anchor="ctr"/>
          <a:lstStyle/>
          <a:p>
            <a:pPr marL="0" indent="0">
              <a:buNone/>
            </a:pPr>
            <a:r>
              <a:rPr lang="en-US" dirty="0">
                <a:solidFill>
                  <a:srgbClr val="475569"/>
                </a:solidFill>
              </a:rPr>
              <a:t>Clear role for Lakehouse, Warehouse, pipelines, semantic model, serving layer</a:t>
            </a:r>
            <a:endParaRPr lang="en-US" dirty="0"/>
          </a:p>
        </p:txBody>
      </p:sp>
      <p:sp>
        <p:nvSpPr>
          <p:cNvPr id="19" name="Shape 8">
            <a:extLst>
              <a:ext uri="{FF2B5EF4-FFF2-40B4-BE49-F238E27FC236}">
                <a16:creationId xmlns:a16="http://schemas.microsoft.com/office/drawing/2014/main" id="{698D453B-A1D0-FBB6-8D45-30E6725F0699}"/>
              </a:ext>
            </a:extLst>
          </p:cNvPr>
          <p:cNvSpPr/>
          <p:nvPr/>
        </p:nvSpPr>
        <p:spPr>
          <a:xfrm>
            <a:off x="1186017" y="4936236"/>
            <a:ext cx="5212080" cy="841248"/>
          </a:xfrm>
          <a:prstGeom prst="roundRect">
            <a:avLst>
              <a:gd name="adj" fmla="val 5435"/>
            </a:avLst>
          </a:prstGeom>
          <a:solidFill>
            <a:srgbClr val="FFFFFF"/>
          </a:solidFill>
          <a:ln w="19050">
            <a:solidFill>
              <a:srgbClr val="11B5AE"/>
            </a:solidFill>
            <a:prstDash val="solid"/>
          </a:ln>
        </p:spPr>
        <p:txBody>
          <a:bodyPr/>
          <a:lstStyle/>
          <a:p>
            <a:endParaRPr lang="en-US"/>
          </a:p>
        </p:txBody>
      </p:sp>
      <p:sp>
        <p:nvSpPr>
          <p:cNvPr id="20" name="Text 9">
            <a:extLst>
              <a:ext uri="{FF2B5EF4-FFF2-40B4-BE49-F238E27FC236}">
                <a16:creationId xmlns:a16="http://schemas.microsoft.com/office/drawing/2014/main" id="{3773C472-57E2-AD6A-61ED-B9871D53C9A1}"/>
              </a:ext>
            </a:extLst>
          </p:cNvPr>
          <p:cNvSpPr/>
          <p:nvPr/>
        </p:nvSpPr>
        <p:spPr>
          <a:xfrm>
            <a:off x="1350609" y="5198364"/>
            <a:ext cx="1554480" cy="201168"/>
          </a:xfrm>
          <a:prstGeom prst="rect">
            <a:avLst/>
          </a:prstGeom>
          <a:noFill/>
          <a:ln/>
        </p:spPr>
        <p:txBody>
          <a:bodyPr wrap="square" lIns="0" tIns="0" rIns="0" bIns="0" rtlCol="0" anchor="ctr"/>
          <a:lstStyle/>
          <a:p>
            <a:pPr marL="0" indent="0">
              <a:buNone/>
            </a:pPr>
            <a:r>
              <a:rPr lang="en-US" b="1" dirty="0">
                <a:solidFill>
                  <a:srgbClr val="0F172A"/>
                </a:solidFill>
              </a:rPr>
              <a:t>3  Reliability &amp; Recoverability</a:t>
            </a:r>
            <a:endParaRPr lang="en-US" dirty="0"/>
          </a:p>
        </p:txBody>
      </p:sp>
      <p:sp>
        <p:nvSpPr>
          <p:cNvPr id="21" name="Text 10">
            <a:extLst>
              <a:ext uri="{FF2B5EF4-FFF2-40B4-BE49-F238E27FC236}">
                <a16:creationId xmlns:a16="http://schemas.microsoft.com/office/drawing/2014/main" id="{E6A1DD51-1892-8280-6CAE-5072AF03D3A3}"/>
              </a:ext>
            </a:extLst>
          </p:cNvPr>
          <p:cNvSpPr/>
          <p:nvPr/>
        </p:nvSpPr>
        <p:spPr>
          <a:xfrm>
            <a:off x="3352800" y="5094732"/>
            <a:ext cx="2907792" cy="457200"/>
          </a:xfrm>
          <a:prstGeom prst="rect">
            <a:avLst/>
          </a:prstGeom>
          <a:noFill/>
          <a:ln/>
        </p:spPr>
        <p:txBody>
          <a:bodyPr wrap="square" lIns="0" tIns="0" rIns="0" bIns="0" rtlCol="0" anchor="ctr"/>
          <a:lstStyle/>
          <a:p>
            <a:pPr marL="0" indent="0">
              <a:buNone/>
            </a:pPr>
            <a:r>
              <a:rPr lang="en-US" dirty="0">
                <a:solidFill>
                  <a:srgbClr val="475569"/>
                </a:solidFill>
              </a:rPr>
              <a:t>Retries, dependency handling, recovery plan, RTO/RPO expectations</a:t>
            </a:r>
            <a:endParaRPr lang="en-US" dirty="0"/>
          </a:p>
        </p:txBody>
      </p:sp>
      <p:sp>
        <p:nvSpPr>
          <p:cNvPr id="22" name="Shape 11">
            <a:extLst>
              <a:ext uri="{FF2B5EF4-FFF2-40B4-BE49-F238E27FC236}">
                <a16:creationId xmlns:a16="http://schemas.microsoft.com/office/drawing/2014/main" id="{C66CD83F-EF22-0897-9C6C-BD3D253E6F9B}"/>
              </a:ext>
            </a:extLst>
          </p:cNvPr>
          <p:cNvSpPr/>
          <p:nvPr/>
        </p:nvSpPr>
        <p:spPr>
          <a:xfrm>
            <a:off x="1186017" y="3802531"/>
            <a:ext cx="5212080" cy="841248"/>
          </a:xfrm>
          <a:prstGeom prst="roundRect">
            <a:avLst>
              <a:gd name="adj" fmla="val 5435"/>
            </a:avLst>
          </a:prstGeom>
          <a:solidFill>
            <a:srgbClr val="FFFFFF"/>
          </a:solidFill>
          <a:ln w="19050">
            <a:solidFill>
              <a:srgbClr val="CBD5E1"/>
            </a:solidFill>
            <a:prstDash val="solid"/>
          </a:ln>
        </p:spPr>
        <p:txBody>
          <a:bodyPr/>
          <a:lstStyle/>
          <a:p>
            <a:endParaRPr lang="en-US"/>
          </a:p>
        </p:txBody>
      </p:sp>
      <p:sp>
        <p:nvSpPr>
          <p:cNvPr id="23" name="Text 12">
            <a:extLst>
              <a:ext uri="{FF2B5EF4-FFF2-40B4-BE49-F238E27FC236}">
                <a16:creationId xmlns:a16="http://schemas.microsoft.com/office/drawing/2014/main" id="{CC9E6DA0-38E4-485B-25BA-478D6AB26E53}"/>
              </a:ext>
            </a:extLst>
          </p:cNvPr>
          <p:cNvSpPr/>
          <p:nvPr/>
        </p:nvSpPr>
        <p:spPr>
          <a:xfrm>
            <a:off x="1350609" y="4064659"/>
            <a:ext cx="1554480" cy="201168"/>
          </a:xfrm>
          <a:prstGeom prst="rect">
            <a:avLst/>
          </a:prstGeom>
          <a:noFill/>
          <a:ln/>
        </p:spPr>
        <p:txBody>
          <a:bodyPr wrap="square" lIns="0" tIns="0" rIns="0" bIns="0" rtlCol="0" anchor="ctr"/>
          <a:lstStyle/>
          <a:p>
            <a:pPr marL="0" indent="0">
              <a:buNone/>
            </a:pPr>
            <a:r>
              <a:rPr lang="en-US" b="1" dirty="0">
                <a:solidFill>
                  <a:srgbClr val="0F172A"/>
                </a:solidFill>
              </a:rPr>
              <a:t>2  Security &amp; Governance</a:t>
            </a:r>
            <a:endParaRPr lang="en-US" dirty="0"/>
          </a:p>
        </p:txBody>
      </p:sp>
      <p:sp>
        <p:nvSpPr>
          <p:cNvPr id="24" name="Text 13">
            <a:extLst>
              <a:ext uri="{FF2B5EF4-FFF2-40B4-BE49-F238E27FC236}">
                <a16:creationId xmlns:a16="http://schemas.microsoft.com/office/drawing/2014/main" id="{B6784C18-EB09-7F7A-91D2-FA4F64B9B9DF}"/>
              </a:ext>
            </a:extLst>
          </p:cNvPr>
          <p:cNvSpPr/>
          <p:nvPr/>
        </p:nvSpPr>
        <p:spPr>
          <a:xfrm>
            <a:off x="3352800" y="3961027"/>
            <a:ext cx="2907792" cy="457200"/>
          </a:xfrm>
          <a:prstGeom prst="rect">
            <a:avLst/>
          </a:prstGeom>
          <a:noFill/>
          <a:ln/>
        </p:spPr>
        <p:txBody>
          <a:bodyPr wrap="square" lIns="0" tIns="0" rIns="0" bIns="0" rtlCol="0" anchor="ctr"/>
          <a:lstStyle/>
          <a:p>
            <a:pPr marL="0" indent="0">
              <a:buNone/>
            </a:pPr>
            <a:r>
              <a:rPr lang="en-US" dirty="0">
                <a:solidFill>
                  <a:srgbClr val="475569"/>
                </a:solidFill>
              </a:rPr>
              <a:t>Least privilege, separation of duties, workspace/domain controls, auditability</a:t>
            </a:r>
            <a:endParaRPr lang="en-US" dirty="0"/>
          </a:p>
        </p:txBody>
      </p:sp>
      <p:sp>
        <p:nvSpPr>
          <p:cNvPr id="25" name="Shape 14">
            <a:extLst>
              <a:ext uri="{FF2B5EF4-FFF2-40B4-BE49-F238E27FC236}">
                <a16:creationId xmlns:a16="http://schemas.microsoft.com/office/drawing/2014/main" id="{2A6FF6C2-B011-05F6-4A18-445EFB3FAAE6}"/>
              </a:ext>
            </a:extLst>
          </p:cNvPr>
          <p:cNvSpPr/>
          <p:nvPr/>
        </p:nvSpPr>
        <p:spPr>
          <a:xfrm>
            <a:off x="1186017" y="6069932"/>
            <a:ext cx="5212080" cy="841248"/>
          </a:xfrm>
          <a:prstGeom prst="roundRect">
            <a:avLst>
              <a:gd name="adj" fmla="val 5435"/>
            </a:avLst>
          </a:prstGeom>
          <a:solidFill>
            <a:srgbClr val="FFFFFF"/>
          </a:solidFill>
          <a:ln w="19050">
            <a:solidFill>
              <a:srgbClr val="11B5AE"/>
            </a:solidFill>
            <a:prstDash val="solid"/>
          </a:ln>
        </p:spPr>
        <p:txBody>
          <a:bodyPr/>
          <a:lstStyle/>
          <a:p>
            <a:endParaRPr lang="en-US"/>
          </a:p>
        </p:txBody>
      </p:sp>
      <p:sp>
        <p:nvSpPr>
          <p:cNvPr id="26" name="Text 15">
            <a:extLst>
              <a:ext uri="{FF2B5EF4-FFF2-40B4-BE49-F238E27FC236}">
                <a16:creationId xmlns:a16="http://schemas.microsoft.com/office/drawing/2014/main" id="{F6956449-6F25-E732-9101-57310659A5B7}"/>
              </a:ext>
            </a:extLst>
          </p:cNvPr>
          <p:cNvSpPr/>
          <p:nvPr/>
        </p:nvSpPr>
        <p:spPr>
          <a:xfrm>
            <a:off x="1350609" y="6332060"/>
            <a:ext cx="1554480" cy="201168"/>
          </a:xfrm>
          <a:prstGeom prst="rect">
            <a:avLst/>
          </a:prstGeom>
          <a:noFill/>
          <a:ln/>
        </p:spPr>
        <p:txBody>
          <a:bodyPr wrap="square" lIns="0" tIns="0" rIns="0" bIns="0" rtlCol="0" anchor="ctr"/>
          <a:lstStyle/>
          <a:p>
            <a:pPr marL="0" indent="0">
              <a:buNone/>
            </a:pPr>
            <a:r>
              <a:rPr lang="en-US" b="1" dirty="0">
                <a:solidFill>
                  <a:srgbClr val="0F172A"/>
                </a:solidFill>
              </a:rPr>
              <a:t>4  Performance &amp; Scale</a:t>
            </a:r>
            <a:endParaRPr lang="en-US" dirty="0"/>
          </a:p>
        </p:txBody>
      </p:sp>
      <p:sp>
        <p:nvSpPr>
          <p:cNvPr id="27" name="Text 16">
            <a:extLst>
              <a:ext uri="{FF2B5EF4-FFF2-40B4-BE49-F238E27FC236}">
                <a16:creationId xmlns:a16="http://schemas.microsoft.com/office/drawing/2014/main" id="{70B591E1-9FDA-B0F4-22AF-761E41B25553}"/>
              </a:ext>
            </a:extLst>
          </p:cNvPr>
          <p:cNvSpPr/>
          <p:nvPr/>
        </p:nvSpPr>
        <p:spPr>
          <a:xfrm>
            <a:off x="3352800" y="6228428"/>
            <a:ext cx="2907792" cy="457200"/>
          </a:xfrm>
          <a:prstGeom prst="rect">
            <a:avLst/>
          </a:prstGeom>
          <a:noFill/>
          <a:ln/>
        </p:spPr>
        <p:txBody>
          <a:bodyPr wrap="square" lIns="0" tIns="0" rIns="0" bIns="0" rtlCol="0" anchor="ctr"/>
          <a:lstStyle/>
          <a:p>
            <a:pPr marL="0" indent="0">
              <a:buNone/>
            </a:pPr>
            <a:r>
              <a:rPr lang="en-US" dirty="0">
                <a:solidFill>
                  <a:srgbClr val="475569"/>
                </a:solidFill>
              </a:rPr>
              <a:t>Capacity fit, concurrency, model size, refresh windows, isolation needs</a:t>
            </a:r>
            <a:endParaRPr lang="en-US" dirty="0"/>
          </a:p>
        </p:txBody>
      </p:sp>
      <p:sp>
        <p:nvSpPr>
          <p:cNvPr id="28" name="Shape 17">
            <a:extLst>
              <a:ext uri="{FF2B5EF4-FFF2-40B4-BE49-F238E27FC236}">
                <a16:creationId xmlns:a16="http://schemas.microsoft.com/office/drawing/2014/main" id="{F2CF0B87-CA62-712B-FE3E-15C82A3BADEA}"/>
              </a:ext>
            </a:extLst>
          </p:cNvPr>
          <p:cNvSpPr/>
          <p:nvPr/>
        </p:nvSpPr>
        <p:spPr>
          <a:xfrm>
            <a:off x="6855297" y="2705100"/>
            <a:ext cx="5212080" cy="841248"/>
          </a:xfrm>
          <a:prstGeom prst="roundRect">
            <a:avLst>
              <a:gd name="adj" fmla="val 5435"/>
            </a:avLst>
          </a:prstGeom>
          <a:solidFill>
            <a:srgbClr val="FFFFFF"/>
          </a:solidFill>
          <a:ln w="19050">
            <a:solidFill>
              <a:srgbClr val="CBD5E1"/>
            </a:solidFill>
            <a:prstDash val="solid"/>
          </a:ln>
        </p:spPr>
        <p:txBody>
          <a:bodyPr/>
          <a:lstStyle/>
          <a:p>
            <a:endParaRPr lang="en-US"/>
          </a:p>
        </p:txBody>
      </p:sp>
      <p:sp>
        <p:nvSpPr>
          <p:cNvPr id="29" name="Text 18">
            <a:extLst>
              <a:ext uri="{FF2B5EF4-FFF2-40B4-BE49-F238E27FC236}">
                <a16:creationId xmlns:a16="http://schemas.microsoft.com/office/drawing/2014/main" id="{9E13658F-F1F6-3136-7D3D-E474FDCA317C}"/>
              </a:ext>
            </a:extLst>
          </p:cNvPr>
          <p:cNvSpPr/>
          <p:nvPr/>
        </p:nvSpPr>
        <p:spPr>
          <a:xfrm>
            <a:off x="7019889" y="2967228"/>
            <a:ext cx="1554480" cy="201168"/>
          </a:xfrm>
          <a:prstGeom prst="rect">
            <a:avLst/>
          </a:prstGeom>
          <a:noFill/>
          <a:ln/>
        </p:spPr>
        <p:txBody>
          <a:bodyPr wrap="square" lIns="0" tIns="0" rIns="0" bIns="0" rtlCol="0" anchor="ctr"/>
          <a:lstStyle/>
          <a:p>
            <a:pPr marL="0" indent="0">
              <a:buNone/>
            </a:pPr>
            <a:r>
              <a:rPr lang="en-US" b="1" dirty="0">
                <a:solidFill>
                  <a:srgbClr val="0F172A"/>
                </a:solidFill>
              </a:rPr>
              <a:t>5  DevOps &amp; Change Safety</a:t>
            </a:r>
            <a:endParaRPr lang="en-US" dirty="0"/>
          </a:p>
        </p:txBody>
      </p:sp>
      <p:sp>
        <p:nvSpPr>
          <p:cNvPr id="30" name="Text 19">
            <a:extLst>
              <a:ext uri="{FF2B5EF4-FFF2-40B4-BE49-F238E27FC236}">
                <a16:creationId xmlns:a16="http://schemas.microsoft.com/office/drawing/2014/main" id="{1003003F-63B7-B47D-75EC-6E96CC77851E}"/>
              </a:ext>
            </a:extLst>
          </p:cNvPr>
          <p:cNvSpPr/>
          <p:nvPr/>
        </p:nvSpPr>
        <p:spPr>
          <a:xfrm>
            <a:off x="9022080" y="2863596"/>
            <a:ext cx="2907792" cy="457200"/>
          </a:xfrm>
          <a:prstGeom prst="rect">
            <a:avLst/>
          </a:prstGeom>
          <a:noFill/>
          <a:ln/>
        </p:spPr>
        <p:txBody>
          <a:bodyPr wrap="square" lIns="0" tIns="0" rIns="0" bIns="0" rtlCol="0" anchor="ctr"/>
          <a:lstStyle/>
          <a:p>
            <a:pPr marL="0" indent="0">
              <a:buNone/>
            </a:pPr>
            <a:r>
              <a:rPr lang="en-US" dirty="0">
                <a:solidFill>
                  <a:srgbClr val="475569"/>
                </a:solidFill>
              </a:rPr>
              <a:t>Git, deployment pipelines, test/prod promotion, rollback path</a:t>
            </a:r>
            <a:endParaRPr lang="en-US" dirty="0"/>
          </a:p>
        </p:txBody>
      </p:sp>
      <p:sp>
        <p:nvSpPr>
          <p:cNvPr id="31" name="Shape 20">
            <a:extLst>
              <a:ext uri="{FF2B5EF4-FFF2-40B4-BE49-F238E27FC236}">
                <a16:creationId xmlns:a16="http://schemas.microsoft.com/office/drawing/2014/main" id="{541C9C66-75A0-C694-477F-17A10E604906}"/>
              </a:ext>
            </a:extLst>
          </p:cNvPr>
          <p:cNvSpPr/>
          <p:nvPr/>
        </p:nvSpPr>
        <p:spPr>
          <a:xfrm>
            <a:off x="6855297" y="4936236"/>
            <a:ext cx="5212080" cy="841248"/>
          </a:xfrm>
          <a:prstGeom prst="roundRect">
            <a:avLst>
              <a:gd name="adj" fmla="val 5435"/>
            </a:avLst>
          </a:prstGeom>
          <a:solidFill>
            <a:srgbClr val="FFFFFF"/>
          </a:solidFill>
          <a:ln w="19050">
            <a:solidFill>
              <a:srgbClr val="11B5AE"/>
            </a:solidFill>
            <a:prstDash val="solid"/>
          </a:ln>
        </p:spPr>
        <p:txBody>
          <a:bodyPr/>
          <a:lstStyle/>
          <a:p>
            <a:endParaRPr lang="en-US"/>
          </a:p>
        </p:txBody>
      </p:sp>
      <p:sp>
        <p:nvSpPr>
          <p:cNvPr id="32" name="Text 21">
            <a:extLst>
              <a:ext uri="{FF2B5EF4-FFF2-40B4-BE49-F238E27FC236}">
                <a16:creationId xmlns:a16="http://schemas.microsoft.com/office/drawing/2014/main" id="{E9617AB6-CA78-2204-3C6F-A51064F3E585}"/>
              </a:ext>
            </a:extLst>
          </p:cNvPr>
          <p:cNvSpPr/>
          <p:nvPr/>
        </p:nvSpPr>
        <p:spPr>
          <a:xfrm>
            <a:off x="7019889" y="5198364"/>
            <a:ext cx="1554480" cy="201168"/>
          </a:xfrm>
          <a:prstGeom prst="rect">
            <a:avLst/>
          </a:prstGeom>
          <a:noFill/>
          <a:ln/>
        </p:spPr>
        <p:txBody>
          <a:bodyPr wrap="square" lIns="0" tIns="0" rIns="0" bIns="0" rtlCol="0" anchor="ctr"/>
          <a:lstStyle/>
          <a:p>
            <a:pPr marL="0" indent="0">
              <a:buNone/>
            </a:pPr>
            <a:r>
              <a:rPr lang="en-US" b="1" dirty="0">
                <a:solidFill>
                  <a:srgbClr val="0F172A"/>
                </a:solidFill>
              </a:rPr>
              <a:t>7  Operations &amp; Observability</a:t>
            </a:r>
            <a:endParaRPr lang="en-US" dirty="0"/>
          </a:p>
        </p:txBody>
      </p:sp>
      <p:sp>
        <p:nvSpPr>
          <p:cNvPr id="33" name="Text 22">
            <a:extLst>
              <a:ext uri="{FF2B5EF4-FFF2-40B4-BE49-F238E27FC236}">
                <a16:creationId xmlns:a16="http://schemas.microsoft.com/office/drawing/2014/main" id="{89D74152-6467-AC03-BCE0-4CD6247A6D97}"/>
              </a:ext>
            </a:extLst>
          </p:cNvPr>
          <p:cNvSpPr/>
          <p:nvPr/>
        </p:nvSpPr>
        <p:spPr>
          <a:xfrm>
            <a:off x="9022080" y="5094732"/>
            <a:ext cx="2907792" cy="457200"/>
          </a:xfrm>
          <a:prstGeom prst="rect">
            <a:avLst/>
          </a:prstGeom>
          <a:noFill/>
          <a:ln/>
        </p:spPr>
        <p:txBody>
          <a:bodyPr wrap="square" lIns="0" tIns="0" rIns="0" bIns="0" rtlCol="0" anchor="ctr"/>
          <a:lstStyle/>
          <a:p>
            <a:pPr marL="0" indent="0">
              <a:buNone/>
            </a:pPr>
            <a:r>
              <a:rPr lang="en-US" dirty="0">
                <a:solidFill>
                  <a:srgbClr val="475569"/>
                </a:solidFill>
              </a:rPr>
              <a:t>Monitoring, alerts, support ownership, runbooks, incident response</a:t>
            </a:r>
            <a:endParaRPr lang="en-US" dirty="0"/>
          </a:p>
        </p:txBody>
      </p:sp>
      <p:sp>
        <p:nvSpPr>
          <p:cNvPr id="34" name="Shape 23">
            <a:extLst>
              <a:ext uri="{FF2B5EF4-FFF2-40B4-BE49-F238E27FC236}">
                <a16:creationId xmlns:a16="http://schemas.microsoft.com/office/drawing/2014/main" id="{307137DE-022D-089E-BE75-C77F337D12B2}"/>
              </a:ext>
            </a:extLst>
          </p:cNvPr>
          <p:cNvSpPr/>
          <p:nvPr/>
        </p:nvSpPr>
        <p:spPr>
          <a:xfrm>
            <a:off x="6855297" y="6051804"/>
            <a:ext cx="5212080" cy="841248"/>
          </a:xfrm>
          <a:prstGeom prst="roundRect">
            <a:avLst>
              <a:gd name="adj" fmla="val 5435"/>
            </a:avLst>
          </a:prstGeom>
          <a:solidFill>
            <a:srgbClr val="FFFFFF"/>
          </a:solidFill>
          <a:ln w="19050">
            <a:solidFill>
              <a:srgbClr val="CBD5E1"/>
            </a:solidFill>
            <a:prstDash val="solid"/>
          </a:ln>
        </p:spPr>
        <p:txBody>
          <a:bodyPr/>
          <a:lstStyle/>
          <a:p>
            <a:endParaRPr lang="en-US"/>
          </a:p>
        </p:txBody>
      </p:sp>
      <p:sp>
        <p:nvSpPr>
          <p:cNvPr id="35" name="Text 24">
            <a:extLst>
              <a:ext uri="{FF2B5EF4-FFF2-40B4-BE49-F238E27FC236}">
                <a16:creationId xmlns:a16="http://schemas.microsoft.com/office/drawing/2014/main" id="{4D64E0EA-A5EC-9D55-4218-F69CE6E9524C}"/>
              </a:ext>
            </a:extLst>
          </p:cNvPr>
          <p:cNvSpPr/>
          <p:nvPr/>
        </p:nvSpPr>
        <p:spPr>
          <a:xfrm>
            <a:off x="7019889" y="6313932"/>
            <a:ext cx="1554480" cy="201168"/>
          </a:xfrm>
          <a:prstGeom prst="rect">
            <a:avLst/>
          </a:prstGeom>
          <a:noFill/>
          <a:ln/>
        </p:spPr>
        <p:txBody>
          <a:bodyPr wrap="square" lIns="0" tIns="0" rIns="0" bIns="0" rtlCol="0" anchor="ctr"/>
          <a:lstStyle/>
          <a:p>
            <a:pPr marL="0" indent="0">
              <a:buNone/>
            </a:pPr>
            <a:r>
              <a:rPr lang="en-US" b="1" dirty="0">
                <a:solidFill>
                  <a:srgbClr val="0F172A"/>
                </a:solidFill>
              </a:rPr>
              <a:t>8  Cost &amp; Sustainability</a:t>
            </a:r>
            <a:endParaRPr lang="en-US" dirty="0"/>
          </a:p>
        </p:txBody>
      </p:sp>
      <p:sp>
        <p:nvSpPr>
          <p:cNvPr id="36" name="Text 25">
            <a:extLst>
              <a:ext uri="{FF2B5EF4-FFF2-40B4-BE49-F238E27FC236}">
                <a16:creationId xmlns:a16="http://schemas.microsoft.com/office/drawing/2014/main" id="{0765F8F8-B61B-56B2-3C01-4B89EBFEDDD5}"/>
              </a:ext>
            </a:extLst>
          </p:cNvPr>
          <p:cNvSpPr/>
          <p:nvPr/>
        </p:nvSpPr>
        <p:spPr>
          <a:xfrm>
            <a:off x="9022080" y="6210300"/>
            <a:ext cx="2907792" cy="457200"/>
          </a:xfrm>
          <a:prstGeom prst="rect">
            <a:avLst/>
          </a:prstGeom>
          <a:noFill/>
          <a:ln/>
        </p:spPr>
        <p:txBody>
          <a:bodyPr wrap="square" lIns="0" tIns="0" rIns="0" bIns="0" rtlCol="0" anchor="ctr"/>
          <a:lstStyle/>
          <a:p>
            <a:pPr marL="0" indent="0">
              <a:buNone/>
            </a:pPr>
            <a:r>
              <a:rPr lang="en-US" dirty="0">
                <a:solidFill>
                  <a:srgbClr val="475569"/>
                </a:solidFill>
              </a:rPr>
              <a:t>SKU alignment, noisy-neighbor risk, consumption pattern, FinOps visibility</a:t>
            </a:r>
            <a:endParaRPr lang="en-US" dirty="0"/>
          </a:p>
        </p:txBody>
      </p:sp>
      <p:sp>
        <p:nvSpPr>
          <p:cNvPr id="38" name="Shape 23">
            <a:extLst>
              <a:ext uri="{FF2B5EF4-FFF2-40B4-BE49-F238E27FC236}">
                <a16:creationId xmlns:a16="http://schemas.microsoft.com/office/drawing/2014/main" id="{5F10E901-CFE3-3DAD-8D34-6CA324206AF1}"/>
              </a:ext>
            </a:extLst>
          </p:cNvPr>
          <p:cNvSpPr/>
          <p:nvPr/>
        </p:nvSpPr>
        <p:spPr>
          <a:xfrm>
            <a:off x="4249257" y="7191254"/>
            <a:ext cx="5212080" cy="841248"/>
          </a:xfrm>
          <a:prstGeom prst="roundRect">
            <a:avLst>
              <a:gd name="adj" fmla="val 5435"/>
            </a:avLst>
          </a:prstGeom>
          <a:solidFill>
            <a:srgbClr val="FFFFFF"/>
          </a:solidFill>
          <a:ln w="19050">
            <a:solidFill>
              <a:srgbClr val="CBD5E1"/>
            </a:solidFill>
            <a:prstDash val="solid"/>
          </a:ln>
        </p:spPr>
        <p:txBody>
          <a:bodyPr/>
          <a:lstStyle/>
          <a:p>
            <a:endParaRPr lang="en-US"/>
          </a:p>
        </p:txBody>
      </p:sp>
      <p:sp>
        <p:nvSpPr>
          <p:cNvPr id="40" name="Text 24">
            <a:extLst>
              <a:ext uri="{FF2B5EF4-FFF2-40B4-BE49-F238E27FC236}">
                <a16:creationId xmlns:a16="http://schemas.microsoft.com/office/drawing/2014/main" id="{A7917768-21BE-AAC1-4FBC-9667F324F217}"/>
              </a:ext>
            </a:extLst>
          </p:cNvPr>
          <p:cNvSpPr/>
          <p:nvPr/>
        </p:nvSpPr>
        <p:spPr>
          <a:xfrm>
            <a:off x="4413849" y="7453382"/>
            <a:ext cx="1554480" cy="201168"/>
          </a:xfrm>
          <a:prstGeom prst="rect">
            <a:avLst/>
          </a:prstGeom>
          <a:noFill/>
          <a:ln/>
        </p:spPr>
        <p:txBody>
          <a:bodyPr wrap="square" lIns="0" tIns="0" rIns="0" bIns="0" rtlCol="0" anchor="ctr"/>
          <a:lstStyle/>
          <a:p>
            <a:pPr marL="0" indent="0">
              <a:buNone/>
            </a:pPr>
            <a:r>
              <a:rPr lang="en-US" b="1" dirty="0">
                <a:solidFill>
                  <a:srgbClr val="0F172A"/>
                </a:solidFill>
              </a:rPr>
              <a:t>9  Decision Governance</a:t>
            </a:r>
            <a:endParaRPr lang="en-US" dirty="0"/>
          </a:p>
        </p:txBody>
      </p:sp>
      <p:sp>
        <p:nvSpPr>
          <p:cNvPr id="42" name="Text 25">
            <a:extLst>
              <a:ext uri="{FF2B5EF4-FFF2-40B4-BE49-F238E27FC236}">
                <a16:creationId xmlns:a16="http://schemas.microsoft.com/office/drawing/2014/main" id="{0F60466A-E5F7-A7FA-6D34-8317810980DE}"/>
              </a:ext>
            </a:extLst>
          </p:cNvPr>
          <p:cNvSpPr/>
          <p:nvPr/>
        </p:nvSpPr>
        <p:spPr>
          <a:xfrm>
            <a:off x="6416040" y="7349750"/>
            <a:ext cx="2907792" cy="457200"/>
          </a:xfrm>
          <a:prstGeom prst="rect">
            <a:avLst/>
          </a:prstGeom>
          <a:noFill/>
          <a:ln/>
        </p:spPr>
        <p:txBody>
          <a:bodyPr wrap="square" lIns="0" tIns="0" rIns="0" bIns="0" rtlCol="0" anchor="ctr"/>
          <a:lstStyle/>
          <a:p>
            <a:pPr marL="0" indent="0">
              <a:buNone/>
            </a:pPr>
            <a:r>
              <a:rPr lang="en-US" dirty="0">
                <a:solidFill>
                  <a:srgbClr val="475569"/>
                </a:solidFill>
              </a:rPr>
              <a:t>Design decisions, alternatives and risks are clearly documented</a:t>
            </a:r>
            <a:endParaRPr lang="en-US" dirty="0"/>
          </a:p>
        </p:txBody>
      </p:sp>
    </p:spTree>
    <p:extLst>
      <p:ext uri="{BB962C8B-B14F-4D97-AF65-F5344CB8AC3E}">
        <p14:creationId xmlns:p14="http://schemas.microsoft.com/office/powerpoint/2010/main" val="26185962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9F0F2D5-2E26-44A2-7304-D1D6EBAE534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52A4941-49B5-A178-BC27-1424D75652C3}"/>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9F045D9E-8FFA-B6E0-AD9D-39203536AC51}"/>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9958AE58-EEC3-AD30-5F52-86CDCCCE47DD}"/>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5C61F3C-6496-F22D-F899-0DF4D85E1A13}"/>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030D27BF-5D70-AB9D-F9EA-BF4D7D8FA47B}"/>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4DB38EC6-196C-496C-7534-EB0CA241D541}"/>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D12849B3-94FE-6046-A652-A107C75E2BA1}"/>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D2D2BFEB-00E1-826D-5CCD-EE5AB0C956DF}"/>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Production readiness framework</a:t>
            </a:r>
          </a:p>
        </p:txBody>
      </p:sp>
      <p:sp>
        <p:nvSpPr>
          <p:cNvPr id="11" name="TextBox 9">
            <a:extLst>
              <a:ext uri="{FF2B5EF4-FFF2-40B4-BE49-F238E27FC236}">
                <a16:creationId xmlns:a16="http://schemas.microsoft.com/office/drawing/2014/main" id="{628B01EE-9F59-C34A-E14E-F35F306ED8BD}"/>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70</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9D8DF697-CC01-4990-778C-509931B1F54A}"/>
              </a:ext>
            </a:extLst>
          </p:cNvPr>
          <p:cNvSpPr/>
          <p:nvPr/>
        </p:nvSpPr>
        <p:spPr>
          <a:xfrm>
            <a:off x="1035185" y="1504188"/>
            <a:ext cx="8046720" cy="50292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Architecture evaluation checklist</a:t>
            </a:r>
            <a:endParaRPr lang="en-US" sz="3600" dirty="0">
              <a:solidFill>
                <a:schemeClr val="bg1"/>
              </a:solidFill>
            </a:endParaRPr>
          </a:p>
        </p:txBody>
      </p:sp>
      <p:sp>
        <p:nvSpPr>
          <p:cNvPr id="12" name="Text 1">
            <a:extLst>
              <a:ext uri="{FF2B5EF4-FFF2-40B4-BE49-F238E27FC236}">
                <a16:creationId xmlns:a16="http://schemas.microsoft.com/office/drawing/2014/main" id="{9877C346-8C10-5079-8D5D-E1B012F26041}"/>
              </a:ext>
            </a:extLst>
          </p:cNvPr>
          <p:cNvSpPr/>
          <p:nvPr/>
        </p:nvSpPr>
        <p:spPr>
          <a:xfrm>
            <a:off x="1053473" y="2007108"/>
            <a:ext cx="8046720"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A strong review checks evidence, not opinions.</a:t>
            </a:r>
            <a:endParaRPr lang="en-US" sz="2800" dirty="0">
              <a:solidFill>
                <a:schemeClr val="bg1"/>
              </a:solidFill>
            </a:endParaRPr>
          </a:p>
        </p:txBody>
      </p:sp>
      <p:sp>
        <p:nvSpPr>
          <p:cNvPr id="13" name="Shape 2">
            <a:extLst>
              <a:ext uri="{FF2B5EF4-FFF2-40B4-BE49-F238E27FC236}">
                <a16:creationId xmlns:a16="http://schemas.microsoft.com/office/drawing/2014/main" id="{7F0D7337-6760-C23D-7094-1AAA9541CF0F}"/>
              </a:ext>
            </a:extLst>
          </p:cNvPr>
          <p:cNvSpPr/>
          <p:nvPr/>
        </p:nvSpPr>
        <p:spPr>
          <a:xfrm>
            <a:off x="1080905" y="2628900"/>
            <a:ext cx="2331720" cy="4434840"/>
          </a:xfrm>
          <a:prstGeom prst="roundRect">
            <a:avLst>
              <a:gd name="adj" fmla="val 1961"/>
            </a:avLst>
          </a:prstGeom>
          <a:solidFill>
            <a:srgbClr val="FFFFFF"/>
          </a:solidFill>
          <a:ln w="12700">
            <a:solidFill>
              <a:srgbClr val="CBD5E1"/>
            </a:solidFill>
            <a:prstDash val="solid"/>
          </a:ln>
        </p:spPr>
        <p:txBody>
          <a:bodyPr/>
          <a:lstStyle/>
          <a:p>
            <a:endParaRPr lang="en-US"/>
          </a:p>
        </p:txBody>
      </p:sp>
      <p:sp>
        <p:nvSpPr>
          <p:cNvPr id="14" name="Shape 3">
            <a:extLst>
              <a:ext uri="{FF2B5EF4-FFF2-40B4-BE49-F238E27FC236}">
                <a16:creationId xmlns:a16="http://schemas.microsoft.com/office/drawing/2014/main" id="{3701B58B-F861-084A-9B67-ACDF398BFA4D}"/>
              </a:ext>
            </a:extLst>
          </p:cNvPr>
          <p:cNvSpPr/>
          <p:nvPr/>
        </p:nvSpPr>
        <p:spPr>
          <a:xfrm>
            <a:off x="1190633" y="2756916"/>
            <a:ext cx="2112264" cy="548640"/>
          </a:xfrm>
          <a:prstGeom prst="roundRect">
            <a:avLst>
              <a:gd name="adj" fmla="val 6667"/>
            </a:avLst>
          </a:prstGeom>
          <a:solidFill>
            <a:srgbClr val="EAF0FB"/>
          </a:solidFill>
          <a:ln w="12700">
            <a:solidFill>
              <a:srgbClr val="EAF0FB"/>
            </a:solidFill>
            <a:prstDash val="solid"/>
          </a:ln>
        </p:spPr>
        <p:txBody>
          <a:bodyPr/>
          <a:lstStyle/>
          <a:p>
            <a:endParaRPr lang="en-US"/>
          </a:p>
        </p:txBody>
      </p:sp>
      <p:sp>
        <p:nvSpPr>
          <p:cNvPr id="15" name="Text 4">
            <a:extLst>
              <a:ext uri="{FF2B5EF4-FFF2-40B4-BE49-F238E27FC236}">
                <a16:creationId xmlns:a16="http://schemas.microsoft.com/office/drawing/2014/main" id="{3527C2B8-7E2D-AFAD-3B86-4BB04B615412}"/>
              </a:ext>
            </a:extLst>
          </p:cNvPr>
          <p:cNvSpPr/>
          <p:nvPr/>
        </p:nvSpPr>
        <p:spPr>
          <a:xfrm>
            <a:off x="1300361" y="2939796"/>
            <a:ext cx="1874520" cy="201168"/>
          </a:xfrm>
          <a:prstGeom prst="rect">
            <a:avLst/>
          </a:prstGeom>
          <a:noFill/>
          <a:ln/>
        </p:spPr>
        <p:txBody>
          <a:bodyPr wrap="square" lIns="0" tIns="0" rIns="0" bIns="0" rtlCol="0" anchor="ctr"/>
          <a:lstStyle/>
          <a:p>
            <a:pPr marL="0" indent="0" algn="ctr">
              <a:buNone/>
            </a:pPr>
            <a:r>
              <a:rPr lang="en-US" b="1" dirty="0">
                <a:solidFill>
                  <a:srgbClr val="0F3D91"/>
                </a:solidFill>
              </a:rPr>
              <a:t>Solution + environment</a:t>
            </a:r>
            <a:endParaRPr lang="en-US" dirty="0"/>
          </a:p>
        </p:txBody>
      </p:sp>
      <p:sp>
        <p:nvSpPr>
          <p:cNvPr id="16" name="Shape 5">
            <a:extLst>
              <a:ext uri="{FF2B5EF4-FFF2-40B4-BE49-F238E27FC236}">
                <a16:creationId xmlns:a16="http://schemas.microsoft.com/office/drawing/2014/main" id="{FD9D3D03-9E79-3A64-9BB1-45822C9A19BB}"/>
              </a:ext>
            </a:extLst>
          </p:cNvPr>
          <p:cNvSpPr/>
          <p:nvPr/>
        </p:nvSpPr>
        <p:spPr>
          <a:xfrm>
            <a:off x="1227209" y="3634740"/>
            <a:ext cx="109728" cy="109728"/>
          </a:xfrm>
          <a:prstGeom prst="ellipse">
            <a:avLst/>
          </a:prstGeom>
          <a:solidFill>
            <a:srgbClr val="11B5AE"/>
          </a:solidFill>
          <a:ln w="12700">
            <a:solidFill>
              <a:srgbClr val="11B5AE"/>
            </a:solidFill>
            <a:prstDash val="solid"/>
          </a:ln>
        </p:spPr>
        <p:txBody>
          <a:bodyPr/>
          <a:lstStyle/>
          <a:p>
            <a:endParaRPr lang="en-US"/>
          </a:p>
        </p:txBody>
      </p:sp>
      <p:sp>
        <p:nvSpPr>
          <p:cNvPr id="17" name="Text 6">
            <a:extLst>
              <a:ext uri="{FF2B5EF4-FFF2-40B4-BE49-F238E27FC236}">
                <a16:creationId xmlns:a16="http://schemas.microsoft.com/office/drawing/2014/main" id="{2A701F82-3B59-4A99-F937-54817844A3DD}"/>
              </a:ext>
            </a:extLst>
          </p:cNvPr>
          <p:cNvSpPr/>
          <p:nvPr/>
        </p:nvSpPr>
        <p:spPr>
          <a:xfrm>
            <a:off x="1428377" y="3561588"/>
            <a:ext cx="1792224" cy="233744"/>
          </a:xfrm>
          <a:prstGeom prst="rect">
            <a:avLst/>
          </a:prstGeom>
          <a:noFill/>
          <a:ln/>
        </p:spPr>
        <p:txBody>
          <a:bodyPr wrap="square" lIns="0" tIns="0" rIns="0" bIns="0" rtlCol="0" anchor="t"/>
          <a:lstStyle/>
          <a:p>
            <a:pPr marL="0" indent="0">
              <a:buNone/>
            </a:pPr>
            <a:r>
              <a:rPr lang="en-US" dirty="0">
                <a:solidFill>
                  <a:srgbClr val="0F172A"/>
                </a:solidFill>
              </a:rPr>
              <a:t>Business owner and SLA identified</a:t>
            </a:r>
            <a:endParaRPr lang="en-US" dirty="0"/>
          </a:p>
        </p:txBody>
      </p:sp>
      <p:sp>
        <p:nvSpPr>
          <p:cNvPr id="18" name="Shape 7">
            <a:extLst>
              <a:ext uri="{FF2B5EF4-FFF2-40B4-BE49-F238E27FC236}">
                <a16:creationId xmlns:a16="http://schemas.microsoft.com/office/drawing/2014/main" id="{A6AA80ED-6502-6157-51AC-82FC4F1F7C96}"/>
              </a:ext>
            </a:extLst>
          </p:cNvPr>
          <p:cNvSpPr/>
          <p:nvPr/>
        </p:nvSpPr>
        <p:spPr>
          <a:xfrm>
            <a:off x="1227209" y="4347972"/>
            <a:ext cx="109728" cy="109728"/>
          </a:xfrm>
          <a:prstGeom prst="ellipse">
            <a:avLst/>
          </a:prstGeom>
          <a:solidFill>
            <a:srgbClr val="11B5AE"/>
          </a:solidFill>
          <a:ln w="12700">
            <a:solidFill>
              <a:srgbClr val="11B5AE"/>
            </a:solidFill>
            <a:prstDash val="solid"/>
          </a:ln>
        </p:spPr>
        <p:txBody>
          <a:bodyPr/>
          <a:lstStyle/>
          <a:p>
            <a:endParaRPr lang="en-US"/>
          </a:p>
        </p:txBody>
      </p:sp>
      <p:sp>
        <p:nvSpPr>
          <p:cNvPr id="19" name="Text 8">
            <a:extLst>
              <a:ext uri="{FF2B5EF4-FFF2-40B4-BE49-F238E27FC236}">
                <a16:creationId xmlns:a16="http://schemas.microsoft.com/office/drawing/2014/main" id="{75F33CFC-8C3D-C157-1FF4-49E58F0213F1}"/>
              </a:ext>
            </a:extLst>
          </p:cNvPr>
          <p:cNvSpPr/>
          <p:nvPr/>
        </p:nvSpPr>
        <p:spPr>
          <a:xfrm>
            <a:off x="1428377" y="4223956"/>
            <a:ext cx="1792224" cy="233744"/>
          </a:xfrm>
          <a:prstGeom prst="rect">
            <a:avLst/>
          </a:prstGeom>
          <a:noFill/>
          <a:ln/>
        </p:spPr>
        <p:txBody>
          <a:bodyPr wrap="square" lIns="0" tIns="0" rIns="0" bIns="0" rtlCol="0" anchor="t"/>
          <a:lstStyle/>
          <a:p>
            <a:pPr marL="0" indent="0">
              <a:buNone/>
            </a:pPr>
            <a:r>
              <a:rPr lang="en-US" dirty="0">
                <a:solidFill>
                  <a:srgbClr val="0F172A"/>
                </a:solidFill>
              </a:rPr>
              <a:t>Dev / test / prod strategy exists</a:t>
            </a:r>
            <a:endParaRPr lang="en-US" dirty="0"/>
          </a:p>
        </p:txBody>
      </p:sp>
      <p:sp>
        <p:nvSpPr>
          <p:cNvPr id="20" name="Shape 9">
            <a:extLst>
              <a:ext uri="{FF2B5EF4-FFF2-40B4-BE49-F238E27FC236}">
                <a16:creationId xmlns:a16="http://schemas.microsoft.com/office/drawing/2014/main" id="{96304ECA-722A-91D0-9F5F-3198C6B099FA}"/>
              </a:ext>
            </a:extLst>
          </p:cNvPr>
          <p:cNvSpPr/>
          <p:nvPr/>
        </p:nvSpPr>
        <p:spPr>
          <a:xfrm>
            <a:off x="1227209" y="4914900"/>
            <a:ext cx="109728" cy="109728"/>
          </a:xfrm>
          <a:prstGeom prst="ellipse">
            <a:avLst/>
          </a:prstGeom>
          <a:solidFill>
            <a:srgbClr val="11B5AE"/>
          </a:solidFill>
          <a:ln w="12700">
            <a:solidFill>
              <a:srgbClr val="11B5AE"/>
            </a:solidFill>
            <a:prstDash val="solid"/>
          </a:ln>
        </p:spPr>
        <p:txBody>
          <a:bodyPr/>
          <a:lstStyle/>
          <a:p>
            <a:endParaRPr lang="en-US"/>
          </a:p>
        </p:txBody>
      </p:sp>
      <p:sp>
        <p:nvSpPr>
          <p:cNvPr id="21" name="Text 10">
            <a:extLst>
              <a:ext uri="{FF2B5EF4-FFF2-40B4-BE49-F238E27FC236}">
                <a16:creationId xmlns:a16="http://schemas.microsoft.com/office/drawing/2014/main" id="{1A008A15-0730-4819-6E93-2B92E8C59F6D}"/>
              </a:ext>
            </a:extLst>
          </p:cNvPr>
          <p:cNvSpPr/>
          <p:nvPr/>
        </p:nvSpPr>
        <p:spPr>
          <a:xfrm>
            <a:off x="1428377" y="4833556"/>
            <a:ext cx="1792224" cy="233744"/>
          </a:xfrm>
          <a:prstGeom prst="rect">
            <a:avLst/>
          </a:prstGeom>
          <a:noFill/>
          <a:ln/>
        </p:spPr>
        <p:txBody>
          <a:bodyPr wrap="square" lIns="0" tIns="0" rIns="0" bIns="0" rtlCol="0" anchor="t"/>
          <a:lstStyle/>
          <a:p>
            <a:pPr marL="0" indent="0">
              <a:buNone/>
            </a:pPr>
            <a:r>
              <a:rPr lang="en-US" dirty="0">
                <a:solidFill>
                  <a:srgbClr val="0F172A"/>
                </a:solidFill>
              </a:rPr>
              <a:t>Workspace structure is intentional</a:t>
            </a:r>
            <a:endParaRPr lang="en-US" dirty="0"/>
          </a:p>
        </p:txBody>
      </p:sp>
      <p:sp>
        <p:nvSpPr>
          <p:cNvPr id="22" name="Shape 11">
            <a:extLst>
              <a:ext uri="{FF2B5EF4-FFF2-40B4-BE49-F238E27FC236}">
                <a16:creationId xmlns:a16="http://schemas.microsoft.com/office/drawing/2014/main" id="{77796DFD-5CAC-C159-204D-4363BC15BFB6}"/>
              </a:ext>
            </a:extLst>
          </p:cNvPr>
          <p:cNvSpPr/>
          <p:nvPr/>
        </p:nvSpPr>
        <p:spPr>
          <a:xfrm>
            <a:off x="1227209" y="5829300"/>
            <a:ext cx="109728" cy="109728"/>
          </a:xfrm>
          <a:prstGeom prst="ellipse">
            <a:avLst/>
          </a:prstGeom>
          <a:solidFill>
            <a:srgbClr val="11B5AE"/>
          </a:solidFill>
          <a:ln w="12700">
            <a:solidFill>
              <a:srgbClr val="11B5AE"/>
            </a:solidFill>
            <a:prstDash val="solid"/>
          </a:ln>
        </p:spPr>
        <p:txBody>
          <a:bodyPr/>
          <a:lstStyle/>
          <a:p>
            <a:endParaRPr lang="en-US"/>
          </a:p>
        </p:txBody>
      </p:sp>
      <p:sp>
        <p:nvSpPr>
          <p:cNvPr id="23" name="Text 12">
            <a:extLst>
              <a:ext uri="{FF2B5EF4-FFF2-40B4-BE49-F238E27FC236}">
                <a16:creationId xmlns:a16="http://schemas.microsoft.com/office/drawing/2014/main" id="{9B145D42-C2D9-81FA-4FFB-386113F5B779}"/>
              </a:ext>
            </a:extLst>
          </p:cNvPr>
          <p:cNvSpPr/>
          <p:nvPr/>
        </p:nvSpPr>
        <p:spPr>
          <a:xfrm>
            <a:off x="1428377" y="5747956"/>
            <a:ext cx="1792224" cy="233744"/>
          </a:xfrm>
          <a:prstGeom prst="rect">
            <a:avLst/>
          </a:prstGeom>
          <a:noFill/>
          <a:ln/>
        </p:spPr>
        <p:txBody>
          <a:bodyPr wrap="square" lIns="0" tIns="0" rIns="0" bIns="0" rtlCol="0" anchor="t"/>
          <a:lstStyle/>
          <a:p>
            <a:pPr marL="0" indent="0">
              <a:buNone/>
            </a:pPr>
            <a:r>
              <a:rPr lang="en-US" dirty="0">
                <a:solidFill>
                  <a:srgbClr val="0F172A"/>
                </a:solidFill>
              </a:rPr>
              <a:t>Capacity placement documented</a:t>
            </a:r>
            <a:endParaRPr lang="en-US" dirty="0"/>
          </a:p>
        </p:txBody>
      </p:sp>
      <p:sp>
        <p:nvSpPr>
          <p:cNvPr id="24" name="Shape 13">
            <a:extLst>
              <a:ext uri="{FF2B5EF4-FFF2-40B4-BE49-F238E27FC236}">
                <a16:creationId xmlns:a16="http://schemas.microsoft.com/office/drawing/2014/main" id="{8AC267D9-7528-FB76-953B-E09EC82D9030}"/>
              </a:ext>
            </a:extLst>
          </p:cNvPr>
          <p:cNvSpPr/>
          <p:nvPr/>
        </p:nvSpPr>
        <p:spPr>
          <a:xfrm>
            <a:off x="4052705" y="2628900"/>
            <a:ext cx="2331720" cy="4434840"/>
          </a:xfrm>
          <a:prstGeom prst="roundRect">
            <a:avLst>
              <a:gd name="adj" fmla="val 1961"/>
            </a:avLst>
          </a:prstGeom>
          <a:solidFill>
            <a:srgbClr val="FFFFFF"/>
          </a:solidFill>
          <a:ln w="12700">
            <a:solidFill>
              <a:srgbClr val="CBD5E1"/>
            </a:solidFill>
            <a:prstDash val="solid"/>
          </a:ln>
        </p:spPr>
        <p:txBody>
          <a:bodyPr/>
          <a:lstStyle/>
          <a:p>
            <a:endParaRPr lang="en-US"/>
          </a:p>
        </p:txBody>
      </p:sp>
      <p:sp>
        <p:nvSpPr>
          <p:cNvPr id="25" name="Shape 14">
            <a:extLst>
              <a:ext uri="{FF2B5EF4-FFF2-40B4-BE49-F238E27FC236}">
                <a16:creationId xmlns:a16="http://schemas.microsoft.com/office/drawing/2014/main" id="{0BE0127A-1292-1A5C-7199-8D6F6BAA0CB2}"/>
              </a:ext>
            </a:extLst>
          </p:cNvPr>
          <p:cNvSpPr/>
          <p:nvPr/>
        </p:nvSpPr>
        <p:spPr>
          <a:xfrm>
            <a:off x="4162433" y="2756916"/>
            <a:ext cx="2112264" cy="548640"/>
          </a:xfrm>
          <a:prstGeom prst="roundRect">
            <a:avLst>
              <a:gd name="adj" fmla="val 6667"/>
            </a:avLst>
          </a:prstGeom>
          <a:solidFill>
            <a:srgbClr val="DDF7F5"/>
          </a:solidFill>
          <a:ln w="12700">
            <a:solidFill>
              <a:srgbClr val="DDF7F5"/>
            </a:solidFill>
            <a:prstDash val="solid"/>
          </a:ln>
        </p:spPr>
        <p:txBody>
          <a:bodyPr/>
          <a:lstStyle/>
          <a:p>
            <a:endParaRPr lang="en-US"/>
          </a:p>
        </p:txBody>
      </p:sp>
      <p:sp>
        <p:nvSpPr>
          <p:cNvPr id="26" name="Text 15">
            <a:extLst>
              <a:ext uri="{FF2B5EF4-FFF2-40B4-BE49-F238E27FC236}">
                <a16:creationId xmlns:a16="http://schemas.microsoft.com/office/drawing/2014/main" id="{340917C7-E35B-5D4F-B987-DC135C6AA3E2}"/>
              </a:ext>
            </a:extLst>
          </p:cNvPr>
          <p:cNvSpPr/>
          <p:nvPr/>
        </p:nvSpPr>
        <p:spPr>
          <a:xfrm>
            <a:off x="4272161" y="2939796"/>
            <a:ext cx="1874520" cy="201168"/>
          </a:xfrm>
          <a:prstGeom prst="rect">
            <a:avLst/>
          </a:prstGeom>
          <a:noFill/>
          <a:ln/>
        </p:spPr>
        <p:txBody>
          <a:bodyPr wrap="square" lIns="0" tIns="0" rIns="0" bIns="0" rtlCol="0" anchor="ctr"/>
          <a:lstStyle/>
          <a:p>
            <a:pPr marL="0" indent="0" algn="ctr">
              <a:buNone/>
            </a:pPr>
            <a:r>
              <a:rPr lang="en-US" b="1" dirty="0">
                <a:solidFill>
                  <a:srgbClr val="0F3D91"/>
                </a:solidFill>
              </a:rPr>
              <a:t>Data + security</a:t>
            </a:r>
            <a:endParaRPr lang="en-US" dirty="0"/>
          </a:p>
        </p:txBody>
      </p:sp>
      <p:sp>
        <p:nvSpPr>
          <p:cNvPr id="27" name="Shape 16">
            <a:extLst>
              <a:ext uri="{FF2B5EF4-FFF2-40B4-BE49-F238E27FC236}">
                <a16:creationId xmlns:a16="http://schemas.microsoft.com/office/drawing/2014/main" id="{0B600F08-0B38-6FB1-567E-E054AFD94D69}"/>
              </a:ext>
            </a:extLst>
          </p:cNvPr>
          <p:cNvSpPr/>
          <p:nvPr/>
        </p:nvSpPr>
        <p:spPr>
          <a:xfrm>
            <a:off x="4199009" y="3634740"/>
            <a:ext cx="109728" cy="109728"/>
          </a:xfrm>
          <a:prstGeom prst="ellipse">
            <a:avLst/>
          </a:prstGeom>
          <a:solidFill>
            <a:srgbClr val="11B5AE"/>
          </a:solidFill>
          <a:ln w="12700">
            <a:solidFill>
              <a:srgbClr val="11B5AE"/>
            </a:solidFill>
            <a:prstDash val="solid"/>
          </a:ln>
        </p:spPr>
        <p:txBody>
          <a:bodyPr/>
          <a:lstStyle/>
          <a:p>
            <a:endParaRPr lang="en-US"/>
          </a:p>
        </p:txBody>
      </p:sp>
      <p:sp>
        <p:nvSpPr>
          <p:cNvPr id="28" name="Text 17">
            <a:extLst>
              <a:ext uri="{FF2B5EF4-FFF2-40B4-BE49-F238E27FC236}">
                <a16:creationId xmlns:a16="http://schemas.microsoft.com/office/drawing/2014/main" id="{FDE76881-B91D-21D4-2A15-A7E8F32A3FD5}"/>
              </a:ext>
            </a:extLst>
          </p:cNvPr>
          <p:cNvSpPr/>
          <p:nvPr/>
        </p:nvSpPr>
        <p:spPr>
          <a:xfrm>
            <a:off x="4400177" y="3561588"/>
            <a:ext cx="1792224" cy="233744"/>
          </a:xfrm>
          <a:prstGeom prst="rect">
            <a:avLst/>
          </a:prstGeom>
          <a:noFill/>
          <a:ln/>
        </p:spPr>
        <p:txBody>
          <a:bodyPr wrap="square" lIns="0" tIns="0" rIns="0" bIns="0" rtlCol="0" anchor="t"/>
          <a:lstStyle/>
          <a:p>
            <a:pPr marL="0" indent="0">
              <a:buNone/>
            </a:pPr>
            <a:r>
              <a:rPr lang="en-US" dirty="0">
                <a:solidFill>
                  <a:srgbClr val="0F172A"/>
                </a:solidFill>
              </a:rPr>
              <a:t>Sources and ownership documented</a:t>
            </a:r>
            <a:endParaRPr lang="en-US" dirty="0"/>
          </a:p>
        </p:txBody>
      </p:sp>
      <p:sp>
        <p:nvSpPr>
          <p:cNvPr id="29" name="Shape 18">
            <a:extLst>
              <a:ext uri="{FF2B5EF4-FFF2-40B4-BE49-F238E27FC236}">
                <a16:creationId xmlns:a16="http://schemas.microsoft.com/office/drawing/2014/main" id="{F986DF50-276A-924C-A5B3-DA823E663BFF}"/>
              </a:ext>
            </a:extLst>
          </p:cNvPr>
          <p:cNvSpPr/>
          <p:nvPr/>
        </p:nvSpPr>
        <p:spPr>
          <a:xfrm>
            <a:off x="4199009" y="4576572"/>
            <a:ext cx="109728" cy="109728"/>
          </a:xfrm>
          <a:prstGeom prst="ellipse">
            <a:avLst/>
          </a:prstGeom>
          <a:solidFill>
            <a:srgbClr val="11B5AE"/>
          </a:solidFill>
          <a:ln w="12700">
            <a:solidFill>
              <a:srgbClr val="11B5AE"/>
            </a:solidFill>
            <a:prstDash val="solid"/>
          </a:ln>
        </p:spPr>
        <p:txBody>
          <a:bodyPr/>
          <a:lstStyle/>
          <a:p>
            <a:endParaRPr lang="en-US"/>
          </a:p>
        </p:txBody>
      </p:sp>
      <p:sp>
        <p:nvSpPr>
          <p:cNvPr id="30" name="Text 19">
            <a:extLst>
              <a:ext uri="{FF2B5EF4-FFF2-40B4-BE49-F238E27FC236}">
                <a16:creationId xmlns:a16="http://schemas.microsoft.com/office/drawing/2014/main" id="{E3E5D145-0F7B-3791-C172-945AD334EE2A}"/>
              </a:ext>
            </a:extLst>
          </p:cNvPr>
          <p:cNvSpPr/>
          <p:nvPr/>
        </p:nvSpPr>
        <p:spPr>
          <a:xfrm>
            <a:off x="4400177" y="4492688"/>
            <a:ext cx="1792224" cy="1108012"/>
          </a:xfrm>
          <a:prstGeom prst="rect">
            <a:avLst/>
          </a:prstGeom>
          <a:noFill/>
          <a:ln/>
        </p:spPr>
        <p:txBody>
          <a:bodyPr wrap="square" lIns="0" tIns="0" rIns="0" bIns="0" rtlCol="0" anchor="t"/>
          <a:lstStyle/>
          <a:p>
            <a:pPr marL="0" indent="0">
              <a:buNone/>
            </a:pPr>
            <a:r>
              <a:rPr lang="en-US" dirty="0">
                <a:solidFill>
                  <a:srgbClr val="0F172A"/>
                </a:solidFill>
              </a:rPr>
              <a:t>Lakehouse / Warehouse / model roles are clear</a:t>
            </a:r>
            <a:endParaRPr lang="en-US" dirty="0"/>
          </a:p>
        </p:txBody>
      </p:sp>
      <p:sp>
        <p:nvSpPr>
          <p:cNvPr id="31" name="Shape 20">
            <a:extLst>
              <a:ext uri="{FF2B5EF4-FFF2-40B4-BE49-F238E27FC236}">
                <a16:creationId xmlns:a16="http://schemas.microsoft.com/office/drawing/2014/main" id="{09337D6A-D7C9-0C6B-2812-72390581772D}"/>
              </a:ext>
            </a:extLst>
          </p:cNvPr>
          <p:cNvSpPr/>
          <p:nvPr/>
        </p:nvSpPr>
        <p:spPr>
          <a:xfrm>
            <a:off x="4199009" y="5795772"/>
            <a:ext cx="109728" cy="109728"/>
          </a:xfrm>
          <a:prstGeom prst="ellipse">
            <a:avLst/>
          </a:prstGeom>
          <a:solidFill>
            <a:srgbClr val="11B5AE"/>
          </a:solidFill>
          <a:ln w="12700">
            <a:solidFill>
              <a:srgbClr val="11B5AE"/>
            </a:solidFill>
            <a:prstDash val="solid"/>
          </a:ln>
        </p:spPr>
        <p:txBody>
          <a:bodyPr/>
          <a:lstStyle/>
          <a:p>
            <a:endParaRPr lang="en-US"/>
          </a:p>
        </p:txBody>
      </p:sp>
      <p:sp>
        <p:nvSpPr>
          <p:cNvPr id="32" name="Text 21">
            <a:extLst>
              <a:ext uri="{FF2B5EF4-FFF2-40B4-BE49-F238E27FC236}">
                <a16:creationId xmlns:a16="http://schemas.microsoft.com/office/drawing/2014/main" id="{6EEE9BF2-06A4-FA93-13BD-1D21D117B60F}"/>
              </a:ext>
            </a:extLst>
          </p:cNvPr>
          <p:cNvSpPr/>
          <p:nvPr/>
        </p:nvSpPr>
        <p:spPr>
          <a:xfrm>
            <a:off x="4400177" y="5671756"/>
            <a:ext cx="1792224" cy="233744"/>
          </a:xfrm>
          <a:prstGeom prst="rect">
            <a:avLst/>
          </a:prstGeom>
          <a:noFill/>
          <a:ln/>
        </p:spPr>
        <p:txBody>
          <a:bodyPr wrap="square" lIns="0" tIns="0" rIns="0" bIns="0" rtlCol="0" anchor="t"/>
          <a:lstStyle/>
          <a:p>
            <a:pPr marL="0" indent="0">
              <a:buNone/>
            </a:pPr>
            <a:r>
              <a:rPr lang="en-US" dirty="0">
                <a:solidFill>
                  <a:srgbClr val="0F172A"/>
                </a:solidFill>
              </a:rPr>
              <a:t>Sensitive data handling defined</a:t>
            </a:r>
            <a:endParaRPr lang="en-US" dirty="0"/>
          </a:p>
        </p:txBody>
      </p:sp>
      <p:sp>
        <p:nvSpPr>
          <p:cNvPr id="33" name="Shape 22">
            <a:extLst>
              <a:ext uri="{FF2B5EF4-FFF2-40B4-BE49-F238E27FC236}">
                <a16:creationId xmlns:a16="http://schemas.microsoft.com/office/drawing/2014/main" id="{276824F3-077A-787D-94BC-1D70852B6CA7}"/>
              </a:ext>
            </a:extLst>
          </p:cNvPr>
          <p:cNvSpPr/>
          <p:nvPr/>
        </p:nvSpPr>
        <p:spPr>
          <a:xfrm>
            <a:off x="4199009" y="6362700"/>
            <a:ext cx="109728" cy="109728"/>
          </a:xfrm>
          <a:prstGeom prst="ellipse">
            <a:avLst/>
          </a:prstGeom>
          <a:solidFill>
            <a:srgbClr val="11B5AE"/>
          </a:solidFill>
          <a:ln w="12700">
            <a:solidFill>
              <a:srgbClr val="11B5AE"/>
            </a:solidFill>
            <a:prstDash val="solid"/>
          </a:ln>
        </p:spPr>
        <p:txBody>
          <a:bodyPr/>
          <a:lstStyle/>
          <a:p>
            <a:endParaRPr lang="en-US"/>
          </a:p>
        </p:txBody>
      </p:sp>
      <p:sp>
        <p:nvSpPr>
          <p:cNvPr id="34" name="Text 23">
            <a:extLst>
              <a:ext uri="{FF2B5EF4-FFF2-40B4-BE49-F238E27FC236}">
                <a16:creationId xmlns:a16="http://schemas.microsoft.com/office/drawing/2014/main" id="{7F779750-6E0F-33F4-8576-7C51FD58C7C3}"/>
              </a:ext>
            </a:extLst>
          </p:cNvPr>
          <p:cNvSpPr/>
          <p:nvPr/>
        </p:nvSpPr>
        <p:spPr>
          <a:xfrm>
            <a:off x="4400177" y="6281356"/>
            <a:ext cx="1792224" cy="233744"/>
          </a:xfrm>
          <a:prstGeom prst="rect">
            <a:avLst/>
          </a:prstGeom>
          <a:noFill/>
          <a:ln/>
        </p:spPr>
        <p:txBody>
          <a:bodyPr wrap="square" lIns="0" tIns="0" rIns="0" bIns="0" rtlCol="0" anchor="t"/>
          <a:lstStyle/>
          <a:p>
            <a:pPr marL="0" indent="0">
              <a:buNone/>
            </a:pPr>
            <a:r>
              <a:rPr lang="en-US" dirty="0">
                <a:solidFill>
                  <a:srgbClr val="0F172A"/>
                </a:solidFill>
              </a:rPr>
              <a:t>Access model is least-privilege</a:t>
            </a:r>
            <a:endParaRPr lang="en-US" dirty="0"/>
          </a:p>
        </p:txBody>
      </p:sp>
      <p:sp>
        <p:nvSpPr>
          <p:cNvPr id="35" name="Shape 24">
            <a:extLst>
              <a:ext uri="{FF2B5EF4-FFF2-40B4-BE49-F238E27FC236}">
                <a16:creationId xmlns:a16="http://schemas.microsoft.com/office/drawing/2014/main" id="{B6C81A18-00B5-B920-6BE9-7D5717BCB2D5}"/>
              </a:ext>
            </a:extLst>
          </p:cNvPr>
          <p:cNvSpPr/>
          <p:nvPr/>
        </p:nvSpPr>
        <p:spPr>
          <a:xfrm>
            <a:off x="7024505" y="2628900"/>
            <a:ext cx="2331720" cy="4434840"/>
          </a:xfrm>
          <a:prstGeom prst="roundRect">
            <a:avLst>
              <a:gd name="adj" fmla="val 1961"/>
            </a:avLst>
          </a:prstGeom>
          <a:solidFill>
            <a:srgbClr val="FFFFFF"/>
          </a:solidFill>
          <a:ln w="12700">
            <a:solidFill>
              <a:srgbClr val="CBD5E1"/>
            </a:solidFill>
            <a:prstDash val="solid"/>
          </a:ln>
        </p:spPr>
        <p:txBody>
          <a:bodyPr/>
          <a:lstStyle/>
          <a:p>
            <a:endParaRPr lang="en-US"/>
          </a:p>
        </p:txBody>
      </p:sp>
      <p:sp>
        <p:nvSpPr>
          <p:cNvPr id="36" name="Shape 25">
            <a:extLst>
              <a:ext uri="{FF2B5EF4-FFF2-40B4-BE49-F238E27FC236}">
                <a16:creationId xmlns:a16="http://schemas.microsoft.com/office/drawing/2014/main" id="{848A7C26-E434-F953-D770-8B594CEDD59C}"/>
              </a:ext>
            </a:extLst>
          </p:cNvPr>
          <p:cNvSpPr/>
          <p:nvPr/>
        </p:nvSpPr>
        <p:spPr>
          <a:xfrm>
            <a:off x="7134233" y="2756916"/>
            <a:ext cx="2112264" cy="548640"/>
          </a:xfrm>
          <a:prstGeom prst="roundRect">
            <a:avLst>
              <a:gd name="adj" fmla="val 6667"/>
            </a:avLst>
          </a:prstGeom>
          <a:solidFill>
            <a:srgbClr val="EAF0FB"/>
          </a:solidFill>
          <a:ln w="12700">
            <a:solidFill>
              <a:srgbClr val="EAF0FB"/>
            </a:solidFill>
            <a:prstDash val="solid"/>
          </a:ln>
        </p:spPr>
        <p:txBody>
          <a:bodyPr/>
          <a:lstStyle/>
          <a:p>
            <a:endParaRPr lang="en-US"/>
          </a:p>
        </p:txBody>
      </p:sp>
      <p:sp>
        <p:nvSpPr>
          <p:cNvPr id="37" name="Text 26">
            <a:extLst>
              <a:ext uri="{FF2B5EF4-FFF2-40B4-BE49-F238E27FC236}">
                <a16:creationId xmlns:a16="http://schemas.microsoft.com/office/drawing/2014/main" id="{096AA438-A5C1-40D8-F913-AD125F069521}"/>
              </a:ext>
            </a:extLst>
          </p:cNvPr>
          <p:cNvSpPr/>
          <p:nvPr/>
        </p:nvSpPr>
        <p:spPr>
          <a:xfrm>
            <a:off x="7243961" y="2939796"/>
            <a:ext cx="1874520" cy="201168"/>
          </a:xfrm>
          <a:prstGeom prst="rect">
            <a:avLst/>
          </a:prstGeom>
          <a:noFill/>
          <a:ln/>
        </p:spPr>
        <p:txBody>
          <a:bodyPr wrap="square" lIns="0" tIns="0" rIns="0" bIns="0" rtlCol="0" anchor="ctr"/>
          <a:lstStyle/>
          <a:p>
            <a:pPr marL="0" indent="0" algn="ctr">
              <a:buNone/>
            </a:pPr>
            <a:r>
              <a:rPr lang="en-US" b="1" dirty="0">
                <a:solidFill>
                  <a:srgbClr val="0F3D91"/>
                </a:solidFill>
              </a:rPr>
              <a:t>Scale + operations</a:t>
            </a:r>
            <a:endParaRPr lang="en-US" dirty="0"/>
          </a:p>
        </p:txBody>
      </p:sp>
      <p:sp>
        <p:nvSpPr>
          <p:cNvPr id="38" name="Shape 27">
            <a:extLst>
              <a:ext uri="{FF2B5EF4-FFF2-40B4-BE49-F238E27FC236}">
                <a16:creationId xmlns:a16="http://schemas.microsoft.com/office/drawing/2014/main" id="{BB8DADAC-670C-44C3-1DBF-23C6330B9C68}"/>
              </a:ext>
            </a:extLst>
          </p:cNvPr>
          <p:cNvSpPr/>
          <p:nvPr/>
        </p:nvSpPr>
        <p:spPr>
          <a:xfrm>
            <a:off x="7170809" y="3634740"/>
            <a:ext cx="109728" cy="109728"/>
          </a:xfrm>
          <a:prstGeom prst="ellipse">
            <a:avLst/>
          </a:prstGeom>
          <a:solidFill>
            <a:srgbClr val="11B5AE"/>
          </a:solidFill>
          <a:ln w="12700">
            <a:solidFill>
              <a:srgbClr val="11B5AE"/>
            </a:solidFill>
            <a:prstDash val="solid"/>
          </a:ln>
        </p:spPr>
        <p:txBody>
          <a:bodyPr/>
          <a:lstStyle/>
          <a:p>
            <a:endParaRPr lang="en-US"/>
          </a:p>
        </p:txBody>
      </p:sp>
      <p:sp>
        <p:nvSpPr>
          <p:cNvPr id="39" name="Text 28">
            <a:extLst>
              <a:ext uri="{FF2B5EF4-FFF2-40B4-BE49-F238E27FC236}">
                <a16:creationId xmlns:a16="http://schemas.microsoft.com/office/drawing/2014/main" id="{F1314EB5-8E1E-F7A9-AEFC-619D9454F8DB}"/>
              </a:ext>
            </a:extLst>
          </p:cNvPr>
          <p:cNvSpPr/>
          <p:nvPr/>
        </p:nvSpPr>
        <p:spPr>
          <a:xfrm>
            <a:off x="7371977" y="3561588"/>
            <a:ext cx="1792224" cy="233744"/>
          </a:xfrm>
          <a:prstGeom prst="rect">
            <a:avLst/>
          </a:prstGeom>
          <a:noFill/>
          <a:ln/>
        </p:spPr>
        <p:txBody>
          <a:bodyPr wrap="square" lIns="0" tIns="0" rIns="0" bIns="0" rtlCol="0" anchor="t"/>
          <a:lstStyle/>
          <a:p>
            <a:pPr marL="0" indent="0">
              <a:buNone/>
            </a:pPr>
            <a:r>
              <a:rPr lang="en-US" dirty="0">
                <a:solidFill>
                  <a:srgbClr val="0F172A"/>
                </a:solidFill>
              </a:rPr>
              <a:t>Volume and concurrency assumptions stated</a:t>
            </a:r>
            <a:endParaRPr lang="en-US" dirty="0"/>
          </a:p>
        </p:txBody>
      </p:sp>
      <p:sp>
        <p:nvSpPr>
          <p:cNvPr id="40" name="Shape 29">
            <a:extLst>
              <a:ext uri="{FF2B5EF4-FFF2-40B4-BE49-F238E27FC236}">
                <a16:creationId xmlns:a16="http://schemas.microsoft.com/office/drawing/2014/main" id="{45DE4DEC-0834-45D8-1EF0-B8E0A0221CB0}"/>
              </a:ext>
            </a:extLst>
          </p:cNvPr>
          <p:cNvSpPr/>
          <p:nvPr/>
        </p:nvSpPr>
        <p:spPr>
          <a:xfrm>
            <a:off x="7170809" y="4881372"/>
            <a:ext cx="109728" cy="109728"/>
          </a:xfrm>
          <a:prstGeom prst="ellipse">
            <a:avLst/>
          </a:prstGeom>
          <a:solidFill>
            <a:srgbClr val="11B5AE"/>
          </a:solidFill>
          <a:ln w="12700">
            <a:solidFill>
              <a:srgbClr val="11B5AE"/>
            </a:solidFill>
            <a:prstDash val="solid"/>
          </a:ln>
        </p:spPr>
        <p:txBody>
          <a:bodyPr/>
          <a:lstStyle/>
          <a:p>
            <a:endParaRPr lang="en-US"/>
          </a:p>
        </p:txBody>
      </p:sp>
      <p:sp>
        <p:nvSpPr>
          <p:cNvPr id="41" name="Text 30">
            <a:extLst>
              <a:ext uri="{FF2B5EF4-FFF2-40B4-BE49-F238E27FC236}">
                <a16:creationId xmlns:a16="http://schemas.microsoft.com/office/drawing/2014/main" id="{EB654628-1CFA-A8FB-9A1B-EE0D859E700C}"/>
              </a:ext>
            </a:extLst>
          </p:cNvPr>
          <p:cNvSpPr/>
          <p:nvPr/>
        </p:nvSpPr>
        <p:spPr>
          <a:xfrm>
            <a:off x="7371977" y="4757356"/>
            <a:ext cx="1792224" cy="233744"/>
          </a:xfrm>
          <a:prstGeom prst="rect">
            <a:avLst/>
          </a:prstGeom>
          <a:noFill/>
          <a:ln/>
        </p:spPr>
        <p:txBody>
          <a:bodyPr wrap="square" lIns="0" tIns="0" rIns="0" bIns="0" rtlCol="0" anchor="t"/>
          <a:lstStyle/>
          <a:p>
            <a:pPr marL="0" indent="0">
              <a:buNone/>
            </a:pPr>
            <a:r>
              <a:rPr lang="en-US" dirty="0">
                <a:solidFill>
                  <a:srgbClr val="0F172A"/>
                </a:solidFill>
              </a:rPr>
              <a:t>Refresh window is realistic</a:t>
            </a:r>
            <a:endParaRPr lang="en-US" dirty="0"/>
          </a:p>
        </p:txBody>
      </p:sp>
      <p:sp>
        <p:nvSpPr>
          <p:cNvPr id="42" name="Shape 31">
            <a:extLst>
              <a:ext uri="{FF2B5EF4-FFF2-40B4-BE49-F238E27FC236}">
                <a16:creationId xmlns:a16="http://schemas.microsoft.com/office/drawing/2014/main" id="{79C01216-8068-CD4C-C038-0B0A26E99D6D}"/>
              </a:ext>
            </a:extLst>
          </p:cNvPr>
          <p:cNvSpPr/>
          <p:nvPr/>
        </p:nvSpPr>
        <p:spPr>
          <a:xfrm>
            <a:off x="7170809" y="5490972"/>
            <a:ext cx="109728" cy="109728"/>
          </a:xfrm>
          <a:prstGeom prst="ellipse">
            <a:avLst/>
          </a:prstGeom>
          <a:solidFill>
            <a:srgbClr val="11B5AE"/>
          </a:solidFill>
          <a:ln w="12700">
            <a:solidFill>
              <a:srgbClr val="11B5AE"/>
            </a:solidFill>
            <a:prstDash val="solid"/>
          </a:ln>
        </p:spPr>
        <p:txBody>
          <a:bodyPr/>
          <a:lstStyle/>
          <a:p>
            <a:endParaRPr lang="en-US"/>
          </a:p>
        </p:txBody>
      </p:sp>
      <p:sp>
        <p:nvSpPr>
          <p:cNvPr id="43" name="Text 32">
            <a:extLst>
              <a:ext uri="{FF2B5EF4-FFF2-40B4-BE49-F238E27FC236}">
                <a16:creationId xmlns:a16="http://schemas.microsoft.com/office/drawing/2014/main" id="{48927BD1-FDB9-AC61-DAED-D52B5E574538}"/>
              </a:ext>
            </a:extLst>
          </p:cNvPr>
          <p:cNvSpPr/>
          <p:nvPr/>
        </p:nvSpPr>
        <p:spPr>
          <a:xfrm>
            <a:off x="7371977" y="5366956"/>
            <a:ext cx="1792224" cy="233744"/>
          </a:xfrm>
          <a:prstGeom prst="rect">
            <a:avLst/>
          </a:prstGeom>
          <a:noFill/>
          <a:ln/>
        </p:spPr>
        <p:txBody>
          <a:bodyPr wrap="square" lIns="0" tIns="0" rIns="0" bIns="0" rtlCol="0" anchor="t"/>
          <a:lstStyle/>
          <a:p>
            <a:pPr marL="0" indent="0">
              <a:buNone/>
            </a:pPr>
            <a:r>
              <a:rPr lang="en-US" dirty="0">
                <a:solidFill>
                  <a:srgbClr val="0F172A"/>
                </a:solidFill>
              </a:rPr>
              <a:t>Monitoring and alerts are defined</a:t>
            </a:r>
            <a:endParaRPr lang="en-US" dirty="0"/>
          </a:p>
        </p:txBody>
      </p:sp>
      <p:sp>
        <p:nvSpPr>
          <p:cNvPr id="44" name="Shape 33">
            <a:extLst>
              <a:ext uri="{FF2B5EF4-FFF2-40B4-BE49-F238E27FC236}">
                <a16:creationId xmlns:a16="http://schemas.microsoft.com/office/drawing/2014/main" id="{87351DA0-233B-1F4A-A80A-1C4AFD73165A}"/>
              </a:ext>
            </a:extLst>
          </p:cNvPr>
          <p:cNvSpPr/>
          <p:nvPr/>
        </p:nvSpPr>
        <p:spPr>
          <a:xfrm>
            <a:off x="7170809" y="6100572"/>
            <a:ext cx="109728" cy="109728"/>
          </a:xfrm>
          <a:prstGeom prst="ellipse">
            <a:avLst/>
          </a:prstGeom>
          <a:solidFill>
            <a:srgbClr val="11B5AE"/>
          </a:solidFill>
          <a:ln w="12700">
            <a:solidFill>
              <a:srgbClr val="11B5AE"/>
            </a:solidFill>
            <a:prstDash val="solid"/>
          </a:ln>
        </p:spPr>
        <p:txBody>
          <a:bodyPr/>
          <a:lstStyle/>
          <a:p>
            <a:endParaRPr lang="en-US"/>
          </a:p>
        </p:txBody>
      </p:sp>
      <p:sp>
        <p:nvSpPr>
          <p:cNvPr id="45" name="Text 34">
            <a:extLst>
              <a:ext uri="{FF2B5EF4-FFF2-40B4-BE49-F238E27FC236}">
                <a16:creationId xmlns:a16="http://schemas.microsoft.com/office/drawing/2014/main" id="{32F1A7D2-54B7-CFE5-3440-7BF4BFAA334E}"/>
              </a:ext>
            </a:extLst>
          </p:cNvPr>
          <p:cNvSpPr/>
          <p:nvPr/>
        </p:nvSpPr>
        <p:spPr>
          <a:xfrm>
            <a:off x="7371977" y="5976556"/>
            <a:ext cx="1792224" cy="233744"/>
          </a:xfrm>
          <a:prstGeom prst="rect">
            <a:avLst/>
          </a:prstGeom>
          <a:noFill/>
          <a:ln/>
        </p:spPr>
        <p:txBody>
          <a:bodyPr wrap="square" lIns="0" tIns="0" rIns="0" bIns="0" rtlCol="0" anchor="t"/>
          <a:lstStyle/>
          <a:p>
            <a:pPr marL="0" indent="0">
              <a:buNone/>
            </a:pPr>
            <a:r>
              <a:rPr lang="en-US" dirty="0">
                <a:solidFill>
                  <a:srgbClr val="0F172A"/>
                </a:solidFill>
              </a:rPr>
              <a:t>Runbook + support owner exist</a:t>
            </a:r>
            <a:endParaRPr lang="en-US" dirty="0"/>
          </a:p>
        </p:txBody>
      </p:sp>
      <p:sp>
        <p:nvSpPr>
          <p:cNvPr id="46" name="Shape 35">
            <a:extLst>
              <a:ext uri="{FF2B5EF4-FFF2-40B4-BE49-F238E27FC236}">
                <a16:creationId xmlns:a16="http://schemas.microsoft.com/office/drawing/2014/main" id="{6AFB5C02-6F71-5C49-BD16-EBA93F1B8999}"/>
              </a:ext>
            </a:extLst>
          </p:cNvPr>
          <p:cNvSpPr/>
          <p:nvPr/>
        </p:nvSpPr>
        <p:spPr>
          <a:xfrm>
            <a:off x="9996305" y="2628900"/>
            <a:ext cx="2331720" cy="4434840"/>
          </a:xfrm>
          <a:prstGeom prst="roundRect">
            <a:avLst>
              <a:gd name="adj" fmla="val 1961"/>
            </a:avLst>
          </a:prstGeom>
          <a:solidFill>
            <a:srgbClr val="FFFFFF"/>
          </a:solidFill>
          <a:ln w="12700">
            <a:solidFill>
              <a:srgbClr val="CBD5E1"/>
            </a:solidFill>
            <a:prstDash val="solid"/>
          </a:ln>
        </p:spPr>
        <p:txBody>
          <a:bodyPr/>
          <a:lstStyle/>
          <a:p>
            <a:endParaRPr lang="en-US"/>
          </a:p>
        </p:txBody>
      </p:sp>
      <p:sp>
        <p:nvSpPr>
          <p:cNvPr id="47" name="Shape 36">
            <a:extLst>
              <a:ext uri="{FF2B5EF4-FFF2-40B4-BE49-F238E27FC236}">
                <a16:creationId xmlns:a16="http://schemas.microsoft.com/office/drawing/2014/main" id="{84559F03-0266-FDA9-D011-C2AE9A610F03}"/>
              </a:ext>
            </a:extLst>
          </p:cNvPr>
          <p:cNvSpPr/>
          <p:nvPr/>
        </p:nvSpPr>
        <p:spPr>
          <a:xfrm>
            <a:off x="10106033" y="2756916"/>
            <a:ext cx="2112264" cy="548640"/>
          </a:xfrm>
          <a:prstGeom prst="roundRect">
            <a:avLst>
              <a:gd name="adj" fmla="val 6667"/>
            </a:avLst>
          </a:prstGeom>
          <a:solidFill>
            <a:srgbClr val="DDF7F5"/>
          </a:solidFill>
          <a:ln w="12700">
            <a:solidFill>
              <a:srgbClr val="DDF7F5"/>
            </a:solidFill>
            <a:prstDash val="solid"/>
          </a:ln>
        </p:spPr>
        <p:txBody>
          <a:bodyPr/>
          <a:lstStyle/>
          <a:p>
            <a:endParaRPr lang="en-US"/>
          </a:p>
        </p:txBody>
      </p:sp>
      <p:sp>
        <p:nvSpPr>
          <p:cNvPr id="48" name="Text 37">
            <a:extLst>
              <a:ext uri="{FF2B5EF4-FFF2-40B4-BE49-F238E27FC236}">
                <a16:creationId xmlns:a16="http://schemas.microsoft.com/office/drawing/2014/main" id="{6D511716-3EA0-3C0E-2A16-BF5F342DA471}"/>
              </a:ext>
            </a:extLst>
          </p:cNvPr>
          <p:cNvSpPr/>
          <p:nvPr/>
        </p:nvSpPr>
        <p:spPr>
          <a:xfrm>
            <a:off x="10215761" y="2939796"/>
            <a:ext cx="1874520" cy="201168"/>
          </a:xfrm>
          <a:prstGeom prst="rect">
            <a:avLst/>
          </a:prstGeom>
          <a:noFill/>
          <a:ln/>
        </p:spPr>
        <p:txBody>
          <a:bodyPr wrap="square" lIns="0" tIns="0" rIns="0" bIns="0" rtlCol="0" anchor="ctr"/>
          <a:lstStyle/>
          <a:p>
            <a:pPr marL="0" indent="0" algn="ctr">
              <a:buNone/>
            </a:pPr>
            <a:r>
              <a:rPr lang="en-US" b="1" dirty="0">
                <a:solidFill>
                  <a:srgbClr val="0F3D91"/>
                </a:solidFill>
              </a:rPr>
              <a:t>Delivery + cost</a:t>
            </a:r>
            <a:endParaRPr lang="en-US" dirty="0"/>
          </a:p>
        </p:txBody>
      </p:sp>
      <p:sp>
        <p:nvSpPr>
          <p:cNvPr id="49" name="Shape 38">
            <a:extLst>
              <a:ext uri="{FF2B5EF4-FFF2-40B4-BE49-F238E27FC236}">
                <a16:creationId xmlns:a16="http://schemas.microsoft.com/office/drawing/2014/main" id="{B87CB5FB-6C75-C98E-A31E-C7374C473F89}"/>
              </a:ext>
            </a:extLst>
          </p:cNvPr>
          <p:cNvSpPr/>
          <p:nvPr/>
        </p:nvSpPr>
        <p:spPr>
          <a:xfrm>
            <a:off x="10142609" y="3634740"/>
            <a:ext cx="109728" cy="109728"/>
          </a:xfrm>
          <a:prstGeom prst="ellipse">
            <a:avLst/>
          </a:prstGeom>
          <a:solidFill>
            <a:srgbClr val="11B5AE"/>
          </a:solidFill>
          <a:ln w="12700">
            <a:solidFill>
              <a:srgbClr val="11B5AE"/>
            </a:solidFill>
            <a:prstDash val="solid"/>
          </a:ln>
        </p:spPr>
        <p:txBody>
          <a:bodyPr/>
          <a:lstStyle/>
          <a:p>
            <a:endParaRPr lang="en-US"/>
          </a:p>
        </p:txBody>
      </p:sp>
      <p:sp>
        <p:nvSpPr>
          <p:cNvPr id="50" name="Text 39">
            <a:extLst>
              <a:ext uri="{FF2B5EF4-FFF2-40B4-BE49-F238E27FC236}">
                <a16:creationId xmlns:a16="http://schemas.microsoft.com/office/drawing/2014/main" id="{F56DD7E7-8D42-3A4E-1794-9AE0C0EF0E37}"/>
              </a:ext>
            </a:extLst>
          </p:cNvPr>
          <p:cNvSpPr/>
          <p:nvPr/>
        </p:nvSpPr>
        <p:spPr>
          <a:xfrm>
            <a:off x="10343777" y="3561588"/>
            <a:ext cx="1792224" cy="233744"/>
          </a:xfrm>
          <a:prstGeom prst="rect">
            <a:avLst/>
          </a:prstGeom>
          <a:noFill/>
          <a:ln/>
        </p:spPr>
        <p:txBody>
          <a:bodyPr wrap="square" lIns="0" tIns="0" rIns="0" bIns="0" rtlCol="0" anchor="t"/>
          <a:lstStyle/>
          <a:p>
            <a:pPr marL="0" indent="0">
              <a:buNone/>
            </a:pPr>
            <a:r>
              <a:rPr lang="en-US" dirty="0">
                <a:solidFill>
                  <a:srgbClr val="0F172A"/>
                </a:solidFill>
              </a:rPr>
              <a:t>Git + deployment path are repeatable</a:t>
            </a:r>
            <a:endParaRPr lang="en-US" dirty="0"/>
          </a:p>
        </p:txBody>
      </p:sp>
      <p:sp>
        <p:nvSpPr>
          <p:cNvPr id="51" name="Shape 40">
            <a:extLst>
              <a:ext uri="{FF2B5EF4-FFF2-40B4-BE49-F238E27FC236}">
                <a16:creationId xmlns:a16="http://schemas.microsoft.com/office/drawing/2014/main" id="{47B0D011-0D08-0F1C-6369-DFA621662391}"/>
              </a:ext>
            </a:extLst>
          </p:cNvPr>
          <p:cNvSpPr/>
          <p:nvPr/>
        </p:nvSpPr>
        <p:spPr>
          <a:xfrm>
            <a:off x="10142609" y="4610100"/>
            <a:ext cx="109728" cy="109728"/>
          </a:xfrm>
          <a:prstGeom prst="ellipse">
            <a:avLst/>
          </a:prstGeom>
          <a:solidFill>
            <a:srgbClr val="11B5AE"/>
          </a:solidFill>
          <a:ln w="12700">
            <a:solidFill>
              <a:srgbClr val="11B5AE"/>
            </a:solidFill>
            <a:prstDash val="solid"/>
          </a:ln>
        </p:spPr>
        <p:txBody>
          <a:bodyPr/>
          <a:lstStyle/>
          <a:p>
            <a:endParaRPr lang="en-US"/>
          </a:p>
        </p:txBody>
      </p:sp>
      <p:sp>
        <p:nvSpPr>
          <p:cNvPr id="52" name="Text 41">
            <a:extLst>
              <a:ext uri="{FF2B5EF4-FFF2-40B4-BE49-F238E27FC236}">
                <a16:creationId xmlns:a16="http://schemas.microsoft.com/office/drawing/2014/main" id="{F94040C9-808E-DAEE-DBCC-CED9D06DA1C4}"/>
              </a:ext>
            </a:extLst>
          </p:cNvPr>
          <p:cNvSpPr/>
          <p:nvPr/>
        </p:nvSpPr>
        <p:spPr>
          <a:xfrm>
            <a:off x="10343777" y="4533900"/>
            <a:ext cx="1792224" cy="233744"/>
          </a:xfrm>
          <a:prstGeom prst="rect">
            <a:avLst/>
          </a:prstGeom>
          <a:noFill/>
          <a:ln/>
        </p:spPr>
        <p:txBody>
          <a:bodyPr wrap="square" lIns="0" tIns="0" rIns="0" bIns="0" rtlCol="0" anchor="t"/>
          <a:lstStyle/>
          <a:p>
            <a:pPr marL="0" indent="0">
              <a:buNone/>
            </a:pPr>
            <a:r>
              <a:rPr lang="en-US" dirty="0">
                <a:solidFill>
                  <a:srgbClr val="0F172A"/>
                </a:solidFill>
              </a:rPr>
              <a:t>Rollback path exists</a:t>
            </a:r>
            <a:endParaRPr lang="en-US" dirty="0"/>
          </a:p>
        </p:txBody>
      </p:sp>
      <p:sp>
        <p:nvSpPr>
          <p:cNvPr id="53" name="Shape 42">
            <a:extLst>
              <a:ext uri="{FF2B5EF4-FFF2-40B4-BE49-F238E27FC236}">
                <a16:creationId xmlns:a16="http://schemas.microsoft.com/office/drawing/2014/main" id="{3CEAEB6C-022D-1968-C231-F0C3C1583811}"/>
              </a:ext>
            </a:extLst>
          </p:cNvPr>
          <p:cNvSpPr/>
          <p:nvPr/>
        </p:nvSpPr>
        <p:spPr>
          <a:xfrm>
            <a:off x="10142609" y="5338572"/>
            <a:ext cx="109728" cy="109728"/>
          </a:xfrm>
          <a:prstGeom prst="ellipse">
            <a:avLst/>
          </a:prstGeom>
          <a:solidFill>
            <a:srgbClr val="11B5AE"/>
          </a:solidFill>
          <a:ln w="12700">
            <a:solidFill>
              <a:srgbClr val="11B5AE"/>
            </a:solidFill>
            <a:prstDash val="solid"/>
          </a:ln>
        </p:spPr>
        <p:txBody>
          <a:bodyPr/>
          <a:lstStyle/>
          <a:p>
            <a:endParaRPr lang="en-US"/>
          </a:p>
        </p:txBody>
      </p:sp>
      <p:sp>
        <p:nvSpPr>
          <p:cNvPr id="54" name="Text 43">
            <a:extLst>
              <a:ext uri="{FF2B5EF4-FFF2-40B4-BE49-F238E27FC236}">
                <a16:creationId xmlns:a16="http://schemas.microsoft.com/office/drawing/2014/main" id="{733D52BE-3C58-0AA1-B3BD-0FC8EBDDDC83}"/>
              </a:ext>
            </a:extLst>
          </p:cNvPr>
          <p:cNvSpPr/>
          <p:nvPr/>
        </p:nvSpPr>
        <p:spPr>
          <a:xfrm>
            <a:off x="10343777" y="5214556"/>
            <a:ext cx="1792224" cy="233744"/>
          </a:xfrm>
          <a:prstGeom prst="rect">
            <a:avLst/>
          </a:prstGeom>
          <a:noFill/>
          <a:ln/>
        </p:spPr>
        <p:txBody>
          <a:bodyPr wrap="square" lIns="0" tIns="0" rIns="0" bIns="0" rtlCol="0" anchor="t"/>
          <a:lstStyle/>
          <a:p>
            <a:pPr marL="0" indent="0">
              <a:buNone/>
            </a:pPr>
            <a:r>
              <a:rPr lang="en-US" dirty="0">
                <a:solidFill>
                  <a:srgbClr val="0F172A"/>
                </a:solidFill>
              </a:rPr>
              <a:t>Capacity estimate is documented</a:t>
            </a:r>
            <a:endParaRPr lang="en-US" dirty="0"/>
          </a:p>
        </p:txBody>
      </p:sp>
      <p:sp>
        <p:nvSpPr>
          <p:cNvPr id="55" name="Shape 44">
            <a:extLst>
              <a:ext uri="{FF2B5EF4-FFF2-40B4-BE49-F238E27FC236}">
                <a16:creationId xmlns:a16="http://schemas.microsoft.com/office/drawing/2014/main" id="{4B4BD8C6-A33F-999A-87BA-BA32AB57C385}"/>
              </a:ext>
            </a:extLst>
          </p:cNvPr>
          <p:cNvSpPr/>
          <p:nvPr/>
        </p:nvSpPr>
        <p:spPr>
          <a:xfrm>
            <a:off x="10142609" y="6024372"/>
            <a:ext cx="109728" cy="109728"/>
          </a:xfrm>
          <a:prstGeom prst="ellipse">
            <a:avLst/>
          </a:prstGeom>
          <a:solidFill>
            <a:srgbClr val="11B5AE"/>
          </a:solidFill>
          <a:ln w="12700">
            <a:solidFill>
              <a:srgbClr val="11B5AE"/>
            </a:solidFill>
            <a:prstDash val="solid"/>
          </a:ln>
        </p:spPr>
        <p:txBody>
          <a:bodyPr/>
          <a:lstStyle/>
          <a:p>
            <a:endParaRPr lang="en-US"/>
          </a:p>
        </p:txBody>
      </p:sp>
      <p:sp>
        <p:nvSpPr>
          <p:cNvPr id="56" name="Text 45">
            <a:extLst>
              <a:ext uri="{FF2B5EF4-FFF2-40B4-BE49-F238E27FC236}">
                <a16:creationId xmlns:a16="http://schemas.microsoft.com/office/drawing/2014/main" id="{42E9ECC1-B328-57FD-A74A-7320C369FB0F}"/>
              </a:ext>
            </a:extLst>
          </p:cNvPr>
          <p:cNvSpPr/>
          <p:nvPr/>
        </p:nvSpPr>
        <p:spPr>
          <a:xfrm>
            <a:off x="10343777" y="5900356"/>
            <a:ext cx="1792224" cy="233744"/>
          </a:xfrm>
          <a:prstGeom prst="rect">
            <a:avLst/>
          </a:prstGeom>
          <a:noFill/>
          <a:ln/>
        </p:spPr>
        <p:txBody>
          <a:bodyPr wrap="square" lIns="0" tIns="0" rIns="0" bIns="0" rtlCol="0" anchor="t"/>
          <a:lstStyle/>
          <a:p>
            <a:pPr marL="0" indent="0">
              <a:buNone/>
            </a:pPr>
            <a:r>
              <a:rPr lang="en-US" dirty="0">
                <a:solidFill>
                  <a:srgbClr val="0F172A"/>
                </a:solidFill>
              </a:rPr>
              <a:t>Trade-offs and approvals are written down</a:t>
            </a:r>
            <a:endParaRPr lang="en-US" dirty="0"/>
          </a:p>
        </p:txBody>
      </p:sp>
    </p:spTree>
    <p:extLst>
      <p:ext uri="{BB962C8B-B14F-4D97-AF65-F5344CB8AC3E}">
        <p14:creationId xmlns:p14="http://schemas.microsoft.com/office/powerpoint/2010/main" val="27707360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A2BDD95-EA5D-34D4-2BD7-E2B019E3FD0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2C51A86-1D02-BCE6-77A7-F01D355F9448}"/>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1AD79616-142B-3FAC-6B3D-ECA78AC4F169}"/>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09F537F1-B12D-9280-26EC-342EA5B42C97}"/>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6EC22ED5-6706-CCD7-60CB-608C299AB033}"/>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DE686A71-B61A-7988-0781-9665EC9D827A}"/>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A9F1FDC3-35F2-6217-35EA-23A4404B7A6B}"/>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F388BE1C-6154-5D78-728F-928965003D03}"/>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A2DB9EFC-8593-DC12-B91B-63B504175058}"/>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Production readiness framework</a:t>
            </a:r>
          </a:p>
        </p:txBody>
      </p:sp>
      <p:sp>
        <p:nvSpPr>
          <p:cNvPr id="11" name="TextBox 9">
            <a:extLst>
              <a:ext uri="{FF2B5EF4-FFF2-40B4-BE49-F238E27FC236}">
                <a16:creationId xmlns:a16="http://schemas.microsoft.com/office/drawing/2014/main" id="{218E653E-E2E5-02A8-574E-0EBA8ABF2166}"/>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71</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8D83767D-54DC-F512-DB7E-EB51A2EC6C08}"/>
              </a:ext>
            </a:extLst>
          </p:cNvPr>
          <p:cNvSpPr/>
          <p:nvPr/>
        </p:nvSpPr>
        <p:spPr>
          <a:xfrm>
            <a:off x="1012864" y="1635252"/>
            <a:ext cx="10188535" cy="50292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Risk scoring model: simple enough to use live</a:t>
            </a:r>
            <a:endParaRPr lang="en-US" sz="3600" dirty="0">
              <a:solidFill>
                <a:schemeClr val="bg1"/>
              </a:solidFill>
            </a:endParaRPr>
          </a:p>
        </p:txBody>
      </p:sp>
      <p:sp>
        <p:nvSpPr>
          <p:cNvPr id="12" name="Text 1">
            <a:extLst>
              <a:ext uri="{FF2B5EF4-FFF2-40B4-BE49-F238E27FC236}">
                <a16:creationId xmlns:a16="http://schemas.microsoft.com/office/drawing/2014/main" id="{889F8F38-246C-F9FD-7C9F-0972361A3FB7}"/>
              </a:ext>
            </a:extLst>
          </p:cNvPr>
          <p:cNvSpPr/>
          <p:nvPr/>
        </p:nvSpPr>
        <p:spPr>
          <a:xfrm>
            <a:off x="1031152" y="2138172"/>
            <a:ext cx="14666047"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Score each domain, weight the critical ones, and prevent weak designs from “averaging out.”</a:t>
            </a:r>
            <a:endParaRPr lang="en-US" sz="2800" dirty="0">
              <a:solidFill>
                <a:schemeClr val="bg1"/>
              </a:solidFill>
            </a:endParaRPr>
          </a:p>
        </p:txBody>
      </p:sp>
      <p:sp>
        <p:nvSpPr>
          <p:cNvPr id="13" name="Shape 2">
            <a:extLst>
              <a:ext uri="{FF2B5EF4-FFF2-40B4-BE49-F238E27FC236}">
                <a16:creationId xmlns:a16="http://schemas.microsoft.com/office/drawing/2014/main" id="{ED2A1EF4-CC78-7960-B757-454D82D0FDD2}"/>
              </a:ext>
            </a:extLst>
          </p:cNvPr>
          <p:cNvSpPr/>
          <p:nvPr/>
        </p:nvSpPr>
        <p:spPr>
          <a:xfrm>
            <a:off x="1104305" y="2705100"/>
            <a:ext cx="3886200" cy="4480560"/>
          </a:xfrm>
          <a:prstGeom prst="roundRect">
            <a:avLst>
              <a:gd name="adj" fmla="val 941"/>
            </a:avLst>
          </a:prstGeom>
          <a:solidFill>
            <a:srgbClr val="FFFFFF"/>
          </a:solidFill>
          <a:ln w="12700">
            <a:solidFill>
              <a:srgbClr val="CBD5E1"/>
            </a:solidFill>
            <a:prstDash val="solid"/>
          </a:ln>
        </p:spPr>
        <p:txBody>
          <a:bodyPr/>
          <a:lstStyle/>
          <a:p>
            <a:endParaRPr lang="en-US"/>
          </a:p>
        </p:txBody>
      </p:sp>
      <p:sp>
        <p:nvSpPr>
          <p:cNvPr id="14" name="Text 3">
            <a:extLst>
              <a:ext uri="{FF2B5EF4-FFF2-40B4-BE49-F238E27FC236}">
                <a16:creationId xmlns:a16="http://schemas.microsoft.com/office/drawing/2014/main" id="{183EB462-1E7D-04C0-74E9-B401D127D5D5}"/>
              </a:ext>
            </a:extLst>
          </p:cNvPr>
          <p:cNvSpPr/>
          <p:nvPr/>
        </p:nvSpPr>
        <p:spPr>
          <a:xfrm>
            <a:off x="1314617" y="2942844"/>
            <a:ext cx="1280160" cy="201168"/>
          </a:xfrm>
          <a:prstGeom prst="rect">
            <a:avLst/>
          </a:prstGeom>
          <a:noFill/>
          <a:ln/>
        </p:spPr>
        <p:txBody>
          <a:bodyPr wrap="square" lIns="0" tIns="0" rIns="0" bIns="0" rtlCol="0" anchor="ctr"/>
          <a:lstStyle/>
          <a:p>
            <a:pPr marL="0" indent="0">
              <a:buNone/>
            </a:pPr>
            <a:r>
              <a:rPr lang="en-US" sz="1800" b="1" dirty="0">
                <a:solidFill>
                  <a:srgbClr val="0F3D91"/>
                </a:solidFill>
              </a:rPr>
              <a:t>Scoring scale</a:t>
            </a:r>
            <a:endParaRPr lang="en-US" sz="1800" dirty="0"/>
          </a:p>
        </p:txBody>
      </p:sp>
      <p:sp>
        <p:nvSpPr>
          <p:cNvPr id="15" name="Shape 4">
            <a:extLst>
              <a:ext uri="{FF2B5EF4-FFF2-40B4-BE49-F238E27FC236}">
                <a16:creationId xmlns:a16="http://schemas.microsoft.com/office/drawing/2014/main" id="{A0D4F2A4-EC04-EA2A-A259-7B8ED5ABFCD3}"/>
              </a:ext>
            </a:extLst>
          </p:cNvPr>
          <p:cNvSpPr/>
          <p:nvPr/>
        </p:nvSpPr>
        <p:spPr>
          <a:xfrm>
            <a:off x="1314617" y="3372612"/>
            <a:ext cx="438912" cy="347472"/>
          </a:xfrm>
          <a:prstGeom prst="roundRect">
            <a:avLst>
              <a:gd name="adj" fmla="val 10526"/>
            </a:avLst>
          </a:prstGeom>
          <a:solidFill>
            <a:srgbClr val="FEE2E2"/>
          </a:solidFill>
          <a:ln w="12700">
            <a:solidFill>
              <a:srgbClr val="FFFFFF"/>
            </a:solidFill>
            <a:prstDash val="solid"/>
          </a:ln>
        </p:spPr>
        <p:txBody>
          <a:bodyPr/>
          <a:lstStyle/>
          <a:p>
            <a:endParaRPr lang="en-US"/>
          </a:p>
        </p:txBody>
      </p:sp>
      <p:sp>
        <p:nvSpPr>
          <p:cNvPr id="16" name="Text 5">
            <a:extLst>
              <a:ext uri="{FF2B5EF4-FFF2-40B4-BE49-F238E27FC236}">
                <a16:creationId xmlns:a16="http://schemas.microsoft.com/office/drawing/2014/main" id="{E843E510-D3BE-2C92-7AA3-11FF85DE309D}"/>
              </a:ext>
            </a:extLst>
          </p:cNvPr>
          <p:cNvSpPr/>
          <p:nvPr/>
        </p:nvSpPr>
        <p:spPr>
          <a:xfrm>
            <a:off x="1433489" y="3445764"/>
            <a:ext cx="164592" cy="146304"/>
          </a:xfrm>
          <a:prstGeom prst="rect">
            <a:avLst/>
          </a:prstGeom>
          <a:noFill/>
          <a:ln/>
        </p:spPr>
        <p:txBody>
          <a:bodyPr wrap="square" lIns="0" tIns="0" rIns="0" bIns="0" rtlCol="0" anchor="ctr"/>
          <a:lstStyle/>
          <a:p>
            <a:pPr marL="0" indent="0" algn="ctr">
              <a:buNone/>
            </a:pPr>
            <a:r>
              <a:rPr lang="en-US" sz="1600" b="1" dirty="0">
                <a:solidFill>
                  <a:srgbClr val="0F172A"/>
                </a:solidFill>
              </a:rPr>
              <a:t>0</a:t>
            </a:r>
            <a:endParaRPr lang="en-US" sz="1600" dirty="0"/>
          </a:p>
        </p:txBody>
      </p:sp>
      <p:sp>
        <p:nvSpPr>
          <p:cNvPr id="17" name="Text 6">
            <a:extLst>
              <a:ext uri="{FF2B5EF4-FFF2-40B4-BE49-F238E27FC236}">
                <a16:creationId xmlns:a16="http://schemas.microsoft.com/office/drawing/2014/main" id="{8C867D8B-24E5-8F92-21AC-EE21E61299EF}"/>
              </a:ext>
            </a:extLst>
          </p:cNvPr>
          <p:cNvSpPr/>
          <p:nvPr/>
        </p:nvSpPr>
        <p:spPr>
          <a:xfrm>
            <a:off x="1927265" y="3436620"/>
            <a:ext cx="2560320" cy="164592"/>
          </a:xfrm>
          <a:prstGeom prst="rect">
            <a:avLst/>
          </a:prstGeom>
          <a:noFill/>
          <a:ln/>
        </p:spPr>
        <p:txBody>
          <a:bodyPr wrap="square" lIns="0" tIns="0" rIns="0" bIns="0" rtlCol="0" anchor="ctr"/>
          <a:lstStyle/>
          <a:p>
            <a:pPr marL="0" indent="0">
              <a:buNone/>
            </a:pPr>
            <a:r>
              <a:rPr lang="en-US" sz="1500" dirty="0">
                <a:solidFill>
                  <a:srgbClr val="0F172A"/>
                </a:solidFill>
              </a:rPr>
              <a:t>Not addressed</a:t>
            </a:r>
            <a:endParaRPr lang="en-US" sz="1500" dirty="0"/>
          </a:p>
        </p:txBody>
      </p:sp>
      <p:sp>
        <p:nvSpPr>
          <p:cNvPr id="18" name="Shape 7">
            <a:extLst>
              <a:ext uri="{FF2B5EF4-FFF2-40B4-BE49-F238E27FC236}">
                <a16:creationId xmlns:a16="http://schemas.microsoft.com/office/drawing/2014/main" id="{50F3E827-7D9A-F55E-3559-7CA949B274FE}"/>
              </a:ext>
            </a:extLst>
          </p:cNvPr>
          <p:cNvSpPr/>
          <p:nvPr/>
        </p:nvSpPr>
        <p:spPr>
          <a:xfrm>
            <a:off x="1314617" y="4012692"/>
            <a:ext cx="438912" cy="347472"/>
          </a:xfrm>
          <a:prstGeom prst="roundRect">
            <a:avLst>
              <a:gd name="adj" fmla="val 10526"/>
            </a:avLst>
          </a:prstGeom>
          <a:solidFill>
            <a:srgbClr val="FEE2E2"/>
          </a:solidFill>
          <a:ln w="12700">
            <a:solidFill>
              <a:srgbClr val="FFFFFF"/>
            </a:solidFill>
            <a:prstDash val="solid"/>
          </a:ln>
        </p:spPr>
        <p:txBody>
          <a:bodyPr/>
          <a:lstStyle/>
          <a:p>
            <a:endParaRPr lang="en-US"/>
          </a:p>
        </p:txBody>
      </p:sp>
      <p:sp>
        <p:nvSpPr>
          <p:cNvPr id="19" name="Text 8">
            <a:extLst>
              <a:ext uri="{FF2B5EF4-FFF2-40B4-BE49-F238E27FC236}">
                <a16:creationId xmlns:a16="http://schemas.microsoft.com/office/drawing/2014/main" id="{09A2F82B-87B3-FFD7-D563-74A474633345}"/>
              </a:ext>
            </a:extLst>
          </p:cNvPr>
          <p:cNvSpPr/>
          <p:nvPr/>
        </p:nvSpPr>
        <p:spPr>
          <a:xfrm>
            <a:off x="1433489" y="4085844"/>
            <a:ext cx="164592" cy="146304"/>
          </a:xfrm>
          <a:prstGeom prst="rect">
            <a:avLst/>
          </a:prstGeom>
          <a:noFill/>
          <a:ln/>
        </p:spPr>
        <p:txBody>
          <a:bodyPr wrap="square" lIns="0" tIns="0" rIns="0" bIns="0" rtlCol="0" anchor="ctr"/>
          <a:lstStyle/>
          <a:p>
            <a:pPr marL="0" indent="0" algn="ctr">
              <a:buNone/>
            </a:pPr>
            <a:r>
              <a:rPr lang="en-US" sz="1600" b="1" dirty="0">
                <a:solidFill>
                  <a:srgbClr val="0F172A"/>
                </a:solidFill>
              </a:rPr>
              <a:t>1</a:t>
            </a:r>
            <a:endParaRPr lang="en-US" sz="1600" dirty="0"/>
          </a:p>
        </p:txBody>
      </p:sp>
      <p:sp>
        <p:nvSpPr>
          <p:cNvPr id="20" name="Text 9">
            <a:extLst>
              <a:ext uri="{FF2B5EF4-FFF2-40B4-BE49-F238E27FC236}">
                <a16:creationId xmlns:a16="http://schemas.microsoft.com/office/drawing/2014/main" id="{9D78FE0F-8475-7A89-4FFE-DED5A98F959A}"/>
              </a:ext>
            </a:extLst>
          </p:cNvPr>
          <p:cNvSpPr/>
          <p:nvPr/>
        </p:nvSpPr>
        <p:spPr>
          <a:xfrm>
            <a:off x="1927265" y="4076700"/>
            <a:ext cx="2560320" cy="164592"/>
          </a:xfrm>
          <a:prstGeom prst="rect">
            <a:avLst/>
          </a:prstGeom>
          <a:noFill/>
          <a:ln/>
        </p:spPr>
        <p:txBody>
          <a:bodyPr wrap="square" lIns="0" tIns="0" rIns="0" bIns="0" rtlCol="0" anchor="ctr"/>
          <a:lstStyle/>
          <a:p>
            <a:pPr marL="0" indent="0">
              <a:buNone/>
            </a:pPr>
            <a:r>
              <a:rPr lang="en-US" sz="1500" dirty="0">
                <a:solidFill>
                  <a:srgbClr val="0F172A"/>
                </a:solidFill>
              </a:rPr>
              <a:t>Weak / ad hoc</a:t>
            </a:r>
            <a:endParaRPr lang="en-US" sz="1500" dirty="0"/>
          </a:p>
        </p:txBody>
      </p:sp>
      <p:sp>
        <p:nvSpPr>
          <p:cNvPr id="21" name="Shape 10">
            <a:extLst>
              <a:ext uri="{FF2B5EF4-FFF2-40B4-BE49-F238E27FC236}">
                <a16:creationId xmlns:a16="http://schemas.microsoft.com/office/drawing/2014/main" id="{DD5DAEF5-1F47-8BAF-49CD-F08E333239A5}"/>
              </a:ext>
            </a:extLst>
          </p:cNvPr>
          <p:cNvSpPr/>
          <p:nvPr/>
        </p:nvSpPr>
        <p:spPr>
          <a:xfrm>
            <a:off x="1314617" y="4652772"/>
            <a:ext cx="438912" cy="347472"/>
          </a:xfrm>
          <a:prstGeom prst="roundRect">
            <a:avLst>
              <a:gd name="adj" fmla="val 10526"/>
            </a:avLst>
          </a:prstGeom>
          <a:solidFill>
            <a:srgbClr val="FEF3C7"/>
          </a:solidFill>
          <a:ln w="12700">
            <a:solidFill>
              <a:srgbClr val="FFFFFF"/>
            </a:solidFill>
            <a:prstDash val="solid"/>
          </a:ln>
        </p:spPr>
        <p:txBody>
          <a:bodyPr/>
          <a:lstStyle/>
          <a:p>
            <a:endParaRPr lang="en-US"/>
          </a:p>
        </p:txBody>
      </p:sp>
      <p:sp>
        <p:nvSpPr>
          <p:cNvPr id="22" name="Text 11">
            <a:extLst>
              <a:ext uri="{FF2B5EF4-FFF2-40B4-BE49-F238E27FC236}">
                <a16:creationId xmlns:a16="http://schemas.microsoft.com/office/drawing/2014/main" id="{6882BCAE-4615-7385-3B8E-383383F76A68}"/>
              </a:ext>
            </a:extLst>
          </p:cNvPr>
          <p:cNvSpPr/>
          <p:nvPr/>
        </p:nvSpPr>
        <p:spPr>
          <a:xfrm>
            <a:off x="1433489" y="4725924"/>
            <a:ext cx="164592" cy="146304"/>
          </a:xfrm>
          <a:prstGeom prst="rect">
            <a:avLst/>
          </a:prstGeom>
          <a:noFill/>
          <a:ln/>
        </p:spPr>
        <p:txBody>
          <a:bodyPr wrap="square" lIns="0" tIns="0" rIns="0" bIns="0" rtlCol="0" anchor="ctr"/>
          <a:lstStyle/>
          <a:p>
            <a:pPr marL="0" indent="0" algn="ctr">
              <a:buNone/>
            </a:pPr>
            <a:r>
              <a:rPr lang="en-US" sz="1600" b="1" dirty="0">
                <a:solidFill>
                  <a:srgbClr val="0F172A"/>
                </a:solidFill>
              </a:rPr>
              <a:t>2</a:t>
            </a:r>
            <a:endParaRPr lang="en-US" sz="1600" dirty="0"/>
          </a:p>
        </p:txBody>
      </p:sp>
      <p:sp>
        <p:nvSpPr>
          <p:cNvPr id="23" name="Text 12">
            <a:extLst>
              <a:ext uri="{FF2B5EF4-FFF2-40B4-BE49-F238E27FC236}">
                <a16:creationId xmlns:a16="http://schemas.microsoft.com/office/drawing/2014/main" id="{A0EDF93D-969A-0D46-1005-3EE26A459FAB}"/>
              </a:ext>
            </a:extLst>
          </p:cNvPr>
          <p:cNvSpPr/>
          <p:nvPr/>
        </p:nvSpPr>
        <p:spPr>
          <a:xfrm>
            <a:off x="1927265" y="4716780"/>
            <a:ext cx="2560320" cy="164592"/>
          </a:xfrm>
          <a:prstGeom prst="rect">
            <a:avLst/>
          </a:prstGeom>
          <a:noFill/>
          <a:ln/>
        </p:spPr>
        <p:txBody>
          <a:bodyPr wrap="square" lIns="0" tIns="0" rIns="0" bIns="0" rtlCol="0" anchor="ctr"/>
          <a:lstStyle/>
          <a:p>
            <a:pPr marL="0" indent="0">
              <a:buNone/>
            </a:pPr>
            <a:r>
              <a:rPr lang="en-US" sz="1500" dirty="0">
                <a:solidFill>
                  <a:srgbClr val="0F172A"/>
                </a:solidFill>
              </a:rPr>
              <a:t>Partially addressed</a:t>
            </a:r>
            <a:endParaRPr lang="en-US" sz="1500" dirty="0"/>
          </a:p>
        </p:txBody>
      </p:sp>
      <p:sp>
        <p:nvSpPr>
          <p:cNvPr id="24" name="Shape 13">
            <a:extLst>
              <a:ext uri="{FF2B5EF4-FFF2-40B4-BE49-F238E27FC236}">
                <a16:creationId xmlns:a16="http://schemas.microsoft.com/office/drawing/2014/main" id="{B588DCEC-4BA9-AFD7-1B51-DB4963148433}"/>
              </a:ext>
            </a:extLst>
          </p:cNvPr>
          <p:cNvSpPr/>
          <p:nvPr/>
        </p:nvSpPr>
        <p:spPr>
          <a:xfrm>
            <a:off x="1314617" y="5292852"/>
            <a:ext cx="438912" cy="347472"/>
          </a:xfrm>
          <a:prstGeom prst="roundRect">
            <a:avLst>
              <a:gd name="adj" fmla="val 10526"/>
            </a:avLst>
          </a:prstGeom>
          <a:solidFill>
            <a:srgbClr val="DCFCE7"/>
          </a:solidFill>
          <a:ln w="12700">
            <a:solidFill>
              <a:srgbClr val="FFFFFF"/>
            </a:solidFill>
            <a:prstDash val="solid"/>
          </a:ln>
        </p:spPr>
        <p:txBody>
          <a:bodyPr/>
          <a:lstStyle/>
          <a:p>
            <a:endParaRPr lang="en-US"/>
          </a:p>
        </p:txBody>
      </p:sp>
      <p:sp>
        <p:nvSpPr>
          <p:cNvPr id="25" name="Text 14">
            <a:extLst>
              <a:ext uri="{FF2B5EF4-FFF2-40B4-BE49-F238E27FC236}">
                <a16:creationId xmlns:a16="http://schemas.microsoft.com/office/drawing/2014/main" id="{75B6848E-578B-33E8-AF41-23F1A743F2F9}"/>
              </a:ext>
            </a:extLst>
          </p:cNvPr>
          <p:cNvSpPr/>
          <p:nvPr/>
        </p:nvSpPr>
        <p:spPr>
          <a:xfrm>
            <a:off x="1433489" y="5366004"/>
            <a:ext cx="164592" cy="146304"/>
          </a:xfrm>
          <a:prstGeom prst="rect">
            <a:avLst/>
          </a:prstGeom>
          <a:noFill/>
          <a:ln/>
        </p:spPr>
        <p:txBody>
          <a:bodyPr wrap="square" lIns="0" tIns="0" rIns="0" bIns="0" rtlCol="0" anchor="ctr"/>
          <a:lstStyle/>
          <a:p>
            <a:pPr marL="0" indent="0" algn="ctr">
              <a:buNone/>
            </a:pPr>
            <a:r>
              <a:rPr lang="en-US" sz="1600" b="1" dirty="0">
                <a:solidFill>
                  <a:srgbClr val="0F172A"/>
                </a:solidFill>
              </a:rPr>
              <a:t>3</a:t>
            </a:r>
            <a:endParaRPr lang="en-US" sz="1600" dirty="0"/>
          </a:p>
        </p:txBody>
      </p:sp>
      <p:sp>
        <p:nvSpPr>
          <p:cNvPr id="26" name="Text 15">
            <a:extLst>
              <a:ext uri="{FF2B5EF4-FFF2-40B4-BE49-F238E27FC236}">
                <a16:creationId xmlns:a16="http://schemas.microsoft.com/office/drawing/2014/main" id="{17F1B105-E516-F320-3F37-9598AB3084C0}"/>
              </a:ext>
            </a:extLst>
          </p:cNvPr>
          <p:cNvSpPr/>
          <p:nvPr/>
        </p:nvSpPr>
        <p:spPr>
          <a:xfrm>
            <a:off x="1927265" y="5356860"/>
            <a:ext cx="2560320" cy="164592"/>
          </a:xfrm>
          <a:prstGeom prst="rect">
            <a:avLst/>
          </a:prstGeom>
          <a:noFill/>
          <a:ln/>
        </p:spPr>
        <p:txBody>
          <a:bodyPr wrap="square" lIns="0" tIns="0" rIns="0" bIns="0" rtlCol="0" anchor="ctr"/>
          <a:lstStyle/>
          <a:p>
            <a:pPr marL="0" indent="0">
              <a:buNone/>
            </a:pPr>
            <a:r>
              <a:rPr lang="en-US" sz="1500" dirty="0">
                <a:solidFill>
                  <a:srgbClr val="0F172A"/>
                </a:solidFill>
              </a:rPr>
              <a:t>Production-acceptable</a:t>
            </a:r>
            <a:endParaRPr lang="en-US" sz="1500" dirty="0"/>
          </a:p>
        </p:txBody>
      </p:sp>
      <p:sp>
        <p:nvSpPr>
          <p:cNvPr id="27" name="Shape 16">
            <a:extLst>
              <a:ext uri="{FF2B5EF4-FFF2-40B4-BE49-F238E27FC236}">
                <a16:creationId xmlns:a16="http://schemas.microsoft.com/office/drawing/2014/main" id="{57947286-C9C4-CDC5-027B-3BDD5554BB1D}"/>
              </a:ext>
            </a:extLst>
          </p:cNvPr>
          <p:cNvSpPr/>
          <p:nvPr/>
        </p:nvSpPr>
        <p:spPr>
          <a:xfrm>
            <a:off x="1314617" y="5932932"/>
            <a:ext cx="438912" cy="347472"/>
          </a:xfrm>
          <a:prstGeom prst="roundRect">
            <a:avLst>
              <a:gd name="adj" fmla="val 10526"/>
            </a:avLst>
          </a:prstGeom>
          <a:solidFill>
            <a:srgbClr val="DCFCE7"/>
          </a:solidFill>
          <a:ln w="12700">
            <a:solidFill>
              <a:srgbClr val="FFFFFF"/>
            </a:solidFill>
            <a:prstDash val="solid"/>
          </a:ln>
        </p:spPr>
        <p:txBody>
          <a:bodyPr/>
          <a:lstStyle/>
          <a:p>
            <a:endParaRPr lang="en-US"/>
          </a:p>
        </p:txBody>
      </p:sp>
      <p:sp>
        <p:nvSpPr>
          <p:cNvPr id="28" name="Text 17">
            <a:extLst>
              <a:ext uri="{FF2B5EF4-FFF2-40B4-BE49-F238E27FC236}">
                <a16:creationId xmlns:a16="http://schemas.microsoft.com/office/drawing/2014/main" id="{D501AC87-1540-8C9D-2F57-B7B90CBD650C}"/>
              </a:ext>
            </a:extLst>
          </p:cNvPr>
          <p:cNvSpPr/>
          <p:nvPr/>
        </p:nvSpPr>
        <p:spPr>
          <a:xfrm>
            <a:off x="1433489" y="6006084"/>
            <a:ext cx="164592" cy="146304"/>
          </a:xfrm>
          <a:prstGeom prst="rect">
            <a:avLst/>
          </a:prstGeom>
          <a:noFill/>
          <a:ln/>
        </p:spPr>
        <p:txBody>
          <a:bodyPr wrap="square" lIns="0" tIns="0" rIns="0" bIns="0" rtlCol="0" anchor="ctr"/>
          <a:lstStyle/>
          <a:p>
            <a:pPr marL="0" indent="0" algn="ctr">
              <a:buNone/>
            </a:pPr>
            <a:r>
              <a:rPr lang="en-US" sz="1600" b="1" dirty="0">
                <a:solidFill>
                  <a:srgbClr val="0F172A"/>
                </a:solidFill>
              </a:rPr>
              <a:t>4</a:t>
            </a:r>
            <a:endParaRPr lang="en-US" sz="1600" dirty="0"/>
          </a:p>
        </p:txBody>
      </p:sp>
      <p:sp>
        <p:nvSpPr>
          <p:cNvPr id="29" name="Text 18">
            <a:extLst>
              <a:ext uri="{FF2B5EF4-FFF2-40B4-BE49-F238E27FC236}">
                <a16:creationId xmlns:a16="http://schemas.microsoft.com/office/drawing/2014/main" id="{E81545F6-CB65-39AE-7DDF-96DFD5035FAE}"/>
              </a:ext>
            </a:extLst>
          </p:cNvPr>
          <p:cNvSpPr/>
          <p:nvPr/>
        </p:nvSpPr>
        <p:spPr>
          <a:xfrm>
            <a:off x="1927265" y="5996940"/>
            <a:ext cx="2560320" cy="164592"/>
          </a:xfrm>
          <a:prstGeom prst="rect">
            <a:avLst/>
          </a:prstGeom>
          <a:noFill/>
          <a:ln/>
        </p:spPr>
        <p:txBody>
          <a:bodyPr wrap="square" lIns="0" tIns="0" rIns="0" bIns="0" rtlCol="0" anchor="ctr"/>
          <a:lstStyle/>
          <a:p>
            <a:pPr marL="0" indent="0">
              <a:buNone/>
            </a:pPr>
            <a:r>
              <a:rPr lang="en-US" sz="1500" dirty="0">
                <a:solidFill>
                  <a:srgbClr val="0F172A"/>
                </a:solidFill>
              </a:rPr>
              <a:t>Strong / well-controlled</a:t>
            </a:r>
            <a:endParaRPr lang="en-US" sz="1500" dirty="0"/>
          </a:p>
        </p:txBody>
      </p:sp>
      <p:sp>
        <p:nvSpPr>
          <p:cNvPr id="30" name="Shape 19">
            <a:extLst>
              <a:ext uri="{FF2B5EF4-FFF2-40B4-BE49-F238E27FC236}">
                <a16:creationId xmlns:a16="http://schemas.microsoft.com/office/drawing/2014/main" id="{0D785D5F-42A1-B3C1-25DD-5E87C52040B2}"/>
              </a:ext>
            </a:extLst>
          </p:cNvPr>
          <p:cNvSpPr/>
          <p:nvPr/>
        </p:nvSpPr>
        <p:spPr>
          <a:xfrm>
            <a:off x="5334000" y="2705100"/>
            <a:ext cx="4336375" cy="4480560"/>
          </a:xfrm>
          <a:prstGeom prst="roundRect">
            <a:avLst>
              <a:gd name="adj" fmla="val 1270"/>
            </a:avLst>
          </a:prstGeom>
          <a:solidFill>
            <a:srgbClr val="FFFFFF"/>
          </a:solidFill>
          <a:ln w="12700">
            <a:solidFill>
              <a:srgbClr val="CBD5E1"/>
            </a:solidFill>
            <a:prstDash val="solid"/>
          </a:ln>
        </p:spPr>
        <p:txBody>
          <a:bodyPr/>
          <a:lstStyle/>
          <a:p>
            <a:endParaRPr lang="en-US" dirty="0"/>
          </a:p>
        </p:txBody>
      </p:sp>
      <p:sp>
        <p:nvSpPr>
          <p:cNvPr id="31" name="Text 20">
            <a:extLst>
              <a:ext uri="{FF2B5EF4-FFF2-40B4-BE49-F238E27FC236}">
                <a16:creationId xmlns:a16="http://schemas.microsoft.com/office/drawing/2014/main" id="{2C93A9ED-C0A9-D3A0-799E-79E3563463D8}"/>
              </a:ext>
            </a:extLst>
          </p:cNvPr>
          <p:cNvSpPr/>
          <p:nvPr/>
        </p:nvSpPr>
        <p:spPr>
          <a:xfrm>
            <a:off x="5520856" y="2942844"/>
            <a:ext cx="2708743" cy="249936"/>
          </a:xfrm>
          <a:prstGeom prst="rect">
            <a:avLst/>
          </a:prstGeom>
          <a:noFill/>
          <a:ln/>
        </p:spPr>
        <p:txBody>
          <a:bodyPr wrap="square" lIns="0" tIns="0" rIns="0" bIns="0" rtlCol="0" anchor="ctr"/>
          <a:lstStyle/>
          <a:p>
            <a:pPr marL="0" indent="0">
              <a:buNone/>
            </a:pPr>
            <a:r>
              <a:rPr lang="en-US" sz="1800" b="1" dirty="0">
                <a:solidFill>
                  <a:srgbClr val="0F3D91"/>
                </a:solidFill>
              </a:rPr>
              <a:t>Suggested weighting</a:t>
            </a:r>
            <a:endParaRPr lang="en-US" sz="1800" dirty="0"/>
          </a:p>
        </p:txBody>
      </p:sp>
      <p:sp>
        <p:nvSpPr>
          <p:cNvPr id="32" name="Text 21">
            <a:extLst>
              <a:ext uri="{FF2B5EF4-FFF2-40B4-BE49-F238E27FC236}">
                <a16:creationId xmlns:a16="http://schemas.microsoft.com/office/drawing/2014/main" id="{F904F09F-CB55-3D7F-40D9-FE00FB342251}"/>
              </a:ext>
            </a:extLst>
          </p:cNvPr>
          <p:cNvSpPr/>
          <p:nvPr/>
        </p:nvSpPr>
        <p:spPr>
          <a:xfrm>
            <a:off x="5520856" y="3909060"/>
            <a:ext cx="2251543" cy="164590"/>
          </a:xfrm>
          <a:prstGeom prst="rect">
            <a:avLst/>
          </a:prstGeom>
          <a:noFill/>
          <a:ln/>
        </p:spPr>
        <p:txBody>
          <a:bodyPr wrap="square" lIns="0" tIns="0" rIns="0" bIns="0" rtlCol="0" anchor="ctr"/>
          <a:lstStyle/>
          <a:p>
            <a:pPr marL="0" indent="0">
              <a:buNone/>
            </a:pPr>
            <a:r>
              <a:rPr lang="en-US" sz="1420" dirty="0">
                <a:solidFill>
                  <a:srgbClr val="0F172A"/>
                </a:solidFill>
              </a:rPr>
              <a:t>Security and Governance</a:t>
            </a:r>
            <a:endParaRPr lang="en-US" sz="1420" dirty="0"/>
          </a:p>
        </p:txBody>
      </p:sp>
      <p:sp>
        <p:nvSpPr>
          <p:cNvPr id="33" name="Text 22">
            <a:extLst>
              <a:ext uri="{FF2B5EF4-FFF2-40B4-BE49-F238E27FC236}">
                <a16:creationId xmlns:a16="http://schemas.microsoft.com/office/drawing/2014/main" id="{89A3EC31-94BF-ACF3-FCBB-EDACB6DD3998}"/>
              </a:ext>
            </a:extLst>
          </p:cNvPr>
          <p:cNvSpPr/>
          <p:nvPr/>
        </p:nvSpPr>
        <p:spPr>
          <a:xfrm>
            <a:off x="7970520" y="3909060"/>
            <a:ext cx="411480" cy="164592"/>
          </a:xfrm>
          <a:prstGeom prst="rect">
            <a:avLst/>
          </a:prstGeom>
          <a:noFill/>
          <a:ln/>
        </p:spPr>
        <p:txBody>
          <a:bodyPr wrap="square" lIns="0" tIns="0" rIns="0" bIns="0" rtlCol="0" anchor="ctr"/>
          <a:lstStyle/>
          <a:p>
            <a:pPr marL="0" indent="0" algn="r">
              <a:buNone/>
            </a:pPr>
            <a:r>
              <a:rPr lang="en-US" sz="1420" b="1" dirty="0">
                <a:solidFill>
                  <a:srgbClr val="0F3D91"/>
                </a:solidFill>
              </a:rPr>
              <a:t>20%</a:t>
            </a:r>
            <a:endParaRPr lang="en-US" sz="1420" dirty="0"/>
          </a:p>
        </p:txBody>
      </p:sp>
      <p:sp>
        <p:nvSpPr>
          <p:cNvPr id="34" name="Shape 23">
            <a:extLst>
              <a:ext uri="{FF2B5EF4-FFF2-40B4-BE49-F238E27FC236}">
                <a16:creationId xmlns:a16="http://schemas.microsoft.com/office/drawing/2014/main" id="{3ED680B5-8B62-2658-2A48-6F777629B258}"/>
              </a:ext>
            </a:extLst>
          </p:cNvPr>
          <p:cNvSpPr/>
          <p:nvPr/>
        </p:nvSpPr>
        <p:spPr>
          <a:xfrm>
            <a:off x="5520856" y="4110227"/>
            <a:ext cx="2937343" cy="9139"/>
          </a:xfrm>
          <a:prstGeom prst="line">
            <a:avLst/>
          </a:prstGeom>
          <a:noFill/>
          <a:ln w="12700">
            <a:solidFill>
              <a:srgbClr val="E2E8F0"/>
            </a:solidFill>
            <a:prstDash val="solid"/>
          </a:ln>
        </p:spPr>
        <p:txBody>
          <a:bodyPr/>
          <a:lstStyle/>
          <a:p>
            <a:endParaRPr lang="en-US"/>
          </a:p>
        </p:txBody>
      </p:sp>
      <p:sp>
        <p:nvSpPr>
          <p:cNvPr id="35" name="Text 24">
            <a:extLst>
              <a:ext uri="{FF2B5EF4-FFF2-40B4-BE49-F238E27FC236}">
                <a16:creationId xmlns:a16="http://schemas.microsoft.com/office/drawing/2014/main" id="{92AB7BF0-1DA6-5E50-E6E7-D3D1C39E22A8}"/>
              </a:ext>
            </a:extLst>
          </p:cNvPr>
          <p:cNvSpPr/>
          <p:nvPr/>
        </p:nvSpPr>
        <p:spPr>
          <a:xfrm>
            <a:off x="5520856" y="4347972"/>
            <a:ext cx="2327743" cy="179832"/>
          </a:xfrm>
          <a:prstGeom prst="rect">
            <a:avLst/>
          </a:prstGeom>
          <a:noFill/>
          <a:ln/>
        </p:spPr>
        <p:txBody>
          <a:bodyPr wrap="square" lIns="0" tIns="0" rIns="0" bIns="0" rtlCol="0" anchor="ctr"/>
          <a:lstStyle/>
          <a:p>
            <a:pPr marL="0" indent="0">
              <a:buNone/>
            </a:pPr>
            <a:r>
              <a:rPr lang="en-US" sz="1420" dirty="0">
                <a:solidFill>
                  <a:srgbClr val="0F172A"/>
                </a:solidFill>
              </a:rPr>
              <a:t>Reliability and Recoverability</a:t>
            </a:r>
            <a:endParaRPr lang="en-US" sz="1420" dirty="0"/>
          </a:p>
        </p:txBody>
      </p:sp>
      <p:sp>
        <p:nvSpPr>
          <p:cNvPr id="36" name="Text 25">
            <a:extLst>
              <a:ext uri="{FF2B5EF4-FFF2-40B4-BE49-F238E27FC236}">
                <a16:creationId xmlns:a16="http://schemas.microsoft.com/office/drawing/2014/main" id="{905E6B9E-BB9F-FCCB-0DD8-2D07482765C4}"/>
              </a:ext>
            </a:extLst>
          </p:cNvPr>
          <p:cNvSpPr/>
          <p:nvPr/>
        </p:nvSpPr>
        <p:spPr>
          <a:xfrm>
            <a:off x="7970520" y="4347972"/>
            <a:ext cx="411480" cy="164592"/>
          </a:xfrm>
          <a:prstGeom prst="rect">
            <a:avLst/>
          </a:prstGeom>
          <a:noFill/>
          <a:ln/>
        </p:spPr>
        <p:txBody>
          <a:bodyPr wrap="square" lIns="0" tIns="0" rIns="0" bIns="0" rtlCol="0" anchor="ctr"/>
          <a:lstStyle/>
          <a:p>
            <a:pPr marL="0" indent="0" algn="r">
              <a:buNone/>
            </a:pPr>
            <a:r>
              <a:rPr lang="en-US" sz="1420" b="1" dirty="0">
                <a:solidFill>
                  <a:srgbClr val="0F3D91"/>
                </a:solidFill>
              </a:rPr>
              <a:t>20%</a:t>
            </a:r>
            <a:endParaRPr lang="en-US" sz="1420" dirty="0"/>
          </a:p>
        </p:txBody>
      </p:sp>
      <p:sp>
        <p:nvSpPr>
          <p:cNvPr id="37" name="Shape 26">
            <a:extLst>
              <a:ext uri="{FF2B5EF4-FFF2-40B4-BE49-F238E27FC236}">
                <a16:creationId xmlns:a16="http://schemas.microsoft.com/office/drawing/2014/main" id="{BF201D9D-F2CD-34EA-E55B-15E09C3E4164}"/>
              </a:ext>
            </a:extLst>
          </p:cNvPr>
          <p:cNvSpPr/>
          <p:nvPr/>
        </p:nvSpPr>
        <p:spPr>
          <a:xfrm>
            <a:off x="5520856" y="4549139"/>
            <a:ext cx="2937341" cy="9134"/>
          </a:xfrm>
          <a:prstGeom prst="line">
            <a:avLst/>
          </a:prstGeom>
          <a:noFill/>
          <a:ln w="12700">
            <a:solidFill>
              <a:srgbClr val="E2E8F0"/>
            </a:solidFill>
            <a:prstDash val="solid"/>
          </a:ln>
        </p:spPr>
        <p:txBody>
          <a:bodyPr/>
          <a:lstStyle/>
          <a:p>
            <a:endParaRPr lang="en-US" dirty="0"/>
          </a:p>
        </p:txBody>
      </p:sp>
      <p:sp>
        <p:nvSpPr>
          <p:cNvPr id="38" name="Text 27">
            <a:extLst>
              <a:ext uri="{FF2B5EF4-FFF2-40B4-BE49-F238E27FC236}">
                <a16:creationId xmlns:a16="http://schemas.microsoft.com/office/drawing/2014/main" id="{29B5D121-2ACB-D6B7-E7DF-6F0ABD38685D}"/>
              </a:ext>
            </a:extLst>
          </p:cNvPr>
          <p:cNvSpPr/>
          <p:nvPr/>
        </p:nvSpPr>
        <p:spPr>
          <a:xfrm>
            <a:off x="5520857" y="4786884"/>
            <a:ext cx="1737360" cy="164592"/>
          </a:xfrm>
          <a:prstGeom prst="rect">
            <a:avLst/>
          </a:prstGeom>
          <a:noFill/>
          <a:ln/>
        </p:spPr>
        <p:txBody>
          <a:bodyPr wrap="square" lIns="0" tIns="0" rIns="0" bIns="0" rtlCol="0" anchor="ctr"/>
          <a:lstStyle/>
          <a:p>
            <a:pPr marL="0" indent="0">
              <a:buNone/>
            </a:pPr>
            <a:r>
              <a:rPr lang="en-US" sz="1420" dirty="0">
                <a:solidFill>
                  <a:srgbClr val="0F172A"/>
                </a:solidFill>
              </a:rPr>
              <a:t>Performance and Scale</a:t>
            </a:r>
            <a:endParaRPr lang="en-US" sz="1420" dirty="0"/>
          </a:p>
        </p:txBody>
      </p:sp>
      <p:sp>
        <p:nvSpPr>
          <p:cNvPr id="39" name="Text 28">
            <a:extLst>
              <a:ext uri="{FF2B5EF4-FFF2-40B4-BE49-F238E27FC236}">
                <a16:creationId xmlns:a16="http://schemas.microsoft.com/office/drawing/2014/main" id="{3C84DD44-72DE-EE09-E862-C49C1F8B602D}"/>
              </a:ext>
            </a:extLst>
          </p:cNvPr>
          <p:cNvSpPr/>
          <p:nvPr/>
        </p:nvSpPr>
        <p:spPr>
          <a:xfrm>
            <a:off x="7970520" y="4786884"/>
            <a:ext cx="411480" cy="164592"/>
          </a:xfrm>
          <a:prstGeom prst="rect">
            <a:avLst/>
          </a:prstGeom>
          <a:noFill/>
          <a:ln/>
        </p:spPr>
        <p:txBody>
          <a:bodyPr wrap="square" lIns="0" tIns="0" rIns="0" bIns="0" rtlCol="0" anchor="ctr"/>
          <a:lstStyle/>
          <a:p>
            <a:pPr marL="0" indent="0" algn="r">
              <a:buNone/>
            </a:pPr>
            <a:r>
              <a:rPr lang="en-US" sz="1420" b="1" dirty="0">
                <a:solidFill>
                  <a:srgbClr val="0F3D91"/>
                </a:solidFill>
              </a:rPr>
              <a:t>15%</a:t>
            </a:r>
            <a:endParaRPr lang="en-US" sz="1420" dirty="0"/>
          </a:p>
        </p:txBody>
      </p:sp>
      <p:sp>
        <p:nvSpPr>
          <p:cNvPr id="40" name="Shape 29">
            <a:extLst>
              <a:ext uri="{FF2B5EF4-FFF2-40B4-BE49-F238E27FC236}">
                <a16:creationId xmlns:a16="http://schemas.microsoft.com/office/drawing/2014/main" id="{7B85BD39-D8A0-C3BB-082F-98AC7D44E3C8}"/>
              </a:ext>
            </a:extLst>
          </p:cNvPr>
          <p:cNvSpPr/>
          <p:nvPr/>
        </p:nvSpPr>
        <p:spPr>
          <a:xfrm flipV="1">
            <a:off x="5520857" y="4988048"/>
            <a:ext cx="2937341" cy="4"/>
          </a:xfrm>
          <a:prstGeom prst="line">
            <a:avLst/>
          </a:prstGeom>
          <a:noFill/>
          <a:ln w="12700">
            <a:solidFill>
              <a:srgbClr val="E2E8F0"/>
            </a:solidFill>
            <a:prstDash val="solid"/>
          </a:ln>
        </p:spPr>
        <p:txBody>
          <a:bodyPr/>
          <a:lstStyle/>
          <a:p>
            <a:endParaRPr lang="en-US"/>
          </a:p>
        </p:txBody>
      </p:sp>
      <p:sp>
        <p:nvSpPr>
          <p:cNvPr id="41" name="Text 30">
            <a:extLst>
              <a:ext uri="{FF2B5EF4-FFF2-40B4-BE49-F238E27FC236}">
                <a16:creationId xmlns:a16="http://schemas.microsoft.com/office/drawing/2014/main" id="{351BD6C2-F7D3-64A3-743B-66EA21029DED}"/>
              </a:ext>
            </a:extLst>
          </p:cNvPr>
          <p:cNvSpPr/>
          <p:nvPr/>
        </p:nvSpPr>
        <p:spPr>
          <a:xfrm>
            <a:off x="5520857" y="5225796"/>
            <a:ext cx="2106168" cy="164583"/>
          </a:xfrm>
          <a:prstGeom prst="rect">
            <a:avLst/>
          </a:prstGeom>
          <a:noFill/>
          <a:ln/>
        </p:spPr>
        <p:txBody>
          <a:bodyPr wrap="square" lIns="0" tIns="0" rIns="0" bIns="0" rtlCol="0" anchor="ctr"/>
          <a:lstStyle/>
          <a:p>
            <a:pPr marL="0" indent="0">
              <a:buNone/>
            </a:pPr>
            <a:r>
              <a:rPr lang="en-US" sz="1420" dirty="0">
                <a:solidFill>
                  <a:srgbClr val="0F172A"/>
                </a:solidFill>
              </a:rPr>
              <a:t>DevOps and Change Safety</a:t>
            </a:r>
            <a:endParaRPr lang="en-US" sz="1420" dirty="0"/>
          </a:p>
        </p:txBody>
      </p:sp>
      <p:sp>
        <p:nvSpPr>
          <p:cNvPr id="42" name="Text 31">
            <a:extLst>
              <a:ext uri="{FF2B5EF4-FFF2-40B4-BE49-F238E27FC236}">
                <a16:creationId xmlns:a16="http://schemas.microsoft.com/office/drawing/2014/main" id="{B9787653-C450-6D31-EA25-FD18F71BC7AF}"/>
              </a:ext>
            </a:extLst>
          </p:cNvPr>
          <p:cNvSpPr/>
          <p:nvPr/>
        </p:nvSpPr>
        <p:spPr>
          <a:xfrm>
            <a:off x="7970520" y="5225796"/>
            <a:ext cx="411480" cy="164592"/>
          </a:xfrm>
          <a:prstGeom prst="rect">
            <a:avLst/>
          </a:prstGeom>
          <a:noFill/>
          <a:ln/>
        </p:spPr>
        <p:txBody>
          <a:bodyPr wrap="square" lIns="0" tIns="0" rIns="0" bIns="0" rtlCol="0" anchor="ctr"/>
          <a:lstStyle/>
          <a:p>
            <a:pPr marL="0" indent="0" algn="r">
              <a:buNone/>
            </a:pPr>
            <a:r>
              <a:rPr lang="en-US" sz="1420" b="1" dirty="0">
                <a:solidFill>
                  <a:srgbClr val="0F3D91"/>
                </a:solidFill>
              </a:rPr>
              <a:t>10%</a:t>
            </a:r>
            <a:endParaRPr lang="en-US" sz="1420" dirty="0"/>
          </a:p>
        </p:txBody>
      </p:sp>
      <p:sp>
        <p:nvSpPr>
          <p:cNvPr id="43" name="Shape 32">
            <a:extLst>
              <a:ext uri="{FF2B5EF4-FFF2-40B4-BE49-F238E27FC236}">
                <a16:creationId xmlns:a16="http://schemas.microsoft.com/office/drawing/2014/main" id="{0E1C0B8F-A11D-F670-917F-817196CBA7EB}"/>
              </a:ext>
            </a:extLst>
          </p:cNvPr>
          <p:cNvSpPr/>
          <p:nvPr/>
        </p:nvSpPr>
        <p:spPr>
          <a:xfrm flipV="1">
            <a:off x="5520856" y="5426960"/>
            <a:ext cx="2937342" cy="3"/>
          </a:xfrm>
          <a:prstGeom prst="line">
            <a:avLst/>
          </a:prstGeom>
          <a:noFill/>
          <a:ln w="12700">
            <a:solidFill>
              <a:srgbClr val="E2E8F0"/>
            </a:solidFill>
            <a:prstDash val="solid"/>
          </a:ln>
        </p:spPr>
        <p:txBody>
          <a:bodyPr/>
          <a:lstStyle/>
          <a:p>
            <a:endParaRPr lang="en-US"/>
          </a:p>
        </p:txBody>
      </p:sp>
      <p:sp>
        <p:nvSpPr>
          <p:cNvPr id="44" name="Text 33">
            <a:extLst>
              <a:ext uri="{FF2B5EF4-FFF2-40B4-BE49-F238E27FC236}">
                <a16:creationId xmlns:a16="http://schemas.microsoft.com/office/drawing/2014/main" id="{9A7124C2-24FF-6C08-674F-43FC148A8993}"/>
              </a:ext>
            </a:extLst>
          </p:cNvPr>
          <p:cNvSpPr/>
          <p:nvPr/>
        </p:nvSpPr>
        <p:spPr>
          <a:xfrm>
            <a:off x="5520857" y="5664708"/>
            <a:ext cx="1737360" cy="164592"/>
          </a:xfrm>
          <a:prstGeom prst="rect">
            <a:avLst/>
          </a:prstGeom>
          <a:noFill/>
          <a:ln/>
        </p:spPr>
        <p:txBody>
          <a:bodyPr wrap="square" lIns="0" tIns="0" rIns="0" bIns="0" rtlCol="0" anchor="ctr"/>
          <a:lstStyle/>
          <a:p>
            <a:pPr marL="0" indent="0">
              <a:buNone/>
            </a:pPr>
            <a:r>
              <a:rPr lang="en-US" sz="1420" dirty="0">
                <a:solidFill>
                  <a:srgbClr val="0F172A"/>
                </a:solidFill>
              </a:rPr>
              <a:t>Architectural Clarity</a:t>
            </a:r>
            <a:endParaRPr lang="en-US" sz="1420" dirty="0"/>
          </a:p>
        </p:txBody>
      </p:sp>
      <p:sp>
        <p:nvSpPr>
          <p:cNvPr id="45" name="Text 34">
            <a:extLst>
              <a:ext uri="{FF2B5EF4-FFF2-40B4-BE49-F238E27FC236}">
                <a16:creationId xmlns:a16="http://schemas.microsoft.com/office/drawing/2014/main" id="{894801B9-8C7E-04CD-FD8B-33B301122823}"/>
              </a:ext>
            </a:extLst>
          </p:cNvPr>
          <p:cNvSpPr/>
          <p:nvPr/>
        </p:nvSpPr>
        <p:spPr>
          <a:xfrm>
            <a:off x="7970520" y="5664708"/>
            <a:ext cx="411480" cy="164592"/>
          </a:xfrm>
          <a:prstGeom prst="rect">
            <a:avLst/>
          </a:prstGeom>
          <a:noFill/>
          <a:ln/>
        </p:spPr>
        <p:txBody>
          <a:bodyPr wrap="square" lIns="0" tIns="0" rIns="0" bIns="0" rtlCol="0" anchor="ctr"/>
          <a:lstStyle/>
          <a:p>
            <a:pPr marL="0" indent="0" algn="r">
              <a:buNone/>
            </a:pPr>
            <a:r>
              <a:rPr lang="en-US" sz="1420" b="1" dirty="0">
                <a:solidFill>
                  <a:srgbClr val="0F3D91"/>
                </a:solidFill>
              </a:rPr>
              <a:t>10%</a:t>
            </a:r>
            <a:endParaRPr lang="en-US" sz="1420" dirty="0"/>
          </a:p>
        </p:txBody>
      </p:sp>
      <p:sp>
        <p:nvSpPr>
          <p:cNvPr id="46" name="Shape 35">
            <a:extLst>
              <a:ext uri="{FF2B5EF4-FFF2-40B4-BE49-F238E27FC236}">
                <a16:creationId xmlns:a16="http://schemas.microsoft.com/office/drawing/2014/main" id="{A9348CFD-F1A1-812B-9714-D3959B0A49FD}"/>
              </a:ext>
            </a:extLst>
          </p:cNvPr>
          <p:cNvSpPr/>
          <p:nvPr/>
        </p:nvSpPr>
        <p:spPr>
          <a:xfrm flipV="1">
            <a:off x="5520857" y="5865870"/>
            <a:ext cx="2937340" cy="5"/>
          </a:xfrm>
          <a:prstGeom prst="line">
            <a:avLst/>
          </a:prstGeom>
          <a:noFill/>
          <a:ln w="12700">
            <a:solidFill>
              <a:srgbClr val="E2E8F0"/>
            </a:solidFill>
            <a:prstDash val="solid"/>
          </a:ln>
        </p:spPr>
        <p:txBody>
          <a:bodyPr/>
          <a:lstStyle/>
          <a:p>
            <a:endParaRPr lang="en-US"/>
          </a:p>
        </p:txBody>
      </p:sp>
      <p:sp>
        <p:nvSpPr>
          <p:cNvPr id="47" name="Text 36">
            <a:extLst>
              <a:ext uri="{FF2B5EF4-FFF2-40B4-BE49-F238E27FC236}">
                <a16:creationId xmlns:a16="http://schemas.microsoft.com/office/drawing/2014/main" id="{51832804-4E10-0526-A460-C919AA240CC8}"/>
              </a:ext>
            </a:extLst>
          </p:cNvPr>
          <p:cNvSpPr/>
          <p:nvPr/>
        </p:nvSpPr>
        <p:spPr>
          <a:xfrm>
            <a:off x="5520857" y="6103619"/>
            <a:ext cx="2251542" cy="192007"/>
          </a:xfrm>
          <a:prstGeom prst="rect">
            <a:avLst/>
          </a:prstGeom>
          <a:noFill/>
          <a:ln/>
        </p:spPr>
        <p:txBody>
          <a:bodyPr wrap="square" lIns="0" tIns="0" rIns="0" bIns="0" rtlCol="0" anchor="ctr"/>
          <a:lstStyle/>
          <a:p>
            <a:pPr marL="0" indent="0">
              <a:buNone/>
            </a:pPr>
            <a:r>
              <a:rPr lang="en-US" sz="1420" dirty="0">
                <a:solidFill>
                  <a:srgbClr val="0F172A"/>
                </a:solidFill>
              </a:rPr>
              <a:t>Operations and Observability</a:t>
            </a:r>
            <a:endParaRPr lang="en-US" sz="1420" dirty="0"/>
          </a:p>
        </p:txBody>
      </p:sp>
      <p:sp>
        <p:nvSpPr>
          <p:cNvPr id="48" name="Text 37">
            <a:extLst>
              <a:ext uri="{FF2B5EF4-FFF2-40B4-BE49-F238E27FC236}">
                <a16:creationId xmlns:a16="http://schemas.microsoft.com/office/drawing/2014/main" id="{43E54BCA-D693-846A-E8FC-12463161BCAB}"/>
              </a:ext>
            </a:extLst>
          </p:cNvPr>
          <p:cNvSpPr/>
          <p:nvPr/>
        </p:nvSpPr>
        <p:spPr>
          <a:xfrm>
            <a:off x="7970520" y="6103620"/>
            <a:ext cx="411480" cy="164592"/>
          </a:xfrm>
          <a:prstGeom prst="rect">
            <a:avLst/>
          </a:prstGeom>
          <a:noFill/>
          <a:ln/>
        </p:spPr>
        <p:txBody>
          <a:bodyPr wrap="square" lIns="0" tIns="0" rIns="0" bIns="0" rtlCol="0" anchor="ctr"/>
          <a:lstStyle/>
          <a:p>
            <a:pPr marL="0" indent="0" algn="r">
              <a:buNone/>
            </a:pPr>
            <a:r>
              <a:rPr lang="en-US" sz="1420" b="1" dirty="0">
                <a:solidFill>
                  <a:srgbClr val="0F3D91"/>
                </a:solidFill>
              </a:rPr>
              <a:t>5%</a:t>
            </a:r>
            <a:endParaRPr lang="en-US" sz="1420" dirty="0"/>
          </a:p>
        </p:txBody>
      </p:sp>
      <p:sp>
        <p:nvSpPr>
          <p:cNvPr id="49" name="Shape 38">
            <a:extLst>
              <a:ext uri="{FF2B5EF4-FFF2-40B4-BE49-F238E27FC236}">
                <a16:creationId xmlns:a16="http://schemas.microsoft.com/office/drawing/2014/main" id="{6BFBB831-C092-FCBE-EBFB-1E5ED283A893}"/>
              </a:ext>
            </a:extLst>
          </p:cNvPr>
          <p:cNvSpPr/>
          <p:nvPr/>
        </p:nvSpPr>
        <p:spPr>
          <a:xfrm flipV="1">
            <a:off x="5520856" y="6304782"/>
            <a:ext cx="2937340" cy="5"/>
          </a:xfrm>
          <a:prstGeom prst="line">
            <a:avLst/>
          </a:prstGeom>
          <a:noFill/>
          <a:ln w="12700">
            <a:solidFill>
              <a:srgbClr val="E2E8F0"/>
            </a:solidFill>
            <a:prstDash val="solid"/>
          </a:ln>
        </p:spPr>
        <p:txBody>
          <a:bodyPr/>
          <a:lstStyle/>
          <a:p>
            <a:endParaRPr lang="en-US"/>
          </a:p>
        </p:txBody>
      </p:sp>
      <p:sp>
        <p:nvSpPr>
          <p:cNvPr id="50" name="Text 39">
            <a:extLst>
              <a:ext uri="{FF2B5EF4-FFF2-40B4-BE49-F238E27FC236}">
                <a16:creationId xmlns:a16="http://schemas.microsoft.com/office/drawing/2014/main" id="{EDD14401-CE68-66FB-4492-E2BF2CF6CCC3}"/>
              </a:ext>
            </a:extLst>
          </p:cNvPr>
          <p:cNvSpPr/>
          <p:nvPr/>
        </p:nvSpPr>
        <p:spPr>
          <a:xfrm>
            <a:off x="5520857" y="6542532"/>
            <a:ext cx="1737360" cy="164592"/>
          </a:xfrm>
          <a:prstGeom prst="rect">
            <a:avLst/>
          </a:prstGeom>
          <a:noFill/>
          <a:ln/>
        </p:spPr>
        <p:txBody>
          <a:bodyPr wrap="square" lIns="0" tIns="0" rIns="0" bIns="0" rtlCol="0" anchor="ctr"/>
          <a:lstStyle/>
          <a:p>
            <a:pPr marL="0" indent="0">
              <a:buNone/>
            </a:pPr>
            <a:r>
              <a:rPr lang="en-US" sz="1420" dirty="0">
                <a:solidFill>
                  <a:srgbClr val="0F172A"/>
                </a:solidFill>
              </a:rPr>
              <a:t>Cost and Sustainability</a:t>
            </a:r>
            <a:endParaRPr lang="en-US" sz="1420" dirty="0"/>
          </a:p>
        </p:txBody>
      </p:sp>
      <p:sp>
        <p:nvSpPr>
          <p:cNvPr id="51" name="Text 40">
            <a:extLst>
              <a:ext uri="{FF2B5EF4-FFF2-40B4-BE49-F238E27FC236}">
                <a16:creationId xmlns:a16="http://schemas.microsoft.com/office/drawing/2014/main" id="{19FC3EAC-1B97-B287-E483-53CFE00D0ACA}"/>
              </a:ext>
            </a:extLst>
          </p:cNvPr>
          <p:cNvSpPr/>
          <p:nvPr/>
        </p:nvSpPr>
        <p:spPr>
          <a:xfrm>
            <a:off x="7952695" y="6542532"/>
            <a:ext cx="411480" cy="164592"/>
          </a:xfrm>
          <a:prstGeom prst="rect">
            <a:avLst/>
          </a:prstGeom>
          <a:noFill/>
          <a:ln/>
        </p:spPr>
        <p:txBody>
          <a:bodyPr wrap="square" lIns="0" tIns="0" rIns="0" bIns="0" rtlCol="0" anchor="ctr"/>
          <a:lstStyle/>
          <a:p>
            <a:pPr marL="0" indent="0" algn="r">
              <a:buNone/>
            </a:pPr>
            <a:r>
              <a:rPr lang="en-US" sz="1420" b="1" dirty="0">
                <a:solidFill>
                  <a:srgbClr val="0F3D91"/>
                </a:solidFill>
              </a:rPr>
              <a:t>5%</a:t>
            </a:r>
            <a:endParaRPr lang="en-US" sz="1420" dirty="0"/>
          </a:p>
        </p:txBody>
      </p:sp>
      <p:sp>
        <p:nvSpPr>
          <p:cNvPr id="52" name="Shape 41">
            <a:extLst>
              <a:ext uri="{FF2B5EF4-FFF2-40B4-BE49-F238E27FC236}">
                <a16:creationId xmlns:a16="http://schemas.microsoft.com/office/drawing/2014/main" id="{57605262-2432-6367-418B-4346DDB1DA9E}"/>
              </a:ext>
            </a:extLst>
          </p:cNvPr>
          <p:cNvSpPr/>
          <p:nvPr/>
        </p:nvSpPr>
        <p:spPr>
          <a:xfrm flipV="1">
            <a:off x="5520856" y="6743694"/>
            <a:ext cx="2937339" cy="6"/>
          </a:xfrm>
          <a:prstGeom prst="line">
            <a:avLst/>
          </a:prstGeom>
          <a:noFill/>
          <a:ln w="12700">
            <a:solidFill>
              <a:srgbClr val="E2E8F0"/>
            </a:solidFill>
            <a:prstDash val="solid"/>
          </a:ln>
        </p:spPr>
        <p:txBody>
          <a:bodyPr/>
          <a:lstStyle/>
          <a:p>
            <a:endParaRPr lang="en-US"/>
          </a:p>
        </p:txBody>
      </p:sp>
      <p:sp>
        <p:nvSpPr>
          <p:cNvPr id="53" name="Shape 42">
            <a:extLst>
              <a:ext uri="{FF2B5EF4-FFF2-40B4-BE49-F238E27FC236}">
                <a16:creationId xmlns:a16="http://schemas.microsoft.com/office/drawing/2014/main" id="{53E4A74F-0A49-E623-D2ED-BFC413A6D3A6}"/>
              </a:ext>
            </a:extLst>
          </p:cNvPr>
          <p:cNvSpPr/>
          <p:nvPr/>
        </p:nvSpPr>
        <p:spPr>
          <a:xfrm>
            <a:off x="10186416" y="2705100"/>
            <a:ext cx="3529584" cy="4480560"/>
          </a:xfrm>
          <a:prstGeom prst="roundRect">
            <a:avLst>
              <a:gd name="adj" fmla="val 1036"/>
            </a:avLst>
          </a:prstGeom>
          <a:solidFill>
            <a:srgbClr val="0F3D91"/>
          </a:solidFill>
          <a:ln w="12700">
            <a:solidFill>
              <a:srgbClr val="0F3D91"/>
            </a:solidFill>
            <a:prstDash val="solid"/>
          </a:ln>
        </p:spPr>
        <p:txBody>
          <a:bodyPr/>
          <a:lstStyle/>
          <a:p>
            <a:endParaRPr lang="en-US"/>
          </a:p>
        </p:txBody>
      </p:sp>
      <p:sp>
        <p:nvSpPr>
          <p:cNvPr id="54" name="Text 43">
            <a:extLst>
              <a:ext uri="{FF2B5EF4-FFF2-40B4-BE49-F238E27FC236}">
                <a16:creationId xmlns:a16="http://schemas.microsoft.com/office/drawing/2014/main" id="{6297123F-04AB-125E-C6D8-C33CD0DD7A11}"/>
              </a:ext>
            </a:extLst>
          </p:cNvPr>
          <p:cNvSpPr/>
          <p:nvPr/>
        </p:nvSpPr>
        <p:spPr>
          <a:xfrm>
            <a:off x="10415016" y="2942844"/>
            <a:ext cx="2011680" cy="201168"/>
          </a:xfrm>
          <a:prstGeom prst="rect">
            <a:avLst/>
          </a:prstGeom>
          <a:noFill/>
          <a:ln/>
        </p:spPr>
        <p:txBody>
          <a:bodyPr wrap="square" lIns="0" tIns="0" rIns="0" bIns="0" rtlCol="0" anchor="ctr"/>
          <a:lstStyle/>
          <a:p>
            <a:pPr marL="0" indent="0">
              <a:buNone/>
            </a:pPr>
            <a:r>
              <a:rPr lang="en-US" sz="1800" b="1" dirty="0">
                <a:solidFill>
                  <a:srgbClr val="FFFFFF"/>
                </a:solidFill>
              </a:rPr>
              <a:t>Decision thresholds</a:t>
            </a:r>
            <a:endParaRPr lang="en-US" sz="1800" dirty="0"/>
          </a:p>
        </p:txBody>
      </p:sp>
      <p:sp>
        <p:nvSpPr>
          <p:cNvPr id="55" name="Shape 44">
            <a:extLst>
              <a:ext uri="{FF2B5EF4-FFF2-40B4-BE49-F238E27FC236}">
                <a16:creationId xmlns:a16="http://schemas.microsoft.com/office/drawing/2014/main" id="{CA112142-469D-4569-6A89-DA66629AEF42}"/>
              </a:ext>
            </a:extLst>
          </p:cNvPr>
          <p:cNvSpPr/>
          <p:nvPr/>
        </p:nvSpPr>
        <p:spPr>
          <a:xfrm>
            <a:off x="10424160" y="3409188"/>
            <a:ext cx="146304" cy="146304"/>
          </a:xfrm>
          <a:prstGeom prst="roundRect">
            <a:avLst>
              <a:gd name="adj" fmla="val 50000"/>
            </a:avLst>
          </a:prstGeom>
          <a:solidFill>
            <a:srgbClr val="15803D"/>
          </a:solidFill>
          <a:ln w="12700">
            <a:solidFill>
              <a:srgbClr val="15803D"/>
            </a:solidFill>
            <a:prstDash val="solid"/>
          </a:ln>
        </p:spPr>
        <p:txBody>
          <a:bodyPr/>
          <a:lstStyle/>
          <a:p>
            <a:endParaRPr lang="en-US"/>
          </a:p>
        </p:txBody>
      </p:sp>
      <p:sp>
        <p:nvSpPr>
          <p:cNvPr id="56" name="Text 45">
            <a:extLst>
              <a:ext uri="{FF2B5EF4-FFF2-40B4-BE49-F238E27FC236}">
                <a16:creationId xmlns:a16="http://schemas.microsoft.com/office/drawing/2014/main" id="{0EB5B7A5-1D44-9166-D960-60749339ACD2}"/>
              </a:ext>
            </a:extLst>
          </p:cNvPr>
          <p:cNvSpPr/>
          <p:nvPr/>
        </p:nvSpPr>
        <p:spPr>
          <a:xfrm>
            <a:off x="10671048" y="3372612"/>
            <a:ext cx="960120" cy="164592"/>
          </a:xfrm>
          <a:prstGeom prst="rect">
            <a:avLst/>
          </a:prstGeom>
          <a:noFill/>
          <a:ln/>
        </p:spPr>
        <p:txBody>
          <a:bodyPr wrap="square" lIns="0" tIns="0" rIns="0" bIns="0" rtlCol="0" anchor="ctr"/>
          <a:lstStyle/>
          <a:p>
            <a:pPr marL="0" indent="0">
              <a:buNone/>
            </a:pPr>
            <a:r>
              <a:rPr lang="en-US" sz="1600" b="1" dirty="0">
                <a:solidFill>
                  <a:srgbClr val="FFFFFF"/>
                </a:solidFill>
              </a:rPr>
              <a:t>3.5–4.0</a:t>
            </a:r>
            <a:endParaRPr lang="en-US" sz="1600" dirty="0"/>
          </a:p>
        </p:txBody>
      </p:sp>
      <p:sp>
        <p:nvSpPr>
          <p:cNvPr id="57" name="Text 46">
            <a:extLst>
              <a:ext uri="{FF2B5EF4-FFF2-40B4-BE49-F238E27FC236}">
                <a16:creationId xmlns:a16="http://schemas.microsoft.com/office/drawing/2014/main" id="{2206DB99-5159-8959-A1E9-CB493EA40F40}"/>
              </a:ext>
            </a:extLst>
          </p:cNvPr>
          <p:cNvSpPr/>
          <p:nvPr/>
        </p:nvSpPr>
        <p:spPr>
          <a:xfrm>
            <a:off x="11631168" y="3372612"/>
            <a:ext cx="1783080" cy="292608"/>
          </a:xfrm>
          <a:prstGeom prst="rect">
            <a:avLst/>
          </a:prstGeom>
          <a:noFill/>
          <a:ln/>
        </p:spPr>
        <p:txBody>
          <a:bodyPr wrap="square" lIns="0" tIns="0" rIns="0" bIns="0" rtlCol="0" anchor="ctr"/>
          <a:lstStyle/>
          <a:p>
            <a:pPr marL="0" indent="0">
              <a:buNone/>
            </a:pPr>
            <a:r>
              <a:rPr lang="en-US" sz="1420" dirty="0">
                <a:solidFill>
                  <a:srgbClr val="E2E8F0"/>
                </a:solidFill>
              </a:rPr>
              <a:t>Production ready</a:t>
            </a:r>
            <a:endParaRPr lang="en-US" sz="1420" dirty="0"/>
          </a:p>
        </p:txBody>
      </p:sp>
      <p:sp>
        <p:nvSpPr>
          <p:cNvPr id="58" name="Shape 47">
            <a:extLst>
              <a:ext uri="{FF2B5EF4-FFF2-40B4-BE49-F238E27FC236}">
                <a16:creationId xmlns:a16="http://schemas.microsoft.com/office/drawing/2014/main" id="{33FD7755-A4E3-8F5C-84FE-FA72D7D0E4B8}"/>
              </a:ext>
            </a:extLst>
          </p:cNvPr>
          <p:cNvSpPr/>
          <p:nvPr/>
        </p:nvSpPr>
        <p:spPr>
          <a:xfrm>
            <a:off x="10424160" y="4158996"/>
            <a:ext cx="146304" cy="146304"/>
          </a:xfrm>
          <a:prstGeom prst="roundRect">
            <a:avLst>
              <a:gd name="adj" fmla="val 50000"/>
            </a:avLst>
          </a:prstGeom>
          <a:solidFill>
            <a:srgbClr val="F59E0B"/>
          </a:solidFill>
          <a:ln w="12700">
            <a:solidFill>
              <a:srgbClr val="F59E0B"/>
            </a:solidFill>
            <a:prstDash val="solid"/>
          </a:ln>
        </p:spPr>
        <p:txBody>
          <a:bodyPr/>
          <a:lstStyle/>
          <a:p>
            <a:endParaRPr lang="en-US"/>
          </a:p>
        </p:txBody>
      </p:sp>
      <p:sp>
        <p:nvSpPr>
          <p:cNvPr id="59" name="Text 48">
            <a:extLst>
              <a:ext uri="{FF2B5EF4-FFF2-40B4-BE49-F238E27FC236}">
                <a16:creationId xmlns:a16="http://schemas.microsoft.com/office/drawing/2014/main" id="{28D29594-42E3-D813-9CEB-E8EE1053AC5E}"/>
              </a:ext>
            </a:extLst>
          </p:cNvPr>
          <p:cNvSpPr/>
          <p:nvPr/>
        </p:nvSpPr>
        <p:spPr>
          <a:xfrm>
            <a:off x="10671048" y="4122420"/>
            <a:ext cx="960120" cy="164592"/>
          </a:xfrm>
          <a:prstGeom prst="rect">
            <a:avLst/>
          </a:prstGeom>
          <a:noFill/>
          <a:ln/>
        </p:spPr>
        <p:txBody>
          <a:bodyPr wrap="square" lIns="0" tIns="0" rIns="0" bIns="0" rtlCol="0" anchor="ctr"/>
          <a:lstStyle/>
          <a:p>
            <a:pPr marL="0" indent="0">
              <a:buNone/>
            </a:pPr>
            <a:r>
              <a:rPr lang="en-US" sz="1600" b="1" dirty="0">
                <a:solidFill>
                  <a:srgbClr val="FFFFFF"/>
                </a:solidFill>
              </a:rPr>
              <a:t>2.8–3.4</a:t>
            </a:r>
            <a:endParaRPr lang="en-US" sz="1600" dirty="0"/>
          </a:p>
        </p:txBody>
      </p:sp>
      <p:sp>
        <p:nvSpPr>
          <p:cNvPr id="60" name="Text 49">
            <a:extLst>
              <a:ext uri="{FF2B5EF4-FFF2-40B4-BE49-F238E27FC236}">
                <a16:creationId xmlns:a16="http://schemas.microsoft.com/office/drawing/2014/main" id="{B3D78323-8A09-B91D-A1AB-7C750CE32C46}"/>
              </a:ext>
            </a:extLst>
          </p:cNvPr>
          <p:cNvSpPr/>
          <p:nvPr/>
        </p:nvSpPr>
        <p:spPr>
          <a:xfrm>
            <a:off x="11631168" y="4122420"/>
            <a:ext cx="1783080" cy="292608"/>
          </a:xfrm>
          <a:prstGeom prst="rect">
            <a:avLst/>
          </a:prstGeom>
          <a:noFill/>
          <a:ln/>
        </p:spPr>
        <p:txBody>
          <a:bodyPr wrap="square" lIns="0" tIns="0" rIns="0" bIns="0" rtlCol="0" anchor="ctr"/>
          <a:lstStyle/>
          <a:p>
            <a:pPr marL="0" indent="0">
              <a:buNone/>
            </a:pPr>
            <a:r>
              <a:rPr lang="en-US" sz="1420" dirty="0">
                <a:solidFill>
                  <a:srgbClr val="E2E8F0"/>
                </a:solidFill>
              </a:rPr>
              <a:t>Ready with conditions</a:t>
            </a:r>
            <a:endParaRPr lang="en-US" sz="1420" dirty="0"/>
          </a:p>
        </p:txBody>
      </p:sp>
      <p:sp>
        <p:nvSpPr>
          <p:cNvPr id="61" name="Shape 50">
            <a:extLst>
              <a:ext uri="{FF2B5EF4-FFF2-40B4-BE49-F238E27FC236}">
                <a16:creationId xmlns:a16="http://schemas.microsoft.com/office/drawing/2014/main" id="{31E6425B-667F-9CD6-B54B-D0EDE49269B2}"/>
              </a:ext>
            </a:extLst>
          </p:cNvPr>
          <p:cNvSpPr/>
          <p:nvPr/>
        </p:nvSpPr>
        <p:spPr>
          <a:xfrm>
            <a:off x="10424160" y="4908804"/>
            <a:ext cx="146304" cy="146304"/>
          </a:xfrm>
          <a:prstGeom prst="roundRect">
            <a:avLst>
              <a:gd name="adj" fmla="val 50000"/>
            </a:avLst>
          </a:prstGeom>
          <a:solidFill>
            <a:srgbClr val="F59E0B"/>
          </a:solidFill>
          <a:ln w="12700">
            <a:solidFill>
              <a:srgbClr val="F59E0B"/>
            </a:solidFill>
            <a:prstDash val="solid"/>
          </a:ln>
        </p:spPr>
        <p:txBody>
          <a:bodyPr/>
          <a:lstStyle/>
          <a:p>
            <a:endParaRPr lang="en-US"/>
          </a:p>
        </p:txBody>
      </p:sp>
      <p:sp>
        <p:nvSpPr>
          <p:cNvPr id="62" name="Text 51">
            <a:extLst>
              <a:ext uri="{FF2B5EF4-FFF2-40B4-BE49-F238E27FC236}">
                <a16:creationId xmlns:a16="http://schemas.microsoft.com/office/drawing/2014/main" id="{ED134124-4D5E-865F-35EF-D234F9D019AA}"/>
              </a:ext>
            </a:extLst>
          </p:cNvPr>
          <p:cNvSpPr/>
          <p:nvPr/>
        </p:nvSpPr>
        <p:spPr>
          <a:xfrm>
            <a:off x="10671048" y="4872228"/>
            <a:ext cx="960120" cy="164592"/>
          </a:xfrm>
          <a:prstGeom prst="rect">
            <a:avLst/>
          </a:prstGeom>
          <a:noFill/>
          <a:ln/>
        </p:spPr>
        <p:txBody>
          <a:bodyPr wrap="square" lIns="0" tIns="0" rIns="0" bIns="0" rtlCol="0" anchor="ctr"/>
          <a:lstStyle/>
          <a:p>
            <a:pPr marL="0" indent="0">
              <a:buNone/>
            </a:pPr>
            <a:r>
              <a:rPr lang="en-US" sz="1600" b="1" dirty="0">
                <a:solidFill>
                  <a:srgbClr val="FFFFFF"/>
                </a:solidFill>
              </a:rPr>
              <a:t>2.0–2.7</a:t>
            </a:r>
            <a:endParaRPr lang="en-US" sz="1600" dirty="0"/>
          </a:p>
        </p:txBody>
      </p:sp>
      <p:sp>
        <p:nvSpPr>
          <p:cNvPr id="63" name="Text 52">
            <a:extLst>
              <a:ext uri="{FF2B5EF4-FFF2-40B4-BE49-F238E27FC236}">
                <a16:creationId xmlns:a16="http://schemas.microsoft.com/office/drawing/2014/main" id="{3C166F0D-89EA-1284-5618-E8C9BB7C775B}"/>
              </a:ext>
            </a:extLst>
          </p:cNvPr>
          <p:cNvSpPr/>
          <p:nvPr/>
        </p:nvSpPr>
        <p:spPr>
          <a:xfrm>
            <a:off x="11631168" y="4872228"/>
            <a:ext cx="1783080" cy="292608"/>
          </a:xfrm>
          <a:prstGeom prst="rect">
            <a:avLst/>
          </a:prstGeom>
          <a:noFill/>
          <a:ln/>
        </p:spPr>
        <p:txBody>
          <a:bodyPr wrap="square" lIns="0" tIns="0" rIns="0" bIns="0" rtlCol="0" anchor="ctr"/>
          <a:lstStyle/>
          <a:p>
            <a:pPr marL="0" indent="0">
              <a:buNone/>
            </a:pPr>
            <a:r>
              <a:rPr lang="en-US" sz="1420" dirty="0">
                <a:solidFill>
                  <a:srgbClr val="E2E8F0"/>
                </a:solidFill>
              </a:rPr>
              <a:t>Pilot only / not yet prod</a:t>
            </a:r>
            <a:endParaRPr lang="en-US" sz="1420" dirty="0"/>
          </a:p>
        </p:txBody>
      </p:sp>
      <p:sp>
        <p:nvSpPr>
          <p:cNvPr id="64" name="Shape 53">
            <a:extLst>
              <a:ext uri="{FF2B5EF4-FFF2-40B4-BE49-F238E27FC236}">
                <a16:creationId xmlns:a16="http://schemas.microsoft.com/office/drawing/2014/main" id="{19B7D756-2E3A-AA44-7FCA-4B9ADBD114A3}"/>
              </a:ext>
            </a:extLst>
          </p:cNvPr>
          <p:cNvSpPr/>
          <p:nvPr/>
        </p:nvSpPr>
        <p:spPr>
          <a:xfrm>
            <a:off x="10424160" y="5658612"/>
            <a:ext cx="146304" cy="146304"/>
          </a:xfrm>
          <a:prstGeom prst="roundRect">
            <a:avLst>
              <a:gd name="adj" fmla="val 50000"/>
            </a:avLst>
          </a:prstGeom>
          <a:solidFill>
            <a:srgbClr val="DC2626"/>
          </a:solidFill>
          <a:ln w="12700">
            <a:solidFill>
              <a:srgbClr val="DC2626"/>
            </a:solidFill>
            <a:prstDash val="solid"/>
          </a:ln>
        </p:spPr>
        <p:txBody>
          <a:bodyPr/>
          <a:lstStyle/>
          <a:p>
            <a:endParaRPr lang="en-US"/>
          </a:p>
        </p:txBody>
      </p:sp>
      <p:sp>
        <p:nvSpPr>
          <p:cNvPr id="65" name="Text 54">
            <a:extLst>
              <a:ext uri="{FF2B5EF4-FFF2-40B4-BE49-F238E27FC236}">
                <a16:creationId xmlns:a16="http://schemas.microsoft.com/office/drawing/2014/main" id="{2C540F64-AB5D-FD21-B17A-6788D5C89EA6}"/>
              </a:ext>
            </a:extLst>
          </p:cNvPr>
          <p:cNvSpPr/>
          <p:nvPr/>
        </p:nvSpPr>
        <p:spPr>
          <a:xfrm>
            <a:off x="10671048" y="5622036"/>
            <a:ext cx="960120" cy="164592"/>
          </a:xfrm>
          <a:prstGeom prst="rect">
            <a:avLst/>
          </a:prstGeom>
          <a:noFill/>
          <a:ln/>
        </p:spPr>
        <p:txBody>
          <a:bodyPr wrap="square" lIns="0" tIns="0" rIns="0" bIns="0" rtlCol="0" anchor="ctr"/>
          <a:lstStyle/>
          <a:p>
            <a:pPr marL="0" indent="0">
              <a:buNone/>
            </a:pPr>
            <a:r>
              <a:rPr lang="en-US" sz="1600" b="1" dirty="0">
                <a:solidFill>
                  <a:srgbClr val="FFFFFF"/>
                </a:solidFill>
              </a:rPr>
              <a:t>&lt; 2.0</a:t>
            </a:r>
            <a:endParaRPr lang="en-US" sz="1600" dirty="0"/>
          </a:p>
        </p:txBody>
      </p:sp>
      <p:sp>
        <p:nvSpPr>
          <p:cNvPr id="66" name="Text 55">
            <a:extLst>
              <a:ext uri="{FF2B5EF4-FFF2-40B4-BE49-F238E27FC236}">
                <a16:creationId xmlns:a16="http://schemas.microsoft.com/office/drawing/2014/main" id="{D57AF2CF-2B91-8DAA-F427-DC980733D083}"/>
              </a:ext>
            </a:extLst>
          </p:cNvPr>
          <p:cNvSpPr/>
          <p:nvPr/>
        </p:nvSpPr>
        <p:spPr>
          <a:xfrm>
            <a:off x="11631168" y="5622036"/>
            <a:ext cx="1783080" cy="292608"/>
          </a:xfrm>
          <a:prstGeom prst="rect">
            <a:avLst/>
          </a:prstGeom>
          <a:noFill/>
          <a:ln/>
        </p:spPr>
        <p:txBody>
          <a:bodyPr wrap="square" lIns="0" tIns="0" rIns="0" bIns="0" rtlCol="0" anchor="ctr"/>
          <a:lstStyle/>
          <a:p>
            <a:pPr marL="0" indent="0">
              <a:buNone/>
            </a:pPr>
            <a:r>
              <a:rPr lang="en-US" sz="1420" dirty="0">
                <a:solidFill>
                  <a:srgbClr val="E2E8F0"/>
                </a:solidFill>
              </a:rPr>
              <a:t>Redesign required</a:t>
            </a:r>
            <a:endParaRPr lang="en-US" sz="1420" dirty="0"/>
          </a:p>
        </p:txBody>
      </p:sp>
      <p:sp>
        <p:nvSpPr>
          <p:cNvPr id="67" name="Text 56">
            <a:extLst>
              <a:ext uri="{FF2B5EF4-FFF2-40B4-BE49-F238E27FC236}">
                <a16:creationId xmlns:a16="http://schemas.microsoft.com/office/drawing/2014/main" id="{21427662-5011-C3D2-4D88-ED0B5E619524}"/>
              </a:ext>
            </a:extLst>
          </p:cNvPr>
          <p:cNvSpPr/>
          <p:nvPr/>
        </p:nvSpPr>
        <p:spPr>
          <a:xfrm>
            <a:off x="10442448" y="6499860"/>
            <a:ext cx="2880360" cy="347472"/>
          </a:xfrm>
          <a:prstGeom prst="rect">
            <a:avLst/>
          </a:prstGeom>
          <a:noFill/>
          <a:ln/>
        </p:spPr>
        <p:txBody>
          <a:bodyPr wrap="square" lIns="0" tIns="0" rIns="0" bIns="0" rtlCol="0" anchor="ctr"/>
          <a:lstStyle/>
          <a:p>
            <a:pPr marL="0" indent="0">
              <a:buNone/>
            </a:pPr>
            <a:r>
              <a:rPr lang="en-US" sz="1300" b="1" dirty="0">
                <a:solidFill>
                  <a:srgbClr val="FFFFFF"/>
                </a:solidFill>
              </a:rPr>
              <a:t>Hard stop rules: do not approve if Security &lt; 3, Reliability &lt; 3, or DevOps &lt; 2.5.</a:t>
            </a:r>
            <a:endParaRPr lang="en-US" sz="1300" dirty="0"/>
          </a:p>
        </p:txBody>
      </p:sp>
      <p:sp>
        <p:nvSpPr>
          <p:cNvPr id="69" name="Text 21">
            <a:extLst>
              <a:ext uri="{FF2B5EF4-FFF2-40B4-BE49-F238E27FC236}">
                <a16:creationId xmlns:a16="http://schemas.microsoft.com/office/drawing/2014/main" id="{112A9D13-B0CB-ABBF-6038-727547EC6BC2}"/>
              </a:ext>
            </a:extLst>
          </p:cNvPr>
          <p:cNvSpPr/>
          <p:nvPr/>
        </p:nvSpPr>
        <p:spPr>
          <a:xfrm>
            <a:off x="5520856" y="3467100"/>
            <a:ext cx="2251543" cy="164590"/>
          </a:xfrm>
          <a:prstGeom prst="rect">
            <a:avLst/>
          </a:prstGeom>
          <a:noFill/>
          <a:ln/>
        </p:spPr>
        <p:txBody>
          <a:bodyPr wrap="square" lIns="0" tIns="0" rIns="0" bIns="0" rtlCol="0" anchor="ctr"/>
          <a:lstStyle/>
          <a:p>
            <a:pPr marL="0" indent="0">
              <a:buNone/>
            </a:pPr>
            <a:r>
              <a:rPr lang="en-US" sz="1420" dirty="0">
                <a:solidFill>
                  <a:srgbClr val="0F172A"/>
                </a:solidFill>
              </a:rPr>
              <a:t>Business Fit &amp; Criticality</a:t>
            </a:r>
            <a:endParaRPr lang="en-US" sz="1420" dirty="0"/>
          </a:p>
        </p:txBody>
      </p:sp>
      <p:sp>
        <p:nvSpPr>
          <p:cNvPr id="71" name="Text 22">
            <a:extLst>
              <a:ext uri="{FF2B5EF4-FFF2-40B4-BE49-F238E27FC236}">
                <a16:creationId xmlns:a16="http://schemas.microsoft.com/office/drawing/2014/main" id="{D0AC3889-B822-15A5-1FA5-0344809946FD}"/>
              </a:ext>
            </a:extLst>
          </p:cNvPr>
          <p:cNvSpPr/>
          <p:nvPr/>
        </p:nvSpPr>
        <p:spPr>
          <a:xfrm>
            <a:off x="7970520" y="3467100"/>
            <a:ext cx="411480" cy="164592"/>
          </a:xfrm>
          <a:prstGeom prst="rect">
            <a:avLst/>
          </a:prstGeom>
          <a:noFill/>
          <a:ln/>
        </p:spPr>
        <p:txBody>
          <a:bodyPr wrap="square" lIns="0" tIns="0" rIns="0" bIns="0" rtlCol="0" anchor="ctr"/>
          <a:lstStyle/>
          <a:p>
            <a:pPr marL="0" indent="0" algn="r">
              <a:buNone/>
            </a:pPr>
            <a:r>
              <a:rPr lang="en-US" sz="1420" b="1" dirty="0">
                <a:solidFill>
                  <a:srgbClr val="0F3D91"/>
                </a:solidFill>
              </a:rPr>
              <a:t>10%</a:t>
            </a:r>
            <a:endParaRPr lang="en-US" sz="1420" dirty="0"/>
          </a:p>
        </p:txBody>
      </p:sp>
      <p:sp>
        <p:nvSpPr>
          <p:cNvPr id="73" name="Shape 23">
            <a:extLst>
              <a:ext uri="{FF2B5EF4-FFF2-40B4-BE49-F238E27FC236}">
                <a16:creationId xmlns:a16="http://schemas.microsoft.com/office/drawing/2014/main" id="{CACC2513-78DB-4F07-0887-04EFF857FE21}"/>
              </a:ext>
            </a:extLst>
          </p:cNvPr>
          <p:cNvSpPr/>
          <p:nvPr/>
        </p:nvSpPr>
        <p:spPr>
          <a:xfrm>
            <a:off x="5520856" y="3668267"/>
            <a:ext cx="2937343" cy="9139"/>
          </a:xfrm>
          <a:prstGeom prst="line">
            <a:avLst/>
          </a:prstGeom>
          <a:noFill/>
          <a:ln w="12700">
            <a:solidFill>
              <a:srgbClr val="E2E8F0"/>
            </a:solidFill>
            <a:prstDash val="solid"/>
          </a:ln>
        </p:spPr>
        <p:txBody>
          <a:bodyPr/>
          <a:lstStyle/>
          <a:p>
            <a:endParaRPr lang="en-US"/>
          </a:p>
        </p:txBody>
      </p:sp>
      <p:sp>
        <p:nvSpPr>
          <p:cNvPr id="77" name="Text 39">
            <a:extLst>
              <a:ext uri="{FF2B5EF4-FFF2-40B4-BE49-F238E27FC236}">
                <a16:creationId xmlns:a16="http://schemas.microsoft.com/office/drawing/2014/main" id="{87043B59-3D4A-71C0-0209-43B8619E80D9}"/>
              </a:ext>
            </a:extLst>
          </p:cNvPr>
          <p:cNvSpPr/>
          <p:nvPr/>
        </p:nvSpPr>
        <p:spPr>
          <a:xfrm>
            <a:off x="5520857" y="6923532"/>
            <a:ext cx="1737360" cy="164592"/>
          </a:xfrm>
          <a:prstGeom prst="rect">
            <a:avLst/>
          </a:prstGeom>
          <a:noFill/>
          <a:ln/>
        </p:spPr>
        <p:txBody>
          <a:bodyPr wrap="square" lIns="0" tIns="0" rIns="0" bIns="0" rtlCol="0" anchor="ctr"/>
          <a:lstStyle/>
          <a:p>
            <a:pPr marL="0" indent="0">
              <a:buNone/>
            </a:pPr>
            <a:r>
              <a:rPr lang="en-US" sz="1420" dirty="0">
                <a:solidFill>
                  <a:srgbClr val="0F172A"/>
                </a:solidFill>
              </a:rPr>
              <a:t>Decision Governance</a:t>
            </a:r>
            <a:endParaRPr lang="en-US" sz="1420" dirty="0"/>
          </a:p>
        </p:txBody>
      </p:sp>
      <p:sp>
        <p:nvSpPr>
          <p:cNvPr id="79" name="Text 40">
            <a:extLst>
              <a:ext uri="{FF2B5EF4-FFF2-40B4-BE49-F238E27FC236}">
                <a16:creationId xmlns:a16="http://schemas.microsoft.com/office/drawing/2014/main" id="{DA6172DD-7AA0-68F0-B33F-667249D529DD}"/>
              </a:ext>
            </a:extLst>
          </p:cNvPr>
          <p:cNvSpPr/>
          <p:nvPr/>
        </p:nvSpPr>
        <p:spPr>
          <a:xfrm>
            <a:off x="7970520" y="6915150"/>
            <a:ext cx="411480" cy="164592"/>
          </a:xfrm>
          <a:prstGeom prst="rect">
            <a:avLst/>
          </a:prstGeom>
          <a:noFill/>
          <a:ln/>
        </p:spPr>
        <p:txBody>
          <a:bodyPr wrap="square" lIns="0" tIns="0" rIns="0" bIns="0" rtlCol="0" anchor="ctr"/>
          <a:lstStyle/>
          <a:p>
            <a:pPr marL="0" indent="0" algn="r">
              <a:buNone/>
            </a:pPr>
            <a:r>
              <a:rPr lang="en-US" sz="1420" b="1" dirty="0">
                <a:solidFill>
                  <a:srgbClr val="0F3D91"/>
                </a:solidFill>
              </a:rPr>
              <a:t>5%</a:t>
            </a:r>
            <a:endParaRPr lang="en-US" sz="1420" dirty="0"/>
          </a:p>
        </p:txBody>
      </p:sp>
      <p:sp>
        <p:nvSpPr>
          <p:cNvPr id="81" name="Shape 41">
            <a:extLst>
              <a:ext uri="{FF2B5EF4-FFF2-40B4-BE49-F238E27FC236}">
                <a16:creationId xmlns:a16="http://schemas.microsoft.com/office/drawing/2014/main" id="{2778B8E1-0C39-CEC2-D376-0A71FF4AC1AE}"/>
              </a:ext>
            </a:extLst>
          </p:cNvPr>
          <p:cNvSpPr/>
          <p:nvPr/>
        </p:nvSpPr>
        <p:spPr>
          <a:xfrm flipV="1">
            <a:off x="5486400" y="7124694"/>
            <a:ext cx="2937339" cy="6"/>
          </a:xfrm>
          <a:prstGeom prst="line">
            <a:avLst/>
          </a:prstGeom>
          <a:noFill/>
          <a:ln w="12700">
            <a:solidFill>
              <a:srgbClr val="E2E8F0"/>
            </a:solidFill>
            <a:prstDash val="solid"/>
          </a:ln>
        </p:spPr>
        <p:txBody>
          <a:bodyPr/>
          <a:lstStyle/>
          <a:p>
            <a:endParaRPr lang="en-US"/>
          </a:p>
        </p:txBody>
      </p:sp>
      <p:sp>
        <p:nvSpPr>
          <p:cNvPr id="87" name="Shape 24">
            <a:extLst>
              <a:ext uri="{FF2B5EF4-FFF2-40B4-BE49-F238E27FC236}">
                <a16:creationId xmlns:a16="http://schemas.microsoft.com/office/drawing/2014/main" id="{DB2FB11A-44C7-7AA7-B2EF-114B325CF9F9}"/>
              </a:ext>
            </a:extLst>
          </p:cNvPr>
          <p:cNvSpPr/>
          <p:nvPr/>
        </p:nvSpPr>
        <p:spPr>
          <a:xfrm>
            <a:off x="3152605" y="7505700"/>
            <a:ext cx="5422392" cy="384048"/>
          </a:xfrm>
          <a:prstGeom prst="roundRect">
            <a:avLst>
              <a:gd name="adj" fmla="val 9524"/>
            </a:avLst>
          </a:prstGeom>
          <a:solidFill>
            <a:srgbClr val="92D050"/>
          </a:solidFill>
          <a:ln w="12700">
            <a:solidFill>
              <a:srgbClr val="EAF0FB"/>
            </a:solidFill>
            <a:prstDash val="solid"/>
          </a:ln>
        </p:spPr>
        <p:txBody>
          <a:bodyPr/>
          <a:lstStyle/>
          <a:p>
            <a:endParaRPr lang="en-US"/>
          </a:p>
        </p:txBody>
      </p:sp>
      <p:sp>
        <p:nvSpPr>
          <p:cNvPr id="89" name="Text 25">
            <a:extLst>
              <a:ext uri="{FF2B5EF4-FFF2-40B4-BE49-F238E27FC236}">
                <a16:creationId xmlns:a16="http://schemas.microsoft.com/office/drawing/2014/main" id="{CD9634D9-183E-C0EC-BE1F-4BDA194FF837}"/>
              </a:ext>
            </a:extLst>
          </p:cNvPr>
          <p:cNvSpPr/>
          <p:nvPr/>
        </p:nvSpPr>
        <p:spPr>
          <a:xfrm>
            <a:off x="3335485" y="7615428"/>
            <a:ext cx="5120640" cy="146304"/>
          </a:xfrm>
          <a:prstGeom prst="rect">
            <a:avLst/>
          </a:prstGeom>
          <a:noFill/>
          <a:ln/>
        </p:spPr>
        <p:txBody>
          <a:bodyPr wrap="square" lIns="0" tIns="0" rIns="0" bIns="0" rtlCol="0" anchor="ctr"/>
          <a:lstStyle/>
          <a:p>
            <a:pPr algn="ctr"/>
            <a:r>
              <a:rPr lang="en-US" b="1" dirty="0">
                <a:solidFill>
                  <a:srgbClr val="0F3D91"/>
                </a:solidFill>
              </a:rPr>
              <a:t>Fabric Production Ready Scoring Worksheet</a:t>
            </a:r>
            <a:endParaRPr lang="en-US" dirty="0"/>
          </a:p>
        </p:txBody>
      </p:sp>
    </p:spTree>
    <p:extLst>
      <p:ext uri="{BB962C8B-B14F-4D97-AF65-F5344CB8AC3E}">
        <p14:creationId xmlns:p14="http://schemas.microsoft.com/office/powerpoint/2010/main" val="8077770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B106836-A5A2-E1A2-47AC-D1E7EC03F1C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5A3ABF0-0923-552B-3D4F-0D5B7773F5B4}"/>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FBF52B05-AF3A-C427-4517-1A271156321E}"/>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3A469F91-403C-7F0B-5475-C9D46B048771}"/>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C96A2A50-5B12-921B-8D11-CDBE2C9E2B81}"/>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D6F7013A-8105-ED73-0CBB-462D31A5F0E2}"/>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F6AD8529-FEA8-A627-9442-957DDDCE671E}"/>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264FF9A6-C1E9-320A-4D26-E0430961C011}"/>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86E74182-46E7-C9C2-A2BD-E11F95A811D1}"/>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Production readiness framework</a:t>
            </a:r>
          </a:p>
        </p:txBody>
      </p:sp>
      <p:sp>
        <p:nvSpPr>
          <p:cNvPr id="11" name="TextBox 9">
            <a:extLst>
              <a:ext uri="{FF2B5EF4-FFF2-40B4-BE49-F238E27FC236}">
                <a16:creationId xmlns:a16="http://schemas.microsoft.com/office/drawing/2014/main" id="{14E71641-6537-D3C4-2088-69D47EA1DB3E}"/>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72</a:t>
            </a:fld>
            <a:endParaRPr lang="en-US" sz="2400" dirty="0">
              <a:solidFill>
                <a:srgbClr val="FFFFFF"/>
              </a:solidFill>
              <a:latin typeface="Outfit"/>
              <a:ea typeface="Outfit"/>
              <a:cs typeface="Outfit"/>
              <a:sym typeface="Outfit"/>
            </a:endParaRPr>
          </a:p>
        </p:txBody>
      </p:sp>
      <p:sp>
        <p:nvSpPr>
          <p:cNvPr id="38" name="Text 0">
            <a:extLst>
              <a:ext uri="{FF2B5EF4-FFF2-40B4-BE49-F238E27FC236}">
                <a16:creationId xmlns:a16="http://schemas.microsoft.com/office/drawing/2014/main" id="{91E4B347-8DB6-AEE3-F1E9-5787EF2D955A}"/>
              </a:ext>
            </a:extLst>
          </p:cNvPr>
          <p:cNvSpPr/>
          <p:nvPr/>
        </p:nvSpPr>
        <p:spPr>
          <a:xfrm>
            <a:off x="985432" y="1668780"/>
            <a:ext cx="11511367" cy="50292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Decide + defend: how to justify the architecture</a:t>
            </a:r>
            <a:endParaRPr lang="en-US" sz="3600" dirty="0">
              <a:solidFill>
                <a:schemeClr val="bg1"/>
              </a:solidFill>
            </a:endParaRPr>
          </a:p>
        </p:txBody>
      </p:sp>
      <p:sp>
        <p:nvSpPr>
          <p:cNvPr id="39" name="Text 1">
            <a:extLst>
              <a:ext uri="{FF2B5EF4-FFF2-40B4-BE49-F238E27FC236}">
                <a16:creationId xmlns:a16="http://schemas.microsoft.com/office/drawing/2014/main" id="{13E86A06-A3AA-954F-3BC1-5A30EA71E569}"/>
              </a:ext>
            </a:extLst>
          </p:cNvPr>
          <p:cNvSpPr/>
          <p:nvPr/>
        </p:nvSpPr>
        <p:spPr>
          <a:xfrm>
            <a:off x="1003720" y="2260092"/>
            <a:ext cx="11112079"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Use the same facts, but translate them for the audience.</a:t>
            </a:r>
            <a:endParaRPr lang="en-US" sz="2800" dirty="0">
              <a:solidFill>
                <a:schemeClr val="bg1"/>
              </a:solidFill>
            </a:endParaRPr>
          </a:p>
        </p:txBody>
      </p:sp>
      <p:sp>
        <p:nvSpPr>
          <p:cNvPr id="40" name="Shape 2">
            <a:extLst>
              <a:ext uri="{FF2B5EF4-FFF2-40B4-BE49-F238E27FC236}">
                <a16:creationId xmlns:a16="http://schemas.microsoft.com/office/drawing/2014/main" id="{5BA7629D-DC08-174F-6E23-74D328461A6A}"/>
              </a:ext>
            </a:extLst>
          </p:cNvPr>
          <p:cNvSpPr/>
          <p:nvPr/>
        </p:nvSpPr>
        <p:spPr>
          <a:xfrm>
            <a:off x="1104305" y="2857500"/>
            <a:ext cx="5321808" cy="4160520"/>
          </a:xfrm>
          <a:prstGeom prst="roundRect">
            <a:avLst>
              <a:gd name="adj" fmla="val 1319"/>
            </a:avLst>
          </a:prstGeom>
          <a:solidFill>
            <a:srgbClr val="FFFFFF"/>
          </a:solidFill>
          <a:ln w="12700">
            <a:solidFill>
              <a:srgbClr val="CBD5E1"/>
            </a:solidFill>
            <a:prstDash val="solid"/>
          </a:ln>
        </p:spPr>
        <p:txBody>
          <a:bodyPr/>
          <a:lstStyle/>
          <a:p>
            <a:endParaRPr lang="en-US"/>
          </a:p>
        </p:txBody>
      </p:sp>
      <p:sp>
        <p:nvSpPr>
          <p:cNvPr id="41" name="Shape 3">
            <a:extLst>
              <a:ext uri="{FF2B5EF4-FFF2-40B4-BE49-F238E27FC236}">
                <a16:creationId xmlns:a16="http://schemas.microsoft.com/office/drawing/2014/main" id="{00F2D262-40F4-BAD6-B072-754E6C273E34}"/>
              </a:ext>
            </a:extLst>
          </p:cNvPr>
          <p:cNvSpPr/>
          <p:nvPr/>
        </p:nvSpPr>
        <p:spPr>
          <a:xfrm>
            <a:off x="6563273" y="2857500"/>
            <a:ext cx="5321808" cy="4160520"/>
          </a:xfrm>
          <a:prstGeom prst="roundRect">
            <a:avLst>
              <a:gd name="adj" fmla="val 1319"/>
            </a:avLst>
          </a:prstGeom>
          <a:solidFill>
            <a:srgbClr val="FFFFFF"/>
          </a:solidFill>
          <a:ln w="12700">
            <a:solidFill>
              <a:srgbClr val="CBD5E1"/>
            </a:solidFill>
            <a:prstDash val="solid"/>
          </a:ln>
        </p:spPr>
        <p:txBody>
          <a:bodyPr/>
          <a:lstStyle/>
          <a:p>
            <a:endParaRPr lang="en-US"/>
          </a:p>
        </p:txBody>
      </p:sp>
      <p:sp>
        <p:nvSpPr>
          <p:cNvPr id="42" name="Shape 4">
            <a:extLst>
              <a:ext uri="{FF2B5EF4-FFF2-40B4-BE49-F238E27FC236}">
                <a16:creationId xmlns:a16="http://schemas.microsoft.com/office/drawing/2014/main" id="{243C853F-B938-200E-D3C5-E0F413D2C093}"/>
              </a:ext>
            </a:extLst>
          </p:cNvPr>
          <p:cNvSpPr/>
          <p:nvPr/>
        </p:nvSpPr>
        <p:spPr>
          <a:xfrm>
            <a:off x="1323761" y="2967227"/>
            <a:ext cx="1783080" cy="474663"/>
          </a:xfrm>
          <a:prstGeom prst="roundRect">
            <a:avLst>
              <a:gd name="adj" fmla="val 14706"/>
            </a:avLst>
          </a:prstGeom>
          <a:solidFill>
            <a:srgbClr val="DDF7F5"/>
          </a:solidFill>
          <a:ln w="12700">
            <a:solidFill>
              <a:srgbClr val="DDF7F5"/>
            </a:solidFill>
            <a:prstDash val="solid"/>
          </a:ln>
        </p:spPr>
        <p:txBody>
          <a:bodyPr/>
          <a:lstStyle/>
          <a:p>
            <a:endParaRPr lang="en-US"/>
          </a:p>
        </p:txBody>
      </p:sp>
      <p:sp>
        <p:nvSpPr>
          <p:cNvPr id="43" name="Text 5">
            <a:extLst>
              <a:ext uri="{FF2B5EF4-FFF2-40B4-BE49-F238E27FC236}">
                <a16:creationId xmlns:a16="http://schemas.microsoft.com/office/drawing/2014/main" id="{3DE67055-920A-E4EA-7092-B975195F3A18}"/>
              </a:ext>
            </a:extLst>
          </p:cNvPr>
          <p:cNvSpPr/>
          <p:nvPr/>
        </p:nvSpPr>
        <p:spPr>
          <a:xfrm>
            <a:off x="1433489" y="3140964"/>
            <a:ext cx="1572768" cy="128016"/>
          </a:xfrm>
          <a:prstGeom prst="rect">
            <a:avLst/>
          </a:prstGeom>
          <a:noFill/>
          <a:ln/>
        </p:spPr>
        <p:txBody>
          <a:bodyPr wrap="square" lIns="0" tIns="0" rIns="0" bIns="0" rtlCol="0" anchor="ctr"/>
          <a:lstStyle/>
          <a:p>
            <a:pPr marL="0" indent="0" algn="ctr">
              <a:buNone/>
            </a:pPr>
            <a:r>
              <a:rPr lang="en-US" sz="1400" b="1" dirty="0">
                <a:solidFill>
                  <a:srgbClr val="0F3D91"/>
                </a:solidFill>
              </a:rPr>
              <a:t>Technical stakeholders</a:t>
            </a:r>
            <a:endParaRPr lang="en-US" sz="1400" dirty="0"/>
          </a:p>
        </p:txBody>
      </p:sp>
      <p:sp>
        <p:nvSpPr>
          <p:cNvPr id="44" name="Shape 6">
            <a:extLst>
              <a:ext uri="{FF2B5EF4-FFF2-40B4-BE49-F238E27FC236}">
                <a16:creationId xmlns:a16="http://schemas.microsoft.com/office/drawing/2014/main" id="{0EE14B58-C9C5-78C4-C3FC-1B6F417657DD}"/>
              </a:ext>
            </a:extLst>
          </p:cNvPr>
          <p:cNvSpPr/>
          <p:nvPr/>
        </p:nvSpPr>
        <p:spPr>
          <a:xfrm>
            <a:off x="6782729" y="2977642"/>
            <a:ext cx="1783080" cy="464248"/>
          </a:xfrm>
          <a:prstGeom prst="roundRect">
            <a:avLst>
              <a:gd name="adj" fmla="val 14706"/>
            </a:avLst>
          </a:prstGeom>
          <a:solidFill>
            <a:srgbClr val="0F3D91"/>
          </a:solidFill>
          <a:ln w="12700">
            <a:solidFill>
              <a:srgbClr val="0F3D91"/>
            </a:solidFill>
            <a:prstDash val="solid"/>
          </a:ln>
        </p:spPr>
        <p:txBody>
          <a:bodyPr/>
          <a:lstStyle/>
          <a:p>
            <a:endParaRPr lang="en-US"/>
          </a:p>
        </p:txBody>
      </p:sp>
      <p:sp>
        <p:nvSpPr>
          <p:cNvPr id="45" name="Text 7">
            <a:extLst>
              <a:ext uri="{FF2B5EF4-FFF2-40B4-BE49-F238E27FC236}">
                <a16:creationId xmlns:a16="http://schemas.microsoft.com/office/drawing/2014/main" id="{54F0C5F4-AEC7-5FE5-7A50-1DC9636A2D57}"/>
              </a:ext>
            </a:extLst>
          </p:cNvPr>
          <p:cNvSpPr/>
          <p:nvPr/>
        </p:nvSpPr>
        <p:spPr>
          <a:xfrm>
            <a:off x="6892457" y="3140964"/>
            <a:ext cx="1572768" cy="128016"/>
          </a:xfrm>
          <a:prstGeom prst="rect">
            <a:avLst/>
          </a:prstGeom>
          <a:noFill/>
          <a:ln/>
        </p:spPr>
        <p:txBody>
          <a:bodyPr wrap="square" lIns="0" tIns="0" rIns="0" bIns="0" rtlCol="0" anchor="ctr"/>
          <a:lstStyle/>
          <a:p>
            <a:pPr marL="0" indent="0" algn="ctr">
              <a:buNone/>
            </a:pPr>
            <a:r>
              <a:rPr lang="en-US" sz="1400" b="1" dirty="0">
                <a:solidFill>
                  <a:srgbClr val="FFFFFF"/>
                </a:solidFill>
              </a:rPr>
              <a:t>Executive stakeholders</a:t>
            </a:r>
            <a:endParaRPr lang="en-US" sz="1400" dirty="0"/>
          </a:p>
        </p:txBody>
      </p:sp>
      <p:sp>
        <p:nvSpPr>
          <p:cNvPr id="46" name="Shape 8">
            <a:extLst>
              <a:ext uri="{FF2B5EF4-FFF2-40B4-BE49-F238E27FC236}">
                <a16:creationId xmlns:a16="http://schemas.microsoft.com/office/drawing/2014/main" id="{39458DD5-72A2-A958-2232-F3DA13737DBA}"/>
              </a:ext>
            </a:extLst>
          </p:cNvPr>
          <p:cNvSpPr/>
          <p:nvPr/>
        </p:nvSpPr>
        <p:spPr>
          <a:xfrm>
            <a:off x="1378625" y="3634740"/>
            <a:ext cx="109728" cy="109728"/>
          </a:xfrm>
          <a:prstGeom prst="ellipse">
            <a:avLst/>
          </a:prstGeom>
          <a:solidFill>
            <a:srgbClr val="11B5AE"/>
          </a:solidFill>
          <a:ln w="12700">
            <a:solidFill>
              <a:srgbClr val="11B5AE"/>
            </a:solidFill>
            <a:prstDash val="solid"/>
          </a:ln>
        </p:spPr>
        <p:txBody>
          <a:bodyPr/>
          <a:lstStyle/>
          <a:p>
            <a:endParaRPr lang="en-US"/>
          </a:p>
        </p:txBody>
      </p:sp>
      <p:sp>
        <p:nvSpPr>
          <p:cNvPr id="47" name="Text 9">
            <a:extLst>
              <a:ext uri="{FF2B5EF4-FFF2-40B4-BE49-F238E27FC236}">
                <a16:creationId xmlns:a16="http://schemas.microsoft.com/office/drawing/2014/main" id="{45BA706D-E802-C3D4-8C2E-556D5FB86EBC}"/>
              </a:ext>
            </a:extLst>
          </p:cNvPr>
          <p:cNvSpPr/>
          <p:nvPr/>
        </p:nvSpPr>
        <p:spPr>
          <a:xfrm>
            <a:off x="1579793" y="3561588"/>
            <a:ext cx="4370832" cy="503936"/>
          </a:xfrm>
          <a:prstGeom prst="rect">
            <a:avLst/>
          </a:prstGeom>
          <a:noFill/>
          <a:ln/>
        </p:spPr>
        <p:txBody>
          <a:bodyPr wrap="square" lIns="0" tIns="0" rIns="0" bIns="0" rtlCol="0" anchor="t"/>
          <a:lstStyle/>
          <a:p>
            <a:pPr marL="0" indent="0">
              <a:buNone/>
            </a:pPr>
            <a:r>
              <a:rPr lang="en-US" sz="1600" dirty="0">
                <a:solidFill>
                  <a:srgbClr val="0F172A"/>
                </a:solidFill>
              </a:rPr>
              <a:t>State the constraints: workload criticality, latency, scale, security, cost ceiling.</a:t>
            </a:r>
            <a:endParaRPr lang="en-US" sz="1600" dirty="0"/>
          </a:p>
        </p:txBody>
      </p:sp>
      <p:sp>
        <p:nvSpPr>
          <p:cNvPr id="48" name="Shape 10">
            <a:extLst>
              <a:ext uri="{FF2B5EF4-FFF2-40B4-BE49-F238E27FC236}">
                <a16:creationId xmlns:a16="http://schemas.microsoft.com/office/drawing/2014/main" id="{5FE93B0E-8F1A-7342-F4CF-3E5B7BAE46D9}"/>
              </a:ext>
            </a:extLst>
          </p:cNvPr>
          <p:cNvSpPr/>
          <p:nvPr/>
        </p:nvSpPr>
        <p:spPr>
          <a:xfrm>
            <a:off x="1378625" y="4211828"/>
            <a:ext cx="109728" cy="109728"/>
          </a:xfrm>
          <a:prstGeom prst="ellipse">
            <a:avLst/>
          </a:prstGeom>
          <a:solidFill>
            <a:srgbClr val="11B5AE"/>
          </a:solidFill>
          <a:ln w="12700">
            <a:solidFill>
              <a:srgbClr val="11B5AE"/>
            </a:solidFill>
            <a:prstDash val="solid"/>
          </a:ln>
        </p:spPr>
        <p:txBody>
          <a:bodyPr/>
          <a:lstStyle/>
          <a:p>
            <a:endParaRPr lang="en-US"/>
          </a:p>
        </p:txBody>
      </p:sp>
      <p:sp>
        <p:nvSpPr>
          <p:cNvPr id="49" name="Text 11">
            <a:extLst>
              <a:ext uri="{FF2B5EF4-FFF2-40B4-BE49-F238E27FC236}">
                <a16:creationId xmlns:a16="http://schemas.microsoft.com/office/drawing/2014/main" id="{9BAC0456-19F8-95EB-C985-D90B6773207D}"/>
              </a:ext>
            </a:extLst>
          </p:cNvPr>
          <p:cNvSpPr/>
          <p:nvPr/>
        </p:nvSpPr>
        <p:spPr>
          <a:xfrm>
            <a:off x="1579793" y="4138676"/>
            <a:ext cx="4370832" cy="270256"/>
          </a:xfrm>
          <a:prstGeom prst="rect">
            <a:avLst/>
          </a:prstGeom>
          <a:noFill/>
          <a:ln/>
        </p:spPr>
        <p:txBody>
          <a:bodyPr wrap="square" lIns="0" tIns="0" rIns="0" bIns="0" rtlCol="0" anchor="t"/>
          <a:lstStyle/>
          <a:p>
            <a:pPr marL="0" indent="0">
              <a:buNone/>
            </a:pPr>
            <a:r>
              <a:rPr lang="en-US" sz="1600" dirty="0">
                <a:solidFill>
                  <a:srgbClr val="0F172A"/>
                </a:solidFill>
              </a:rPr>
              <a:t>Name the alternatives considered and why they were rejected.</a:t>
            </a:r>
            <a:endParaRPr lang="en-US" sz="1600" dirty="0"/>
          </a:p>
        </p:txBody>
      </p:sp>
      <p:sp>
        <p:nvSpPr>
          <p:cNvPr id="50" name="Shape 12">
            <a:extLst>
              <a:ext uri="{FF2B5EF4-FFF2-40B4-BE49-F238E27FC236}">
                <a16:creationId xmlns:a16="http://schemas.microsoft.com/office/drawing/2014/main" id="{E8107334-8961-C3C0-BF2C-4F4252C6C917}"/>
              </a:ext>
            </a:extLst>
          </p:cNvPr>
          <p:cNvSpPr/>
          <p:nvPr/>
        </p:nvSpPr>
        <p:spPr>
          <a:xfrm>
            <a:off x="1378625" y="4728972"/>
            <a:ext cx="109728" cy="109728"/>
          </a:xfrm>
          <a:prstGeom prst="ellipse">
            <a:avLst/>
          </a:prstGeom>
          <a:solidFill>
            <a:srgbClr val="11B5AE"/>
          </a:solidFill>
          <a:ln w="12700">
            <a:solidFill>
              <a:srgbClr val="11B5AE"/>
            </a:solidFill>
            <a:prstDash val="solid"/>
          </a:ln>
        </p:spPr>
        <p:txBody>
          <a:bodyPr/>
          <a:lstStyle/>
          <a:p>
            <a:endParaRPr lang="en-US"/>
          </a:p>
        </p:txBody>
      </p:sp>
      <p:sp>
        <p:nvSpPr>
          <p:cNvPr id="51" name="Text 13">
            <a:extLst>
              <a:ext uri="{FF2B5EF4-FFF2-40B4-BE49-F238E27FC236}">
                <a16:creationId xmlns:a16="http://schemas.microsoft.com/office/drawing/2014/main" id="{152A3B2F-E00F-0619-0650-93DF0CD5A7B1}"/>
              </a:ext>
            </a:extLst>
          </p:cNvPr>
          <p:cNvSpPr/>
          <p:nvPr/>
        </p:nvSpPr>
        <p:spPr>
          <a:xfrm>
            <a:off x="1579793" y="4639564"/>
            <a:ext cx="4370832" cy="503936"/>
          </a:xfrm>
          <a:prstGeom prst="rect">
            <a:avLst/>
          </a:prstGeom>
          <a:noFill/>
          <a:ln/>
        </p:spPr>
        <p:txBody>
          <a:bodyPr wrap="square" lIns="0" tIns="0" rIns="0" bIns="0" rtlCol="0" anchor="t"/>
          <a:lstStyle/>
          <a:p>
            <a:pPr marL="0" indent="0">
              <a:buNone/>
            </a:pPr>
            <a:r>
              <a:rPr lang="en-US" sz="1600" dirty="0">
                <a:solidFill>
                  <a:srgbClr val="0F172A"/>
                </a:solidFill>
              </a:rPr>
              <a:t>Be explicit about trade-offs: isolation vs. cost, speed vs. control, flexibility vs. standardization.</a:t>
            </a:r>
            <a:endParaRPr lang="en-US" sz="1600" dirty="0"/>
          </a:p>
        </p:txBody>
      </p:sp>
      <p:sp>
        <p:nvSpPr>
          <p:cNvPr id="52" name="Shape 14">
            <a:extLst>
              <a:ext uri="{FF2B5EF4-FFF2-40B4-BE49-F238E27FC236}">
                <a16:creationId xmlns:a16="http://schemas.microsoft.com/office/drawing/2014/main" id="{86477EB7-3436-39F3-3F45-8E3F597D3FE4}"/>
              </a:ext>
            </a:extLst>
          </p:cNvPr>
          <p:cNvSpPr/>
          <p:nvPr/>
        </p:nvSpPr>
        <p:spPr>
          <a:xfrm>
            <a:off x="1378625" y="5338572"/>
            <a:ext cx="109728" cy="109728"/>
          </a:xfrm>
          <a:prstGeom prst="ellipse">
            <a:avLst/>
          </a:prstGeom>
          <a:solidFill>
            <a:srgbClr val="11B5AE"/>
          </a:solidFill>
          <a:ln w="12700">
            <a:solidFill>
              <a:srgbClr val="11B5AE"/>
            </a:solidFill>
            <a:prstDash val="solid"/>
          </a:ln>
        </p:spPr>
        <p:txBody>
          <a:bodyPr/>
          <a:lstStyle/>
          <a:p>
            <a:endParaRPr lang="en-US"/>
          </a:p>
        </p:txBody>
      </p:sp>
      <p:sp>
        <p:nvSpPr>
          <p:cNvPr id="53" name="Text 15">
            <a:extLst>
              <a:ext uri="{FF2B5EF4-FFF2-40B4-BE49-F238E27FC236}">
                <a16:creationId xmlns:a16="http://schemas.microsoft.com/office/drawing/2014/main" id="{0033DDB6-7D9F-9D43-6CEE-BE5C01C82ACA}"/>
              </a:ext>
            </a:extLst>
          </p:cNvPr>
          <p:cNvSpPr/>
          <p:nvPr/>
        </p:nvSpPr>
        <p:spPr>
          <a:xfrm>
            <a:off x="1579793" y="5254244"/>
            <a:ext cx="4370832" cy="270256"/>
          </a:xfrm>
          <a:prstGeom prst="rect">
            <a:avLst/>
          </a:prstGeom>
          <a:noFill/>
          <a:ln/>
        </p:spPr>
        <p:txBody>
          <a:bodyPr wrap="square" lIns="0" tIns="0" rIns="0" bIns="0" rtlCol="0" anchor="t"/>
          <a:lstStyle/>
          <a:p>
            <a:pPr marL="0" indent="0">
              <a:buNone/>
            </a:pPr>
            <a:r>
              <a:rPr lang="en-US" sz="1600" dirty="0">
                <a:solidFill>
                  <a:srgbClr val="0F172A"/>
                </a:solidFill>
              </a:rPr>
              <a:t>Document residual risks and the mitigation plan.</a:t>
            </a:r>
            <a:endParaRPr lang="en-US" sz="1600" dirty="0"/>
          </a:p>
        </p:txBody>
      </p:sp>
      <p:sp>
        <p:nvSpPr>
          <p:cNvPr id="54" name="Shape 16">
            <a:extLst>
              <a:ext uri="{FF2B5EF4-FFF2-40B4-BE49-F238E27FC236}">
                <a16:creationId xmlns:a16="http://schemas.microsoft.com/office/drawing/2014/main" id="{A8A88825-EF9D-CAEF-D923-2C1B38BAF16E}"/>
              </a:ext>
            </a:extLst>
          </p:cNvPr>
          <p:cNvSpPr/>
          <p:nvPr/>
        </p:nvSpPr>
        <p:spPr>
          <a:xfrm>
            <a:off x="6837593" y="3634740"/>
            <a:ext cx="109728" cy="109728"/>
          </a:xfrm>
          <a:prstGeom prst="ellipse">
            <a:avLst/>
          </a:prstGeom>
          <a:solidFill>
            <a:srgbClr val="0F3D91"/>
          </a:solidFill>
          <a:ln w="12700">
            <a:solidFill>
              <a:srgbClr val="0F3D91"/>
            </a:solidFill>
            <a:prstDash val="solid"/>
          </a:ln>
        </p:spPr>
        <p:txBody>
          <a:bodyPr/>
          <a:lstStyle/>
          <a:p>
            <a:endParaRPr lang="en-US"/>
          </a:p>
        </p:txBody>
      </p:sp>
      <p:sp>
        <p:nvSpPr>
          <p:cNvPr id="55" name="Text 17">
            <a:extLst>
              <a:ext uri="{FF2B5EF4-FFF2-40B4-BE49-F238E27FC236}">
                <a16:creationId xmlns:a16="http://schemas.microsoft.com/office/drawing/2014/main" id="{C73B07CF-74F1-5ACC-C831-12302C5F69FA}"/>
              </a:ext>
            </a:extLst>
          </p:cNvPr>
          <p:cNvSpPr/>
          <p:nvPr/>
        </p:nvSpPr>
        <p:spPr>
          <a:xfrm>
            <a:off x="7038761" y="3561588"/>
            <a:ext cx="4370832" cy="503936"/>
          </a:xfrm>
          <a:prstGeom prst="rect">
            <a:avLst/>
          </a:prstGeom>
          <a:noFill/>
          <a:ln/>
        </p:spPr>
        <p:txBody>
          <a:bodyPr wrap="square" lIns="0" tIns="0" rIns="0" bIns="0" rtlCol="0" anchor="t"/>
          <a:lstStyle/>
          <a:p>
            <a:pPr marL="0" indent="0">
              <a:buNone/>
            </a:pPr>
            <a:r>
              <a:rPr lang="en-US" sz="1600" dirty="0">
                <a:solidFill>
                  <a:srgbClr val="0F172A"/>
                </a:solidFill>
              </a:rPr>
              <a:t>Translate design choices into continuity, trust, accountability, and cost predictability.</a:t>
            </a:r>
            <a:endParaRPr lang="en-US" sz="1600" dirty="0"/>
          </a:p>
        </p:txBody>
      </p:sp>
      <p:sp>
        <p:nvSpPr>
          <p:cNvPr id="56" name="Shape 18">
            <a:extLst>
              <a:ext uri="{FF2B5EF4-FFF2-40B4-BE49-F238E27FC236}">
                <a16:creationId xmlns:a16="http://schemas.microsoft.com/office/drawing/2014/main" id="{1D0C7BC7-5907-3A38-7E87-EB114D1B4F0D}"/>
              </a:ext>
            </a:extLst>
          </p:cNvPr>
          <p:cNvSpPr/>
          <p:nvPr/>
        </p:nvSpPr>
        <p:spPr>
          <a:xfrm>
            <a:off x="6837593" y="4211828"/>
            <a:ext cx="109728" cy="109728"/>
          </a:xfrm>
          <a:prstGeom prst="ellipse">
            <a:avLst/>
          </a:prstGeom>
          <a:solidFill>
            <a:srgbClr val="0F3D91"/>
          </a:solidFill>
          <a:ln w="12700">
            <a:solidFill>
              <a:srgbClr val="0F3D91"/>
            </a:solidFill>
            <a:prstDash val="solid"/>
          </a:ln>
        </p:spPr>
        <p:txBody>
          <a:bodyPr/>
          <a:lstStyle/>
          <a:p>
            <a:endParaRPr lang="en-US"/>
          </a:p>
        </p:txBody>
      </p:sp>
      <p:sp>
        <p:nvSpPr>
          <p:cNvPr id="57" name="Text 19">
            <a:extLst>
              <a:ext uri="{FF2B5EF4-FFF2-40B4-BE49-F238E27FC236}">
                <a16:creationId xmlns:a16="http://schemas.microsoft.com/office/drawing/2014/main" id="{4B7C2CAE-91FD-F72C-A4A8-839D7AD392C3}"/>
              </a:ext>
            </a:extLst>
          </p:cNvPr>
          <p:cNvSpPr/>
          <p:nvPr/>
        </p:nvSpPr>
        <p:spPr>
          <a:xfrm>
            <a:off x="7038761" y="4138676"/>
            <a:ext cx="4370832" cy="503936"/>
          </a:xfrm>
          <a:prstGeom prst="rect">
            <a:avLst/>
          </a:prstGeom>
          <a:noFill/>
          <a:ln/>
        </p:spPr>
        <p:txBody>
          <a:bodyPr wrap="square" lIns="0" tIns="0" rIns="0" bIns="0" rtlCol="0" anchor="t"/>
          <a:lstStyle/>
          <a:p>
            <a:pPr marL="0" indent="0">
              <a:buNone/>
            </a:pPr>
            <a:r>
              <a:rPr lang="en-US" sz="1600" dirty="0">
                <a:solidFill>
                  <a:srgbClr val="0F172A"/>
                </a:solidFill>
              </a:rPr>
              <a:t>Explain what failure would mean for the business and how the design reduces that exposure.</a:t>
            </a:r>
            <a:endParaRPr lang="en-US" sz="1600" dirty="0"/>
          </a:p>
        </p:txBody>
      </p:sp>
      <p:sp>
        <p:nvSpPr>
          <p:cNvPr id="58" name="Shape 20">
            <a:extLst>
              <a:ext uri="{FF2B5EF4-FFF2-40B4-BE49-F238E27FC236}">
                <a16:creationId xmlns:a16="http://schemas.microsoft.com/office/drawing/2014/main" id="{C253E5F6-78E4-8719-D98B-C3EC617C8004}"/>
              </a:ext>
            </a:extLst>
          </p:cNvPr>
          <p:cNvSpPr/>
          <p:nvPr/>
        </p:nvSpPr>
        <p:spPr>
          <a:xfrm>
            <a:off x="6837593" y="4788916"/>
            <a:ext cx="109728" cy="109728"/>
          </a:xfrm>
          <a:prstGeom prst="ellipse">
            <a:avLst/>
          </a:prstGeom>
          <a:solidFill>
            <a:srgbClr val="0F3D91"/>
          </a:solidFill>
          <a:ln w="12700">
            <a:solidFill>
              <a:srgbClr val="0F3D91"/>
            </a:solidFill>
            <a:prstDash val="solid"/>
          </a:ln>
        </p:spPr>
        <p:txBody>
          <a:bodyPr/>
          <a:lstStyle/>
          <a:p>
            <a:endParaRPr lang="en-US"/>
          </a:p>
        </p:txBody>
      </p:sp>
      <p:sp>
        <p:nvSpPr>
          <p:cNvPr id="59" name="Text 21">
            <a:extLst>
              <a:ext uri="{FF2B5EF4-FFF2-40B4-BE49-F238E27FC236}">
                <a16:creationId xmlns:a16="http://schemas.microsoft.com/office/drawing/2014/main" id="{2C283D74-9716-14E8-78AF-C456512D24C8}"/>
              </a:ext>
            </a:extLst>
          </p:cNvPr>
          <p:cNvSpPr/>
          <p:nvPr/>
        </p:nvSpPr>
        <p:spPr>
          <a:xfrm>
            <a:off x="7038761" y="4715764"/>
            <a:ext cx="4370832" cy="270256"/>
          </a:xfrm>
          <a:prstGeom prst="rect">
            <a:avLst/>
          </a:prstGeom>
          <a:noFill/>
          <a:ln/>
        </p:spPr>
        <p:txBody>
          <a:bodyPr wrap="square" lIns="0" tIns="0" rIns="0" bIns="0" rtlCol="0" anchor="t"/>
          <a:lstStyle/>
          <a:p>
            <a:pPr marL="0" indent="0">
              <a:buNone/>
            </a:pPr>
            <a:r>
              <a:rPr lang="en-US" sz="1600" dirty="0">
                <a:solidFill>
                  <a:srgbClr val="0F172A"/>
                </a:solidFill>
              </a:rPr>
              <a:t>Show where added cost buys risk reduction or service stability.</a:t>
            </a:r>
            <a:endParaRPr lang="en-US" sz="1600" dirty="0"/>
          </a:p>
        </p:txBody>
      </p:sp>
      <p:sp>
        <p:nvSpPr>
          <p:cNvPr id="60" name="Shape 22">
            <a:extLst>
              <a:ext uri="{FF2B5EF4-FFF2-40B4-BE49-F238E27FC236}">
                <a16:creationId xmlns:a16="http://schemas.microsoft.com/office/drawing/2014/main" id="{6D4F35E7-7CA2-19C6-499D-6D378B77B20F}"/>
              </a:ext>
            </a:extLst>
          </p:cNvPr>
          <p:cNvSpPr/>
          <p:nvPr/>
        </p:nvSpPr>
        <p:spPr>
          <a:xfrm>
            <a:off x="6837593" y="5338572"/>
            <a:ext cx="109728" cy="109728"/>
          </a:xfrm>
          <a:prstGeom prst="ellipse">
            <a:avLst/>
          </a:prstGeom>
          <a:solidFill>
            <a:srgbClr val="0F3D91"/>
          </a:solidFill>
          <a:ln w="12700">
            <a:solidFill>
              <a:srgbClr val="0F3D91"/>
            </a:solidFill>
            <a:prstDash val="solid"/>
          </a:ln>
        </p:spPr>
        <p:txBody>
          <a:bodyPr/>
          <a:lstStyle/>
          <a:p>
            <a:endParaRPr lang="en-US"/>
          </a:p>
        </p:txBody>
      </p:sp>
      <p:sp>
        <p:nvSpPr>
          <p:cNvPr id="61" name="Text 23">
            <a:extLst>
              <a:ext uri="{FF2B5EF4-FFF2-40B4-BE49-F238E27FC236}">
                <a16:creationId xmlns:a16="http://schemas.microsoft.com/office/drawing/2014/main" id="{38F2132B-EB47-5895-2B79-63884B22F6BE}"/>
              </a:ext>
            </a:extLst>
          </p:cNvPr>
          <p:cNvSpPr/>
          <p:nvPr/>
        </p:nvSpPr>
        <p:spPr>
          <a:xfrm>
            <a:off x="7038761" y="5254244"/>
            <a:ext cx="4370832" cy="270256"/>
          </a:xfrm>
          <a:prstGeom prst="rect">
            <a:avLst/>
          </a:prstGeom>
          <a:noFill/>
          <a:ln/>
        </p:spPr>
        <p:txBody>
          <a:bodyPr wrap="square" lIns="0" tIns="0" rIns="0" bIns="0" rtlCol="0" anchor="t"/>
          <a:lstStyle/>
          <a:p>
            <a:pPr marL="0" indent="0">
              <a:buNone/>
            </a:pPr>
            <a:r>
              <a:rPr lang="en-US" sz="1600" dirty="0">
                <a:solidFill>
                  <a:srgbClr val="0F172A"/>
                </a:solidFill>
              </a:rPr>
              <a:t>Make the approval decision and conditions easy to understand.</a:t>
            </a:r>
            <a:endParaRPr lang="en-US" sz="1600" dirty="0"/>
          </a:p>
        </p:txBody>
      </p:sp>
      <p:sp>
        <p:nvSpPr>
          <p:cNvPr id="62" name="Shape 24">
            <a:extLst>
              <a:ext uri="{FF2B5EF4-FFF2-40B4-BE49-F238E27FC236}">
                <a16:creationId xmlns:a16="http://schemas.microsoft.com/office/drawing/2014/main" id="{35635304-CB12-DF8E-F0AD-767F7ECE35E5}"/>
              </a:ext>
            </a:extLst>
          </p:cNvPr>
          <p:cNvSpPr/>
          <p:nvPr/>
        </p:nvSpPr>
        <p:spPr>
          <a:xfrm>
            <a:off x="3774353" y="7155180"/>
            <a:ext cx="5422392" cy="384048"/>
          </a:xfrm>
          <a:prstGeom prst="roundRect">
            <a:avLst>
              <a:gd name="adj" fmla="val 9524"/>
            </a:avLst>
          </a:prstGeom>
          <a:solidFill>
            <a:srgbClr val="EAF0FB"/>
          </a:solidFill>
          <a:ln w="12700">
            <a:solidFill>
              <a:srgbClr val="EAF0FB"/>
            </a:solidFill>
            <a:prstDash val="solid"/>
          </a:ln>
        </p:spPr>
        <p:txBody>
          <a:bodyPr/>
          <a:lstStyle/>
          <a:p>
            <a:endParaRPr lang="en-US"/>
          </a:p>
        </p:txBody>
      </p:sp>
      <p:sp>
        <p:nvSpPr>
          <p:cNvPr id="63" name="Text 25">
            <a:extLst>
              <a:ext uri="{FF2B5EF4-FFF2-40B4-BE49-F238E27FC236}">
                <a16:creationId xmlns:a16="http://schemas.microsoft.com/office/drawing/2014/main" id="{653F96C4-6C41-D10E-43C8-60BAE2DC3E3F}"/>
              </a:ext>
            </a:extLst>
          </p:cNvPr>
          <p:cNvSpPr/>
          <p:nvPr/>
        </p:nvSpPr>
        <p:spPr>
          <a:xfrm>
            <a:off x="3957233" y="7264908"/>
            <a:ext cx="5120640" cy="146304"/>
          </a:xfrm>
          <a:prstGeom prst="rect">
            <a:avLst/>
          </a:prstGeom>
          <a:noFill/>
          <a:ln/>
        </p:spPr>
        <p:txBody>
          <a:bodyPr wrap="square" lIns="0" tIns="0" rIns="0" bIns="0" rtlCol="0" anchor="ctr"/>
          <a:lstStyle/>
          <a:p>
            <a:pPr marL="0" indent="0" algn="ctr">
              <a:buNone/>
            </a:pPr>
            <a:r>
              <a:rPr lang="en-US" sz="1300" b="1" dirty="0">
                <a:solidFill>
                  <a:srgbClr val="0F3D91"/>
                </a:solidFill>
              </a:rPr>
              <a:t>Defense formula: decision + rationale + key trade-offs + risks accepted + actions required before approval</a:t>
            </a:r>
            <a:endParaRPr lang="en-US" sz="1300" dirty="0"/>
          </a:p>
        </p:txBody>
      </p:sp>
    </p:spTree>
    <p:extLst>
      <p:ext uri="{BB962C8B-B14F-4D97-AF65-F5344CB8AC3E}">
        <p14:creationId xmlns:p14="http://schemas.microsoft.com/office/powerpoint/2010/main" val="10474758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36E1173-E605-C69A-3248-AA772134455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E3903D5-7F09-90F3-E6AF-3636FDD48681}"/>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53CB2A15-22AD-B07E-21CD-E8BBFE1A13F2}"/>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526201F2-E574-658D-A141-F5F3C44352D9}"/>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23573A41-5541-7083-5373-E121A5EA9CF7}"/>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4B71F1F9-CA81-C7C6-FD89-4909A0C05CCB}"/>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44EA6AE1-2438-F68B-C72C-8D094AC4AD86}"/>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3DF47BE3-4405-DBCC-9446-E77F6153FF19}"/>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3053CB03-ACEC-E9A6-6F3A-82B217DBF6CF}"/>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Production readiness framework</a:t>
            </a:r>
          </a:p>
        </p:txBody>
      </p:sp>
      <p:sp>
        <p:nvSpPr>
          <p:cNvPr id="11" name="TextBox 9">
            <a:extLst>
              <a:ext uri="{FF2B5EF4-FFF2-40B4-BE49-F238E27FC236}">
                <a16:creationId xmlns:a16="http://schemas.microsoft.com/office/drawing/2014/main" id="{1F030659-0A29-FFAA-ACC2-E2233EECF8BE}"/>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73</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817CEFD4-11B5-5A67-9013-E493CD441252}"/>
              </a:ext>
            </a:extLst>
          </p:cNvPr>
          <p:cNvSpPr/>
          <p:nvPr/>
        </p:nvSpPr>
        <p:spPr>
          <a:xfrm>
            <a:off x="1044912" y="1485900"/>
            <a:ext cx="11223287" cy="50292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Require decision records, not just diagrams</a:t>
            </a:r>
            <a:endParaRPr lang="en-US" sz="3600" dirty="0">
              <a:solidFill>
                <a:schemeClr val="bg1"/>
              </a:solidFill>
            </a:endParaRPr>
          </a:p>
        </p:txBody>
      </p:sp>
      <p:sp>
        <p:nvSpPr>
          <p:cNvPr id="12" name="Text 1">
            <a:extLst>
              <a:ext uri="{FF2B5EF4-FFF2-40B4-BE49-F238E27FC236}">
                <a16:creationId xmlns:a16="http://schemas.microsoft.com/office/drawing/2014/main" id="{92A159C0-A5AD-3A17-9450-8550297D3068}"/>
              </a:ext>
            </a:extLst>
          </p:cNvPr>
          <p:cNvSpPr/>
          <p:nvPr/>
        </p:nvSpPr>
        <p:spPr>
          <a:xfrm>
            <a:off x="1063200" y="2294111"/>
            <a:ext cx="14557799"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Fabric designs are easier to defend when major choices are written down before they become hard to reverse.</a:t>
            </a:r>
            <a:endParaRPr lang="en-US" sz="2800" dirty="0">
              <a:solidFill>
                <a:schemeClr val="bg1"/>
              </a:solidFill>
            </a:endParaRPr>
          </a:p>
        </p:txBody>
      </p:sp>
      <p:sp>
        <p:nvSpPr>
          <p:cNvPr id="13" name="Shape 2">
            <a:extLst>
              <a:ext uri="{FF2B5EF4-FFF2-40B4-BE49-F238E27FC236}">
                <a16:creationId xmlns:a16="http://schemas.microsoft.com/office/drawing/2014/main" id="{53303795-D29B-63D3-6C80-2F2F4D8D65FA}"/>
              </a:ext>
            </a:extLst>
          </p:cNvPr>
          <p:cNvSpPr/>
          <p:nvPr/>
        </p:nvSpPr>
        <p:spPr>
          <a:xfrm>
            <a:off x="1182073" y="2888471"/>
            <a:ext cx="3840480" cy="4480560"/>
          </a:xfrm>
          <a:prstGeom prst="roundRect">
            <a:avLst>
              <a:gd name="adj" fmla="val 1190"/>
            </a:avLst>
          </a:prstGeom>
          <a:solidFill>
            <a:srgbClr val="0F3D91"/>
          </a:solidFill>
          <a:ln w="12700">
            <a:solidFill>
              <a:srgbClr val="0F3D91"/>
            </a:solidFill>
            <a:prstDash val="solid"/>
          </a:ln>
        </p:spPr>
        <p:txBody>
          <a:bodyPr/>
          <a:lstStyle/>
          <a:p>
            <a:endParaRPr lang="en-US"/>
          </a:p>
        </p:txBody>
      </p:sp>
      <p:sp>
        <p:nvSpPr>
          <p:cNvPr id="14" name="Text 3">
            <a:extLst>
              <a:ext uri="{FF2B5EF4-FFF2-40B4-BE49-F238E27FC236}">
                <a16:creationId xmlns:a16="http://schemas.microsoft.com/office/drawing/2014/main" id="{A2435C0C-2302-FC8F-BDC1-A72D51190816}"/>
              </a:ext>
            </a:extLst>
          </p:cNvPr>
          <p:cNvSpPr/>
          <p:nvPr/>
        </p:nvSpPr>
        <p:spPr>
          <a:xfrm>
            <a:off x="1474681" y="3390900"/>
            <a:ext cx="2560320" cy="502920"/>
          </a:xfrm>
          <a:prstGeom prst="rect">
            <a:avLst/>
          </a:prstGeom>
          <a:noFill/>
          <a:ln/>
        </p:spPr>
        <p:txBody>
          <a:bodyPr wrap="square" lIns="0" tIns="0" rIns="0" bIns="0" rtlCol="0" anchor="ctr"/>
          <a:lstStyle/>
          <a:p>
            <a:pPr marL="0" indent="0" algn="ctr">
              <a:buNone/>
            </a:pPr>
            <a:r>
              <a:rPr lang="en-US" sz="2400" b="1" dirty="0">
                <a:solidFill>
                  <a:srgbClr val="FFFFFF"/>
                </a:solidFill>
              </a:rPr>
              <a:t>Architecture decision record</a:t>
            </a:r>
            <a:endParaRPr lang="en-US" sz="2400" dirty="0"/>
          </a:p>
          <a:p>
            <a:pPr marL="0" indent="0" algn="ctr">
              <a:buNone/>
            </a:pPr>
            <a:r>
              <a:rPr lang="en-US" sz="2400" b="1" dirty="0">
                <a:solidFill>
                  <a:srgbClr val="FFFFFF"/>
                </a:solidFill>
              </a:rPr>
              <a:t>(ADR) template</a:t>
            </a:r>
            <a:endParaRPr lang="en-US" sz="2400" dirty="0"/>
          </a:p>
        </p:txBody>
      </p:sp>
      <p:sp>
        <p:nvSpPr>
          <p:cNvPr id="15" name="Shape 4">
            <a:extLst>
              <a:ext uri="{FF2B5EF4-FFF2-40B4-BE49-F238E27FC236}">
                <a16:creationId xmlns:a16="http://schemas.microsoft.com/office/drawing/2014/main" id="{D83DDAED-8ED8-80BD-E5DF-C67A9FA7067C}"/>
              </a:ext>
            </a:extLst>
          </p:cNvPr>
          <p:cNvSpPr/>
          <p:nvPr/>
        </p:nvSpPr>
        <p:spPr>
          <a:xfrm>
            <a:off x="1529545" y="4314444"/>
            <a:ext cx="109728" cy="109728"/>
          </a:xfrm>
          <a:prstGeom prst="ellipse">
            <a:avLst/>
          </a:prstGeom>
          <a:solidFill>
            <a:srgbClr val="FFFFFF"/>
          </a:solidFill>
          <a:ln w="12700">
            <a:solidFill>
              <a:srgbClr val="FFFFFF"/>
            </a:solidFill>
            <a:prstDash val="solid"/>
          </a:ln>
        </p:spPr>
        <p:txBody>
          <a:bodyPr/>
          <a:lstStyle/>
          <a:p>
            <a:endParaRPr lang="en-US"/>
          </a:p>
        </p:txBody>
      </p:sp>
      <p:sp>
        <p:nvSpPr>
          <p:cNvPr id="16" name="Text 5">
            <a:extLst>
              <a:ext uri="{FF2B5EF4-FFF2-40B4-BE49-F238E27FC236}">
                <a16:creationId xmlns:a16="http://schemas.microsoft.com/office/drawing/2014/main" id="{3C99FF4A-59AF-0FE8-2A15-4B3426F65CE0}"/>
              </a:ext>
            </a:extLst>
          </p:cNvPr>
          <p:cNvSpPr/>
          <p:nvPr/>
        </p:nvSpPr>
        <p:spPr>
          <a:xfrm>
            <a:off x="1730713" y="4241292"/>
            <a:ext cx="2724912" cy="284861"/>
          </a:xfrm>
          <a:prstGeom prst="rect">
            <a:avLst/>
          </a:prstGeom>
          <a:noFill/>
          <a:ln/>
        </p:spPr>
        <p:txBody>
          <a:bodyPr wrap="square" lIns="0" tIns="0" rIns="0" bIns="0" rtlCol="0" anchor="t"/>
          <a:lstStyle/>
          <a:p>
            <a:pPr marL="0" indent="0">
              <a:buNone/>
            </a:pPr>
            <a:r>
              <a:rPr lang="en-US" sz="1700" dirty="0">
                <a:solidFill>
                  <a:srgbClr val="FFFFFF"/>
                </a:solidFill>
              </a:rPr>
              <a:t>Decision</a:t>
            </a:r>
            <a:endParaRPr lang="en-US" sz="1700" dirty="0"/>
          </a:p>
        </p:txBody>
      </p:sp>
      <p:sp>
        <p:nvSpPr>
          <p:cNvPr id="17" name="Shape 6">
            <a:extLst>
              <a:ext uri="{FF2B5EF4-FFF2-40B4-BE49-F238E27FC236}">
                <a16:creationId xmlns:a16="http://schemas.microsoft.com/office/drawing/2014/main" id="{7B8D279A-4FF6-DF8D-233D-F85C3E5B6A12}"/>
              </a:ext>
            </a:extLst>
          </p:cNvPr>
          <p:cNvSpPr/>
          <p:nvPr/>
        </p:nvSpPr>
        <p:spPr>
          <a:xfrm>
            <a:off x="1529545" y="4672457"/>
            <a:ext cx="109728" cy="109728"/>
          </a:xfrm>
          <a:prstGeom prst="ellipse">
            <a:avLst/>
          </a:prstGeom>
          <a:solidFill>
            <a:srgbClr val="FFFFFF"/>
          </a:solidFill>
          <a:ln w="12700">
            <a:solidFill>
              <a:srgbClr val="FFFFFF"/>
            </a:solidFill>
            <a:prstDash val="solid"/>
          </a:ln>
        </p:spPr>
        <p:txBody>
          <a:bodyPr/>
          <a:lstStyle/>
          <a:p>
            <a:endParaRPr lang="en-US"/>
          </a:p>
        </p:txBody>
      </p:sp>
      <p:sp>
        <p:nvSpPr>
          <p:cNvPr id="18" name="Text 7">
            <a:extLst>
              <a:ext uri="{FF2B5EF4-FFF2-40B4-BE49-F238E27FC236}">
                <a16:creationId xmlns:a16="http://schemas.microsoft.com/office/drawing/2014/main" id="{46ACE267-CD73-0DA3-43F9-18B1296AC93F}"/>
              </a:ext>
            </a:extLst>
          </p:cNvPr>
          <p:cNvSpPr/>
          <p:nvPr/>
        </p:nvSpPr>
        <p:spPr>
          <a:xfrm>
            <a:off x="1730713" y="4599305"/>
            <a:ext cx="2724912" cy="284861"/>
          </a:xfrm>
          <a:prstGeom prst="rect">
            <a:avLst/>
          </a:prstGeom>
          <a:noFill/>
          <a:ln/>
        </p:spPr>
        <p:txBody>
          <a:bodyPr wrap="square" lIns="0" tIns="0" rIns="0" bIns="0" rtlCol="0" anchor="t"/>
          <a:lstStyle/>
          <a:p>
            <a:pPr marL="0" indent="0">
              <a:buNone/>
            </a:pPr>
            <a:r>
              <a:rPr lang="en-US" sz="1700" dirty="0">
                <a:solidFill>
                  <a:srgbClr val="FFFFFF"/>
                </a:solidFill>
              </a:rPr>
              <a:t>Context</a:t>
            </a:r>
            <a:endParaRPr lang="en-US" sz="1700" dirty="0"/>
          </a:p>
        </p:txBody>
      </p:sp>
      <p:sp>
        <p:nvSpPr>
          <p:cNvPr id="19" name="Shape 8">
            <a:extLst>
              <a:ext uri="{FF2B5EF4-FFF2-40B4-BE49-F238E27FC236}">
                <a16:creationId xmlns:a16="http://schemas.microsoft.com/office/drawing/2014/main" id="{6E57F7E0-044D-3D2F-C8C3-BDEEFFB037BB}"/>
              </a:ext>
            </a:extLst>
          </p:cNvPr>
          <p:cNvSpPr/>
          <p:nvPr/>
        </p:nvSpPr>
        <p:spPr>
          <a:xfrm>
            <a:off x="1529545" y="5030470"/>
            <a:ext cx="109728" cy="109728"/>
          </a:xfrm>
          <a:prstGeom prst="ellipse">
            <a:avLst/>
          </a:prstGeom>
          <a:solidFill>
            <a:srgbClr val="FFFFFF"/>
          </a:solidFill>
          <a:ln w="12700">
            <a:solidFill>
              <a:srgbClr val="FFFFFF"/>
            </a:solidFill>
            <a:prstDash val="solid"/>
          </a:ln>
        </p:spPr>
        <p:txBody>
          <a:bodyPr/>
          <a:lstStyle/>
          <a:p>
            <a:endParaRPr lang="en-US"/>
          </a:p>
        </p:txBody>
      </p:sp>
      <p:sp>
        <p:nvSpPr>
          <p:cNvPr id="20" name="Text 9">
            <a:extLst>
              <a:ext uri="{FF2B5EF4-FFF2-40B4-BE49-F238E27FC236}">
                <a16:creationId xmlns:a16="http://schemas.microsoft.com/office/drawing/2014/main" id="{7CEF0339-A7E5-C3ED-BB06-3B69373FB5C8}"/>
              </a:ext>
            </a:extLst>
          </p:cNvPr>
          <p:cNvSpPr/>
          <p:nvPr/>
        </p:nvSpPr>
        <p:spPr>
          <a:xfrm>
            <a:off x="1730713" y="4957318"/>
            <a:ext cx="2724912" cy="284861"/>
          </a:xfrm>
          <a:prstGeom prst="rect">
            <a:avLst/>
          </a:prstGeom>
          <a:noFill/>
          <a:ln/>
        </p:spPr>
        <p:txBody>
          <a:bodyPr wrap="square" lIns="0" tIns="0" rIns="0" bIns="0" rtlCol="0" anchor="t"/>
          <a:lstStyle/>
          <a:p>
            <a:pPr marL="0" indent="0">
              <a:buNone/>
            </a:pPr>
            <a:r>
              <a:rPr lang="en-US" sz="1700" dirty="0">
                <a:solidFill>
                  <a:srgbClr val="FFFFFF"/>
                </a:solidFill>
              </a:rPr>
              <a:t>Alternatives considered</a:t>
            </a:r>
            <a:endParaRPr lang="en-US" sz="1700" dirty="0"/>
          </a:p>
        </p:txBody>
      </p:sp>
      <p:sp>
        <p:nvSpPr>
          <p:cNvPr id="21" name="Shape 10">
            <a:extLst>
              <a:ext uri="{FF2B5EF4-FFF2-40B4-BE49-F238E27FC236}">
                <a16:creationId xmlns:a16="http://schemas.microsoft.com/office/drawing/2014/main" id="{9B9FAA81-D82E-5F2E-5D9A-F82BAB6CFC7E}"/>
              </a:ext>
            </a:extLst>
          </p:cNvPr>
          <p:cNvSpPr/>
          <p:nvPr/>
        </p:nvSpPr>
        <p:spPr>
          <a:xfrm>
            <a:off x="1529545" y="5388483"/>
            <a:ext cx="109728" cy="109728"/>
          </a:xfrm>
          <a:prstGeom prst="ellipse">
            <a:avLst/>
          </a:prstGeom>
          <a:solidFill>
            <a:srgbClr val="FFFFFF"/>
          </a:solidFill>
          <a:ln w="12700">
            <a:solidFill>
              <a:srgbClr val="FFFFFF"/>
            </a:solidFill>
            <a:prstDash val="solid"/>
          </a:ln>
        </p:spPr>
        <p:txBody>
          <a:bodyPr/>
          <a:lstStyle/>
          <a:p>
            <a:endParaRPr lang="en-US"/>
          </a:p>
        </p:txBody>
      </p:sp>
      <p:sp>
        <p:nvSpPr>
          <p:cNvPr id="22" name="Text 11">
            <a:extLst>
              <a:ext uri="{FF2B5EF4-FFF2-40B4-BE49-F238E27FC236}">
                <a16:creationId xmlns:a16="http://schemas.microsoft.com/office/drawing/2014/main" id="{9F86A517-7A60-6BB3-6AD2-63748E593AD2}"/>
              </a:ext>
            </a:extLst>
          </p:cNvPr>
          <p:cNvSpPr/>
          <p:nvPr/>
        </p:nvSpPr>
        <p:spPr>
          <a:xfrm>
            <a:off x="1730713" y="5315331"/>
            <a:ext cx="2724912" cy="284861"/>
          </a:xfrm>
          <a:prstGeom prst="rect">
            <a:avLst/>
          </a:prstGeom>
          <a:noFill/>
          <a:ln/>
        </p:spPr>
        <p:txBody>
          <a:bodyPr wrap="square" lIns="0" tIns="0" rIns="0" bIns="0" rtlCol="0" anchor="t"/>
          <a:lstStyle/>
          <a:p>
            <a:pPr marL="0" indent="0">
              <a:buNone/>
            </a:pPr>
            <a:r>
              <a:rPr lang="en-US" sz="1700" dirty="0">
                <a:solidFill>
                  <a:srgbClr val="FFFFFF"/>
                </a:solidFill>
              </a:rPr>
              <a:t>Consequences / trade-offs</a:t>
            </a:r>
            <a:endParaRPr lang="en-US" sz="1700" dirty="0"/>
          </a:p>
        </p:txBody>
      </p:sp>
      <p:sp>
        <p:nvSpPr>
          <p:cNvPr id="23" name="Shape 12">
            <a:extLst>
              <a:ext uri="{FF2B5EF4-FFF2-40B4-BE49-F238E27FC236}">
                <a16:creationId xmlns:a16="http://schemas.microsoft.com/office/drawing/2014/main" id="{F4BFE19B-83CB-6990-4DDA-B1520388D98A}"/>
              </a:ext>
            </a:extLst>
          </p:cNvPr>
          <p:cNvSpPr/>
          <p:nvPr/>
        </p:nvSpPr>
        <p:spPr>
          <a:xfrm>
            <a:off x="1529545" y="5746496"/>
            <a:ext cx="109728" cy="109728"/>
          </a:xfrm>
          <a:prstGeom prst="ellipse">
            <a:avLst/>
          </a:prstGeom>
          <a:solidFill>
            <a:srgbClr val="FFFFFF"/>
          </a:solidFill>
          <a:ln w="12700">
            <a:solidFill>
              <a:srgbClr val="FFFFFF"/>
            </a:solidFill>
            <a:prstDash val="solid"/>
          </a:ln>
        </p:spPr>
        <p:txBody>
          <a:bodyPr/>
          <a:lstStyle/>
          <a:p>
            <a:endParaRPr lang="en-US"/>
          </a:p>
        </p:txBody>
      </p:sp>
      <p:sp>
        <p:nvSpPr>
          <p:cNvPr id="24" name="Text 13">
            <a:extLst>
              <a:ext uri="{FF2B5EF4-FFF2-40B4-BE49-F238E27FC236}">
                <a16:creationId xmlns:a16="http://schemas.microsoft.com/office/drawing/2014/main" id="{525A7E4A-AF8A-FEEB-4FC0-682F8820D5F4}"/>
              </a:ext>
            </a:extLst>
          </p:cNvPr>
          <p:cNvSpPr/>
          <p:nvPr/>
        </p:nvSpPr>
        <p:spPr>
          <a:xfrm>
            <a:off x="1730713" y="5673344"/>
            <a:ext cx="2724912" cy="284861"/>
          </a:xfrm>
          <a:prstGeom prst="rect">
            <a:avLst/>
          </a:prstGeom>
          <a:noFill/>
          <a:ln/>
        </p:spPr>
        <p:txBody>
          <a:bodyPr wrap="square" lIns="0" tIns="0" rIns="0" bIns="0" rtlCol="0" anchor="t"/>
          <a:lstStyle/>
          <a:p>
            <a:pPr marL="0" indent="0">
              <a:buNone/>
            </a:pPr>
            <a:r>
              <a:rPr lang="en-US" sz="1700" dirty="0">
                <a:solidFill>
                  <a:srgbClr val="FFFFFF"/>
                </a:solidFill>
              </a:rPr>
              <a:t>Owner + review date</a:t>
            </a:r>
            <a:endParaRPr lang="en-US" sz="1700" dirty="0"/>
          </a:p>
        </p:txBody>
      </p:sp>
      <p:sp>
        <p:nvSpPr>
          <p:cNvPr id="25" name="Shape 14">
            <a:extLst>
              <a:ext uri="{FF2B5EF4-FFF2-40B4-BE49-F238E27FC236}">
                <a16:creationId xmlns:a16="http://schemas.microsoft.com/office/drawing/2014/main" id="{C4F11ACC-A643-07C3-62C1-81B073759AB9}"/>
              </a:ext>
            </a:extLst>
          </p:cNvPr>
          <p:cNvSpPr/>
          <p:nvPr/>
        </p:nvSpPr>
        <p:spPr>
          <a:xfrm>
            <a:off x="5342593" y="2888471"/>
            <a:ext cx="6492240" cy="4480560"/>
          </a:xfrm>
          <a:prstGeom prst="roundRect">
            <a:avLst>
              <a:gd name="adj" fmla="val 1020"/>
            </a:avLst>
          </a:prstGeom>
          <a:solidFill>
            <a:srgbClr val="FFFFFF"/>
          </a:solidFill>
          <a:ln w="12700">
            <a:solidFill>
              <a:srgbClr val="CBD5E1"/>
            </a:solidFill>
            <a:prstDash val="solid"/>
          </a:ln>
        </p:spPr>
        <p:txBody>
          <a:bodyPr/>
          <a:lstStyle/>
          <a:p>
            <a:endParaRPr lang="en-US"/>
          </a:p>
        </p:txBody>
      </p:sp>
      <p:sp>
        <p:nvSpPr>
          <p:cNvPr id="26" name="Text 15">
            <a:extLst>
              <a:ext uri="{FF2B5EF4-FFF2-40B4-BE49-F238E27FC236}">
                <a16:creationId xmlns:a16="http://schemas.microsoft.com/office/drawing/2014/main" id="{F6FCEE65-7353-F427-0F75-0E2AB781780B}"/>
              </a:ext>
            </a:extLst>
          </p:cNvPr>
          <p:cNvSpPr/>
          <p:nvPr/>
        </p:nvSpPr>
        <p:spPr>
          <a:xfrm>
            <a:off x="5662632" y="3135359"/>
            <a:ext cx="5919767" cy="256032"/>
          </a:xfrm>
          <a:prstGeom prst="rect">
            <a:avLst/>
          </a:prstGeom>
          <a:noFill/>
          <a:ln/>
        </p:spPr>
        <p:txBody>
          <a:bodyPr wrap="square" lIns="0" tIns="0" rIns="0" bIns="0" rtlCol="0" anchor="ctr"/>
          <a:lstStyle/>
          <a:p>
            <a:pPr marL="0" indent="0">
              <a:buNone/>
            </a:pPr>
            <a:r>
              <a:rPr lang="en-US" sz="2100" b="1" dirty="0">
                <a:solidFill>
                  <a:srgbClr val="0F3D91"/>
                </a:solidFill>
              </a:rPr>
              <a:t>Typical Fabric decisions worth recording</a:t>
            </a:r>
            <a:endParaRPr lang="en-US" sz="2100" dirty="0"/>
          </a:p>
        </p:txBody>
      </p:sp>
      <p:sp>
        <p:nvSpPr>
          <p:cNvPr id="27" name="Shape 16">
            <a:extLst>
              <a:ext uri="{FF2B5EF4-FFF2-40B4-BE49-F238E27FC236}">
                <a16:creationId xmlns:a16="http://schemas.microsoft.com/office/drawing/2014/main" id="{EC1C8EF0-9BA8-A379-DEED-165E0B59D29D}"/>
              </a:ext>
            </a:extLst>
          </p:cNvPr>
          <p:cNvSpPr/>
          <p:nvPr/>
        </p:nvSpPr>
        <p:spPr>
          <a:xfrm>
            <a:off x="5662633" y="3693143"/>
            <a:ext cx="109728" cy="109728"/>
          </a:xfrm>
          <a:prstGeom prst="ellipse">
            <a:avLst/>
          </a:prstGeom>
          <a:solidFill>
            <a:srgbClr val="11B5AE"/>
          </a:solidFill>
          <a:ln w="12700">
            <a:solidFill>
              <a:srgbClr val="11B5AE"/>
            </a:solidFill>
            <a:prstDash val="solid"/>
          </a:ln>
        </p:spPr>
        <p:txBody>
          <a:bodyPr/>
          <a:lstStyle/>
          <a:p>
            <a:endParaRPr lang="en-US"/>
          </a:p>
        </p:txBody>
      </p:sp>
      <p:sp>
        <p:nvSpPr>
          <p:cNvPr id="28" name="Text 17">
            <a:extLst>
              <a:ext uri="{FF2B5EF4-FFF2-40B4-BE49-F238E27FC236}">
                <a16:creationId xmlns:a16="http://schemas.microsoft.com/office/drawing/2014/main" id="{37F1539F-5ECF-C331-9879-68C74692D314}"/>
              </a:ext>
            </a:extLst>
          </p:cNvPr>
          <p:cNvSpPr/>
          <p:nvPr/>
        </p:nvSpPr>
        <p:spPr>
          <a:xfrm>
            <a:off x="5863801" y="3619991"/>
            <a:ext cx="5422392" cy="262954"/>
          </a:xfrm>
          <a:prstGeom prst="rect">
            <a:avLst/>
          </a:prstGeom>
          <a:noFill/>
          <a:ln/>
        </p:spPr>
        <p:txBody>
          <a:bodyPr wrap="square" lIns="0" tIns="0" rIns="0" bIns="0" rtlCol="0" anchor="t"/>
          <a:lstStyle/>
          <a:p>
            <a:pPr marL="0" indent="0">
              <a:buNone/>
            </a:pPr>
            <a:r>
              <a:rPr lang="en-US" sz="1550" dirty="0">
                <a:solidFill>
                  <a:srgbClr val="0F172A"/>
                </a:solidFill>
              </a:rPr>
              <a:t>Why Lakehouse instead of Warehouse for this workload?</a:t>
            </a:r>
            <a:endParaRPr lang="en-US" sz="1550" dirty="0"/>
          </a:p>
        </p:txBody>
      </p:sp>
      <p:sp>
        <p:nvSpPr>
          <p:cNvPr id="29" name="Shape 18">
            <a:extLst>
              <a:ext uri="{FF2B5EF4-FFF2-40B4-BE49-F238E27FC236}">
                <a16:creationId xmlns:a16="http://schemas.microsoft.com/office/drawing/2014/main" id="{D294C8BA-364B-2548-2DC1-FFC802C83B70}"/>
              </a:ext>
            </a:extLst>
          </p:cNvPr>
          <p:cNvSpPr/>
          <p:nvPr/>
        </p:nvSpPr>
        <p:spPr>
          <a:xfrm>
            <a:off x="5662633" y="4029249"/>
            <a:ext cx="109728" cy="109728"/>
          </a:xfrm>
          <a:prstGeom prst="ellipse">
            <a:avLst/>
          </a:prstGeom>
          <a:solidFill>
            <a:srgbClr val="11B5AE"/>
          </a:solidFill>
          <a:ln w="12700">
            <a:solidFill>
              <a:srgbClr val="11B5AE"/>
            </a:solidFill>
            <a:prstDash val="solid"/>
          </a:ln>
        </p:spPr>
        <p:txBody>
          <a:bodyPr/>
          <a:lstStyle/>
          <a:p>
            <a:endParaRPr lang="en-US"/>
          </a:p>
        </p:txBody>
      </p:sp>
      <p:sp>
        <p:nvSpPr>
          <p:cNvPr id="30" name="Text 19">
            <a:extLst>
              <a:ext uri="{FF2B5EF4-FFF2-40B4-BE49-F238E27FC236}">
                <a16:creationId xmlns:a16="http://schemas.microsoft.com/office/drawing/2014/main" id="{B001CA1D-C9B6-3385-545F-A286DA1D95AF}"/>
              </a:ext>
            </a:extLst>
          </p:cNvPr>
          <p:cNvSpPr/>
          <p:nvPr/>
        </p:nvSpPr>
        <p:spPr>
          <a:xfrm>
            <a:off x="5863801" y="3956097"/>
            <a:ext cx="5422392" cy="262954"/>
          </a:xfrm>
          <a:prstGeom prst="rect">
            <a:avLst/>
          </a:prstGeom>
          <a:noFill/>
          <a:ln/>
        </p:spPr>
        <p:txBody>
          <a:bodyPr wrap="square" lIns="0" tIns="0" rIns="0" bIns="0" rtlCol="0" anchor="t"/>
          <a:lstStyle/>
          <a:p>
            <a:pPr marL="0" indent="0">
              <a:buNone/>
            </a:pPr>
            <a:r>
              <a:rPr lang="en-US" sz="1550" dirty="0">
                <a:solidFill>
                  <a:srgbClr val="0F172A"/>
                </a:solidFill>
              </a:rPr>
              <a:t>Why Direct Lake vs. Import vs. DirectQuery?</a:t>
            </a:r>
            <a:endParaRPr lang="en-US" sz="1550" dirty="0"/>
          </a:p>
        </p:txBody>
      </p:sp>
      <p:sp>
        <p:nvSpPr>
          <p:cNvPr id="31" name="Shape 20">
            <a:extLst>
              <a:ext uri="{FF2B5EF4-FFF2-40B4-BE49-F238E27FC236}">
                <a16:creationId xmlns:a16="http://schemas.microsoft.com/office/drawing/2014/main" id="{7EFE01BC-F4D1-6FCE-F290-443356DFB2FF}"/>
              </a:ext>
            </a:extLst>
          </p:cNvPr>
          <p:cNvSpPr/>
          <p:nvPr/>
        </p:nvSpPr>
        <p:spPr>
          <a:xfrm>
            <a:off x="5662633" y="4365354"/>
            <a:ext cx="109728" cy="109728"/>
          </a:xfrm>
          <a:prstGeom prst="ellipse">
            <a:avLst/>
          </a:prstGeom>
          <a:solidFill>
            <a:srgbClr val="11B5AE"/>
          </a:solidFill>
          <a:ln w="12700">
            <a:solidFill>
              <a:srgbClr val="11B5AE"/>
            </a:solidFill>
            <a:prstDash val="solid"/>
          </a:ln>
        </p:spPr>
        <p:txBody>
          <a:bodyPr/>
          <a:lstStyle/>
          <a:p>
            <a:endParaRPr lang="en-US"/>
          </a:p>
        </p:txBody>
      </p:sp>
      <p:sp>
        <p:nvSpPr>
          <p:cNvPr id="32" name="Text 21">
            <a:extLst>
              <a:ext uri="{FF2B5EF4-FFF2-40B4-BE49-F238E27FC236}">
                <a16:creationId xmlns:a16="http://schemas.microsoft.com/office/drawing/2014/main" id="{9F27947D-E1CF-1A0C-81FC-5E917BA912ED}"/>
              </a:ext>
            </a:extLst>
          </p:cNvPr>
          <p:cNvSpPr/>
          <p:nvPr/>
        </p:nvSpPr>
        <p:spPr>
          <a:xfrm>
            <a:off x="5863801" y="4292202"/>
            <a:ext cx="5422392" cy="262954"/>
          </a:xfrm>
          <a:prstGeom prst="rect">
            <a:avLst/>
          </a:prstGeom>
          <a:noFill/>
          <a:ln/>
        </p:spPr>
        <p:txBody>
          <a:bodyPr wrap="square" lIns="0" tIns="0" rIns="0" bIns="0" rtlCol="0" anchor="t"/>
          <a:lstStyle/>
          <a:p>
            <a:pPr marL="0" indent="0">
              <a:buNone/>
            </a:pPr>
            <a:r>
              <a:rPr lang="en-US" sz="1550" dirty="0">
                <a:solidFill>
                  <a:srgbClr val="0F172A"/>
                </a:solidFill>
              </a:rPr>
              <a:t>Why one shared capacity vs. isolated capacity for production?</a:t>
            </a:r>
            <a:endParaRPr lang="en-US" sz="1550" dirty="0"/>
          </a:p>
        </p:txBody>
      </p:sp>
      <p:sp>
        <p:nvSpPr>
          <p:cNvPr id="33" name="Shape 22">
            <a:extLst>
              <a:ext uri="{FF2B5EF4-FFF2-40B4-BE49-F238E27FC236}">
                <a16:creationId xmlns:a16="http://schemas.microsoft.com/office/drawing/2014/main" id="{B145AB91-F8C9-4E68-DFF1-A5073BEAB13D}"/>
              </a:ext>
            </a:extLst>
          </p:cNvPr>
          <p:cNvSpPr/>
          <p:nvPr/>
        </p:nvSpPr>
        <p:spPr>
          <a:xfrm>
            <a:off x="5662633" y="4701459"/>
            <a:ext cx="109728" cy="109728"/>
          </a:xfrm>
          <a:prstGeom prst="ellipse">
            <a:avLst/>
          </a:prstGeom>
          <a:solidFill>
            <a:srgbClr val="11B5AE"/>
          </a:solidFill>
          <a:ln w="12700">
            <a:solidFill>
              <a:srgbClr val="11B5AE"/>
            </a:solidFill>
            <a:prstDash val="solid"/>
          </a:ln>
        </p:spPr>
        <p:txBody>
          <a:bodyPr/>
          <a:lstStyle/>
          <a:p>
            <a:endParaRPr lang="en-US"/>
          </a:p>
        </p:txBody>
      </p:sp>
      <p:sp>
        <p:nvSpPr>
          <p:cNvPr id="34" name="Text 23">
            <a:extLst>
              <a:ext uri="{FF2B5EF4-FFF2-40B4-BE49-F238E27FC236}">
                <a16:creationId xmlns:a16="http://schemas.microsoft.com/office/drawing/2014/main" id="{32936EC7-9A70-0192-27BB-1A1BEA76113E}"/>
              </a:ext>
            </a:extLst>
          </p:cNvPr>
          <p:cNvSpPr/>
          <p:nvPr/>
        </p:nvSpPr>
        <p:spPr>
          <a:xfrm>
            <a:off x="5863801" y="4628307"/>
            <a:ext cx="5422392" cy="262954"/>
          </a:xfrm>
          <a:prstGeom prst="rect">
            <a:avLst/>
          </a:prstGeom>
          <a:noFill/>
          <a:ln/>
        </p:spPr>
        <p:txBody>
          <a:bodyPr wrap="square" lIns="0" tIns="0" rIns="0" bIns="0" rtlCol="0" anchor="t"/>
          <a:lstStyle/>
          <a:p>
            <a:pPr marL="0" indent="0">
              <a:buNone/>
            </a:pPr>
            <a:r>
              <a:rPr lang="en-US" sz="1550" dirty="0">
                <a:solidFill>
                  <a:srgbClr val="0F172A"/>
                </a:solidFill>
              </a:rPr>
              <a:t>Why centralized workspace model vs. domain-per-business-unit?</a:t>
            </a:r>
            <a:endParaRPr lang="en-US" sz="1550" dirty="0"/>
          </a:p>
        </p:txBody>
      </p:sp>
      <p:sp>
        <p:nvSpPr>
          <p:cNvPr id="35" name="Shape 24">
            <a:extLst>
              <a:ext uri="{FF2B5EF4-FFF2-40B4-BE49-F238E27FC236}">
                <a16:creationId xmlns:a16="http://schemas.microsoft.com/office/drawing/2014/main" id="{EF8FCA75-7AD3-D83B-D743-7C977DE93A84}"/>
              </a:ext>
            </a:extLst>
          </p:cNvPr>
          <p:cNvSpPr/>
          <p:nvPr/>
        </p:nvSpPr>
        <p:spPr>
          <a:xfrm>
            <a:off x="5662633" y="5037565"/>
            <a:ext cx="109728" cy="109728"/>
          </a:xfrm>
          <a:prstGeom prst="ellipse">
            <a:avLst/>
          </a:prstGeom>
          <a:solidFill>
            <a:srgbClr val="11B5AE"/>
          </a:solidFill>
          <a:ln w="12700">
            <a:solidFill>
              <a:srgbClr val="11B5AE"/>
            </a:solidFill>
            <a:prstDash val="solid"/>
          </a:ln>
        </p:spPr>
        <p:txBody>
          <a:bodyPr/>
          <a:lstStyle/>
          <a:p>
            <a:endParaRPr lang="en-US"/>
          </a:p>
        </p:txBody>
      </p:sp>
      <p:sp>
        <p:nvSpPr>
          <p:cNvPr id="36" name="Text 25">
            <a:extLst>
              <a:ext uri="{FF2B5EF4-FFF2-40B4-BE49-F238E27FC236}">
                <a16:creationId xmlns:a16="http://schemas.microsoft.com/office/drawing/2014/main" id="{CC56ED75-8293-5A0C-CF54-D1A3AF09E19B}"/>
              </a:ext>
            </a:extLst>
          </p:cNvPr>
          <p:cNvSpPr/>
          <p:nvPr/>
        </p:nvSpPr>
        <p:spPr>
          <a:xfrm>
            <a:off x="5863801" y="4964413"/>
            <a:ext cx="5422392" cy="262954"/>
          </a:xfrm>
          <a:prstGeom prst="rect">
            <a:avLst/>
          </a:prstGeom>
          <a:noFill/>
          <a:ln/>
        </p:spPr>
        <p:txBody>
          <a:bodyPr wrap="square" lIns="0" tIns="0" rIns="0" bIns="0" rtlCol="0" anchor="t"/>
          <a:lstStyle/>
          <a:p>
            <a:pPr marL="0" indent="0">
              <a:buNone/>
            </a:pPr>
            <a:r>
              <a:rPr lang="en-US" sz="1550" dirty="0">
                <a:solidFill>
                  <a:srgbClr val="0F172A"/>
                </a:solidFill>
              </a:rPr>
              <a:t>Why notebooks vs. pipelines vs. dataflows for transformation?</a:t>
            </a:r>
            <a:endParaRPr lang="en-US" sz="1550" dirty="0"/>
          </a:p>
        </p:txBody>
      </p:sp>
      <p:sp>
        <p:nvSpPr>
          <p:cNvPr id="38" name="Shape 24">
            <a:extLst>
              <a:ext uri="{FF2B5EF4-FFF2-40B4-BE49-F238E27FC236}">
                <a16:creationId xmlns:a16="http://schemas.microsoft.com/office/drawing/2014/main" id="{B4D81CA2-7F21-5581-A9D2-DE677275840C}"/>
              </a:ext>
            </a:extLst>
          </p:cNvPr>
          <p:cNvSpPr/>
          <p:nvPr/>
        </p:nvSpPr>
        <p:spPr>
          <a:xfrm>
            <a:off x="3152605" y="7652727"/>
            <a:ext cx="5422392" cy="384048"/>
          </a:xfrm>
          <a:prstGeom prst="roundRect">
            <a:avLst>
              <a:gd name="adj" fmla="val 9524"/>
            </a:avLst>
          </a:prstGeom>
          <a:solidFill>
            <a:srgbClr val="92D050"/>
          </a:solidFill>
          <a:ln w="12700">
            <a:solidFill>
              <a:srgbClr val="EAF0FB"/>
            </a:solidFill>
            <a:prstDash val="solid"/>
          </a:ln>
        </p:spPr>
        <p:txBody>
          <a:bodyPr/>
          <a:lstStyle/>
          <a:p>
            <a:endParaRPr lang="en-US"/>
          </a:p>
        </p:txBody>
      </p:sp>
      <p:sp>
        <p:nvSpPr>
          <p:cNvPr id="40" name="Text 25">
            <a:extLst>
              <a:ext uri="{FF2B5EF4-FFF2-40B4-BE49-F238E27FC236}">
                <a16:creationId xmlns:a16="http://schemas.microsoft.com/office/drawing/2014/main" id="{FDC99368-75BD-7CCD-9BD1-9CC6DC7EDCE3}"/>
              </a:ext>
            </a:extLst>
          </p:cNvPr>
          <p:cNvSpPr/>
          <p:nvPr/>
        </p:nvSpPr>
        <p:spPr>
          <a:xfrm>
            <a:off x="3335485" y="7762455"/>
            <a:ext cx="5120640" cy="146304"/>
          </a:xfrm>
          <a:prstGeom prst="rect">
            <a:avLst/>
          </a:prstGeom>
          <a:noFill/>
          <a:ln/>
        </p:spPr>
        <p:txBody>
          <a:bodyPr wrap="square" lIns="0" tIns="0" rIns="0" bIns="0" rtlCol="0" anchor="ctr"/>
          <a:lstStyle/>
          <a:p>
            <a:pPr marL="0" indent="0" algn="ctr">
              <a:buNone/>
            </a:pPr>
            <a:r>
              <a:rPr lang="en-US" b="1" dirty="0">
                <a:solidFill>
                  <a:srgbClr val="0F3D91"/>
                </a:solidFill>
              </a:rPr>
              <a:t>Architecture Decision Record Template Pack</a:t>
            </a:r>
            <a:endParaRPr lang="en-US" dirty="0"/>
          </a:p>
        </p:txBody>
      </p:sp>
    </p:spTree>
    <p:extLst>
      <p:ext uri="{BB962C8B-B14F-4D97-AF65-F5344CB8AC3E}">
        <p14:creationId xmlns:p14="http://schemas.microsoft.com/office/powerpoint/2010/main" val="34974264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2E0360B-A39D-C7DF-57FB-F8B7BAC1417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8459CEA-BB0E-86D8-65E3-1B5C378201FF}"/>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63A5EC8F-3C36-8A0E-3186-2D810E03AED5}"/>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830C2C5D-B465-6455-D482-69B7CA825B74}"/>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21EAA1DE-4C8B-A338-EBBB-00F30F2CD581}"/>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D76B28C5-9672-40DB-795C-0259A33C541C}"/>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C78E132E-6B76-BFE2-2278-F38B5346EFF2}"/>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28AF8899-78E8-6F23-1D20-8754703B28F0}"/>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8CDD6EB1-8374-EB10-7F89-46ADDDBB7975}"/>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Production readiness framework</a:t>
            </a:r>
          </a:p>
        </p:txBody>
      </p:sp>
      <p:sp>
        <p:nvSpPr>
          <p:cNvPr id="11" name="TextBox 9">
            <a:extLst>
              <a:ext uri="{FF2B5EF4-FFF2-40B4-BE49-F238E27FC236}">
                <a16:creationId xmlns:a16="http://schemas.microsoft.com/office/drawing/2014/main" id="{407C20C8-9B86-7B94-B9AA-254247957ADC}"/>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74</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3FB7D7D6-04A2-ED85-B914-BB2163216253}"/>
              </a:ext>
            </a:extLst>
          </p:cNvPr>
          <p:cNvSpPr/>
          <p:nvPr/>
        </p:nvSpPr>
        <p:spPr>
          <a:xfrm>
            <a:off x="997896" y="1833344"/>
            <a:ext cx="12565704" cy="50292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Common “not production ready” signals in Fabric</a:t>
            </a:r>
            <a:endParaRPr lang="en-US" sz="3600" dirty="0">
              <a:solidFill>
                <a:schemeClr val="bg1"/>
              </a:solidFill>
            </a:endParaRPr>
          </a:p>
        </p:txBody>
      </p:sp>
      <p:sp>
        <p:nvSpPr>
          <p:cNvPr id="12" name="Text 1">
            <a:extLst>
              <a:ext uri="{FF2B5EF4-FFF2-40B4-BE49-F238E27FC236}">
                <a16:creationId xmlns:a16="http://schemas.microsoft.com/office/drawing/2014/main" id="{899B2EF8-67D9-6E2E-85BA-83EBA3B9E183}"/>
              </a:ext>
            </a:extLst>
          </p:cNvPr>
          <p:cNvSpPr/>
          <p:nvPr/>
        </p:nvSpPr>
        <p:spPr>
          <a:xfrm>
            <a:off x="1016184" y="2412492"/>
            <a:ext cx="11785416"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These are the patterns reviewers should flag immediately.</a:t>
            </a:r>
            <a:endParaRPr lang="en-US" sz="2800" dirty="0">
              <a:solidFill>
                <a:schemeClr val="bg1"/>
              </a:solidFill>
            </a:endParaRPr>
          </a:p>
        </p:txBody>
      </p:sp>
      <p:sp>
        <p:nvSpPr>
          <p:cNvPr id="13" name="Shape 2">
            <a:extLst>
              <a:ext uri="{FF2B5EF4-FFF2-40B4-BE49-F238E27FC236}">
                <a16:creationId xmlns:a16="http://schemas.microsoft.com/office/drawing/2014/main" id="{B580957C-66CE-5560-8315-971ADC1BF9FB}"/>
              </a:ext>
            </a:extLst>
          </p:cNvPr>
          <p:cNvSpPr/>
          <p:nvPr/>
        </p:nvSpPr>
        <p:spPr>
          <a:xfrm>
            <a:off x="1180776" y="2930624"/>
            <a:ext cx="5212080" cy="585216"/>
          </a:xfrm>
          <a:prstGeom prst="roundRect">
            <a:avLst>
              <a:gd name="adj" fmla="val 6250"/>
            </a:avLst>
          </a:prstGeom>
          <a:solidFill>
            <a:srgbClr val="FFFFFF"/>
          </a:solidFill>
          <a:ln w="15240">
            <a:solidFill>
              <a:srgbClr val="FECACA"/>
            </a:solidFill>
            <a:prstDash val="solid"/>
          </a:ln>
        </p:spPr>
        <p:txBody>
          <a:bodyPr/>
          <a:lstStyle/>
          <a:p>
            <a:endParaRPr lang="en-US"/>
          </a:p>
        </p:txBody>
      </p:sp>
      <p:sp>
        <p:nvSpPr>
          <p:cNvPr id="14" name="Shape 3">
            <a:extLst>
              <a:ext uri="{FF2B5EF4-FFF2-40B4-BE49-F238E27FC236}">
                <a16:creationId xmlns:a16="http://schemas.microsoft.com/office/drawing/2014/main" id="{90220D69-ABDF-345D-9A54-4B73DC21C32D}"/>
              </a:ext>
            </a:extLst>
          </p:cNvPr>
          <p:cNvSpPr/>
          <p:nvPr/>
        </p:nvSpPr>
        <p:spPr>
          <a:xfrm>
            <a:off x="1290504" y="3076928"/>
            <a:ext cx="219456" cy="219456"/>
          </a:xfrm>
          <a:prstGeom prst="roundRect">
            <a:avLst>
              <a:gd name="adj" fmla="val 50000"/>
            </a:avLst>
          </a:prstGeom>
          <a:solidFill>
            <a:srgbClr val="DC2626"/>
          </a:solidFill>
          <a:ln w="12700">
            <a:solidFill>
              <a:srgbClr val="DC2626"/>
            </a:solidFill>
            <a:prstDash val="solid"/>
          </a:ln>
        </p:spPr>
        <p:txBody>
          <a:bodyPr/>
          <a:lstStyle/>
          <a:p>
            <a:endParaRPr lang="en-US"/>
          </a:p>
        </p:txBody>
      </p:sp>
      <p:sp>
        <p:nvSpPr>
          <p:cNvPr id="15" name="Text 4">
            <a:extLst>
              <a:ext uri="{FF2B5EF4-FFF2-40B4-BE49-F238E27FC236}">
                <a16:creationId xmlns:a16="http://schemas.microsoft.com/office/drawing/2014/main" id="{FDF3FEB6-C070-B316-2295-83D0ADDC45C9}"/>
              </a:ext>
            </a:extLst>
          </p:cNvPr>
          <p:cNvSpPr/>
          <p:nvPr/>
        </p:nvSpPr>
        <p:spPr>
          <a:xfrm>
            <a:off x="1354512" y="3104360"/>
            <a:ext cx="73152" cy="9144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16" name="Text 5">
            <a:extLst>
              <a:ext uri="{FF2B5EF4-FFF2-40B4-BE49-F238E27FC236}">
                <a16:creationId xmlns:a16="http://schemas.microsoft.com/office/drawing/2014/main" id="{18DAFE92-2EE2-EFA6-1407-ED242921A87D}"/>
              </a:ext>
            </a:extLst>
          </p:cNvPr>
          <p:cNvSpPr/>
          <p:nvPr/>
        </p:nvSpPr>
        <p:spPr>
          <a:xfrm>
            <a:off x="1637976" y="3049496"/>
            <a:ext cx="4526280" cy="256032"/>
          </a:xfrm>
          <a:prstGeom prst="rect">
            <a:avLst/>
          </a:prstGeom>
          <a:noFill/>
          <a:ln/>
        </p:spPr>
        <p:txBody>
          <a:bodyPr wrap="square" lIns="0" tIns="0" rIns="0" bIns="0" rtlCol="0" anchor="ctr"/>
          <a:lstStyle/>
          <a:p>
            <a:pPr marL="0" indent="0">
              <a:buNone/>
            </a:pPr>
            <a:r>
              <a:rPr lang="en-US" sz="1520" dirty="0">
                <a:solidFill>
                  <a:srgbClr val="0F172A"/>
                </a:solidFill>
              </a:rPr>
              <a:t>POC architecture promoted directly into production</a:t>
            </a:r>
            <a:endParaRPr lang="en-US" sz="1520" dirty="0"/>
          </a:p>
        </p:txBody>
      </p:sp>
      <p:sp>
        <p:nvSpPr>
          <p:cNvPr id="17" name="Shape 6">
            <a:extLst>
              <a:ext uri="{FF2B5EF4-FFF2-40B4-BE49-F238E27FC236}">
                <a16:creationId xmlns:a16="http://schemas.microsoft.com/office/drawing/2014/main" id="{B4AF2F26-6DC1-C804-4D3B-8F23034D5FF3}"/>
              </a:ext>
            </a:extLst>
          </p:cNvPr>
          <p:cNvSpPr/>
          <p:nvPr/>
        </p:nvSpPr>
        <p:spPr>
          <a:xfrm>
            <a:off x="1180776" y="3771872"/>
            <a:ext cx="5212080" cy="585216"/>
          </a:xfrm>
          <a:prstGeom prst="roundRect">
            <a:avLst>
              <a:gd name="adj" fmla="val 6250"/>
            </a:avLst>
          </a:prstGeom>
          <a:solidFill>
            <a:srgbClr val="FFFFFF"/>
          </a:solidFill>
          <a:ln w="15240">
            <a:solidFill>
              <a:srgbClr val="FECACA"/>
            </a:solidFill>
            <a:prstDash val="solid"/>
          </a:ln>
        </p:spPr>
        <p:txBody>
          <a:bodyPr/>
          <a:lstStyle/>
          <a:p>
            <a:endParaRPr lang="en-US"/>
          </a:p>
        </p:txBody>
      </p:sp>
      <p:sp>
        <p:nvSpPr>
          <p:cNvPr id="18" name="Shape 7">
            <a:extLst>
              <a:ext uri="{FF2B5EF4-FFF2-40B4-BE49-F238E27FC236}">
                <a16:creationId xmlns:a16="http://schemas.microsoft.com/office/drawing/2014/main" id="{E7B2F6C2-BF43-3A7E-E1E7-E655CCF276F1}"/>
              </a:ext>
            </a:extLst>
          </p:cNvPr>
          <p:cNvSpPr/>
          <p:nvPr/>
        </p:nvSpPr>
        <p:spPr>
          <a:xfrm>
            <a:off x="1290504" y="3918176"/>
            <a:ext cx="219456" cy="219456"/>
          </a:xfrm>
          <a:prstGeom prst="roundRect">
            <a:avLst>
              <a:gd name="adj" fmla="val 50000"/>
            </a:avLst>
          </a:prstGeom>
          <a:solidFill>
            <a:srgbClr val="DC2626"/>
          </a:solidFill>
          <a:ln w="12700">
            <a:solidFill>
              <a:srgbClr val="DC2626"/>
            </a:solidFill>
            <a:prstDash val="solid"/>
          </a:ln>
        </p:spPr>
        <p:txBody>
          <a:bodyPr/>
          <a:lstStyle/>
          <a:p>
            <a:endParaRPr lang="en-US"/>
          </a:p>
        </p:txBody>
      </p:sp>
      <p:sp>
        <p:nvSpPr>
          <p:cNvPr id="19" name="Text 8">
            <a:extLst>
              <a:ext uri="{FF2B5EF4-FFF2-40B4-BE49-F238E27FC236}">
                <a16:creationId xmlns:a16="http://schemas.microsoft.com/office/drawing/2014/main" id="{8D0642CF-385A-02D4-B66A-49D32F588B5F}"/>
              </a:ext>
            </a:extLst>
          </p:cNvPr>
          <p:cNvSpPr/>
          <p:nvPr/>
        </p:nvSpPr>
        <p:spPr>
          <a:xfrm>
            <a:off x="1354512" y="3945608"/>
            <a:ext cx="73152" cy="9144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20" name="Text 9">
            <a:extLst>
              <a:ext uri="{FF2B5EF4-FFF2-40B4-BE49-F238E27FC236}">
                <a16:creationId xmlns:a16="http://schemas.microsoft.com/office/drawing/2014/main" id="{43DEB253-593C-C5F8-110E-93D32AF0D2DA}"/>
              </a:ext>
            </a:extLst>
          </p:cNvPr>
          <p:cNvSpPr/>
          <p:nvPr/>
        </p:nvSpPr>
        <p:spPr>
          <a:xfrm>
            <a:off x="1637976" y="3890744"/>
            <a:ext cx="4526280" cy="256032"/>
          </a:xfrm>
          <a:prstGeom prst="rect">
            <a:avLst/>
          </a:prstGeom>
          <a:noFill/>
          <a:ln/>
        </p:spPr>
        <p:txBody>
          <a:bodyPr wrap="square" lIns="0" tIns="0" rIns="0" bIns="0" rtlCol="0" anchor="ctr"/>
          <a:lstStyle/>
          <a:p>
            <a:pPr marL="0" indent="0">
              <a:buNone/>
            </a:pPr>
            <a:r>
              <a:rPr lang="en-US" sz="1520" dirty="0">
                <a:solidFill>
                  <a:srgbClr val="0F172A"/>
                </a:solidFill>
              </a:rPr>
              <a:t>Workspace layout mirrors org-chart chaos instead of lifecycle control</a:t>
            </a:r>
            <a:endParaRPr lang="en-US" sz="1520" dirty="0"/>
          </a:p>
        </p:txBody>
      </p:sp>
      <p:sp>
        <p:nvSpPr>
          <p:cNvPr id="21" name="Shape 10">
            <a:extLst>
              <a:ext uri="{FF2B5EF4-FFF2-40B4-BE49-F238E27FC236}">
                <a16:creationId xmlns:a16="http://schemas.microsoft.com/office/drawing/2014/main" id="{D4D7D28E-806B-E27A-AA55-F04FBA0FFC60}"/>
              </a:ext>
            </a:extLst>
          </p:cNvPr>
          <p:cNvSpPr/>
          <p:nvPr/>
        </p:nvSpPr>
        <p:spPr>
          <a:xfrm>
            <a:off x="1180776" y="4613120"/>
            <a:ext cx="5212080" cy="585216"/>
          </a:xfrm>
          <a:prstGeom prst="roundRect">
            <a:avLst>
              <a:gd name="adj" fmla="val 6250"/>
            </a:avLst>
          </a:prstGeom>
          <a:solidFill>
            <a:srgbClr val="FFFFFF"/>
          </a:solidFill>
          <a:ln w="15240">
            <a:solidFill>
              <a:srgbClr val="FECACA"/>
            </a:solidFill>
            <a:prstDash val="solid"/>
          </a:ln>
        </p:spPr>
        <p:txBody>
          <a:bodyPr/>
          <a:lstStyle/>
          <a:p>
            <a:endParaRPr lang="en-US"/>
          </a:p>
        </p:txBody>
      </p:sp>
      <p:sp>
        <p:nvSpPr>
          <p:cNvPr id="22" name="Shape 11">
            <a:extLst>
              <a:ext uri="{FF2B5EF4-FFF2-40B4-BE49-F238E27FC236}">
                <a16:creationId xmlns:a16="http://schemas.microsoft.com/office/drawing/2014/main" id="{6DDB7924-B369-2A09-18F6-5B28BC0CD250}"/>
              </a:ext>
            </a:extLst>
          </p:cNvPr>
          <p:cNvSpPr/>
          <p:nvPr/>
        </p:nvSpPr>
        <p:spPr>
          <a:xfrm>
            <a:off x="1290504" y="4759424"/>
            <a:ext cx="219456" cy="219456"/>
          </a:xfrm>
          <a:prstGeom prst="roundRect">
            <a:avLst>
              <a:gd name="adj" fmla="val 50000"/>
            </a:avLst>
          </a:prstGeom>
          <a:solidFill>
            <a:srgbClr val="DC2626"/>
          </a:solidFill>
          <a:ln w="12700">
            <a:solidFill>
              <a:srgbClr val="DC2626"/>
            </a:solidFill>
            <a:prstDash val="solid"/>
          </a:ln>
        </p:spPr>
        <p:txBody>
          <a:bodyPr/>
          <a:lstStyle/>
          <a:p>
            <a:endParaRPr lang="en-US"/>
          </a:p>
        </p:txBody>
      </p:sp>
      <p:sp>
        <p:nvSpPr>
          <p:cNvPr id="23" name="Text 12">
            <a:extLst>
              <a:ext uri="{FF2B5EF4-FFF2-40B4-BE49-F238E27FC236}">
                <a16:creationId xmlns:a16="http://schemas.microsoft.com/office/drawing/2014/main" id="{1F03C735-64D8-BEB6-6F21-D95350D9EE7F}"/>
              </a:ext>
            </a:extLst>
          </p:cNvPr>
          <p:cNvSpPr/>
          <p:nvPr/>
        </p:nvSpPr>
        <p:spPr>
          <a:xfrm>
            <a:off x="1354512" y="4786856"/>
            <a:ext cx="73152" cy="9144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24" name="Text 13">
            <a:extLst>
              <a:ext uri="{FF2B5EF4-FFF2-40B4-BE49-F238E27FC236}">
                <a16:creationId xmlns:a16="http://schemas.microsoft.com/office/drawing/2014/main" id="{9D0E6402-DE5D-1F65-AE74-BB169D408A01}"/>
              </a:ext>
            </a:extLst>
          </p:cNvPr>
          <p:cNvSpPr/>
          <p:nvPr/>
        </p:nvSpPr>
        <p:spPr>
          <a:xfrm>
            <a:off x="1637976" y="4731992"/>
            <a:ext cx="4526280" cy="256032"/>
          </a:xfrm>
          <a:prstGeom prst="rect">
            <a:avLst/>
          </a:prstGeom>
          <a:noFill/>
          <a:ln/>
        </p:spPr>
        <p:txBody>
          <a:bodyPr wrap="square" lIns="0" tIns="0" rIns="0" bIns="0" rtlCol="0" anchor="ctr"/>
          <a:lstStyle/>
          <a:p>
            <a:pPr marL="0" indent="0">
              <a:buNone/>
            </a:pPr>
            <a:r>
              <a:rPr lang="en-US" sz="1520" dirty="0">
                <a:solidFill>
                  <a:srgbClr val="0F172A"/>
                </a:solidFill>
              </a:rPr>
              <a:t>Shared capacity with no isolation strategy for critical workloads</a:t>
            </a:r>
            <a:endParaRPr lang="en-US" sz="1520" dirty="0"/>
          </a:p>
        </p:txBody>
      </p:sp>
      <p:sp>
        <p:nvSpPr>
          <p:cNvPr id="25" name="Shape 14">
            <a:extLst>
              <a:ext uri="{FF2B5EF4-FFF2-40B4-BE49-F238E27FC236}">
                <a16:creationId xmlns:a16="http://schemas.microsoft.com/office/drawing/2014/main" id="{11814C92-980A-75AE-F877-94941C8F7DDF}"/>
              </a:ext>
            </a:extLst>
          </p:cNvPr>
          <p:cNvSpPr/>
          <p:nvPr/>
        </p:nvSpPr>
        <p:spPr>
          <a:xfrm>
            <a:off x="1180776" y="5454368"/>
            <a:ext cx="5212080" cy="585216"/>
          </a:xfrm>
          <a:prstGeom prst="roundRect">
            <a:avLst>
              <a:gd name="adj" fmla="val 6250"/>
            </a:avLst>
          </a:prstGeom>
          <a:solidFill>
            <a:srgbClr val="FFFFFF"/>
          </a:solidFill>
          <a:ln w="15240">
            <a:solidFill>
              <a:srgbClr val="FECACA"/>
            </a:solidFill>
            <a:prstDash val="solid"/>
          </a:ln>
        </p:spPr>
        <p:txBody>
          <a:bodyPr/>
          <a:lstStyle/>
          <a:p>
            <a:endParaRPr lang="en-US"/>
          </a:p>
        </p:txBody>
      </p:sp>
      <p:sp>
        <p:nvSpPr>
          <p:cNvPr id="26" name="Shape 15">
            <a:extLst>
              <a:ext uri="{FF2B5EF4-FFF2-40B4-BE49-F238E27FC236}">
                <a16:creationId xmlns:a16="http://schemas.microsoft.com/office/drawing/2014/main" id="{B4639A5F-6737-185F-8A17-B54E2E51BD6F}"/>
              </a:ext>
            </a:extLst>
          </p:cNvPr>
          <p:cNvSpPr/>
          <p:nvPr/>
        </p:nvSpPr>
        <p:spPr>
          <a:xfrm>
            <a:off x="1290504" y="5600672"/>
            <a:ext cx="219456" cy="219456"/>
          </a:xfrm>
          <a:prstGeom prst="roundRect">
            <a:avLst>
              <a:gd name="adj" fmla="val 50000"/>
            </a:avLst>
          </a:prstGeom>
          <a:solidFill>
            <a:srgbClr val="DC2626"/>
          </a:solidFill>
          <a:ln w="12700">
            <a:solidFill>
              <a:srgbClr val="DC2626"/>
            </a:solidFill>
            <a:prstDash val="solid"/>
          </a:ln>
        </p:spPr>
        <p:txBody>
          <a:bodyPr/>
          <a:lstStyle/>
          <a:p>
            <a:endParaRPr lang="en-US"/>
          </a:p>
        </p:txBody>
      </p:sp>
      <p:sp>
        <p:nvSpPr>
          <p:cNvPr id="27" name="Text 16">
            <a:extLst>
              <a:ext uri="{FF2B5EF4-FFF2-40B4-BE49-F238E27FC236}">
                <a16:creationId xmlns:a16="http://schemas.microsoft.com/office/drawing/2014/main" id="{AD31C672-CA59-C46F-AFD5-E722DDD3EE7F}"/>
              </a:ext>
            </a:extLst>
          </p:cNvPr>
          <p:cNvSpPr/>
          <p:nvPr/>
        </p:nvSpPr>
        <p:spPr>
          <a:xfrm>
            <a:off x="1354512" y="5628104"/>
            <a:ext cx="73152" cy="9144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28" name="Text 17">
            <a:extLst>
              <a:ext uri="{FF2B5EF4-FFF2-40B4-BE49-F238E27FC236}">
                <a16:creationId xmlns:a16="http://schemas.microsoft.com/office/drawing/2014/main" id="{3ACC4499-9BBF-BCE6-BCE2-28FAE172A210}"/>
              </a:ext>
            </a:extLst>
          </p:cNvPr>
          <p:cNvSpPr/>
          <p:nvPr/>
        </p:nvSpPr>
        <p:spPr>
          <a:xfrm>
            <a:off x="1637976" y="5573240"/>
            <a:ext cx="4526280" cy="256032"/>
          </a:xfrm>
          <a:prstGeom prst="rect">
            <a:avLst/>
          </a:prstGeom>
          <a:noFill/>
          <a:ln/>
        </p:spPr>
        <p:txBody>
          <a:bodyPr wrap="square" lIns="0" tIns="0" rIns="0" bIns="0" rtlCol="0" anchor="ctr"/>
          <a:lstStyle/>
          <a:p>
            <a:pPr marL="0" indent="0">
              <a:buNone/>
            </a:pPr>
            <a:r>
              <a:rPr lang="en-US" sz="1520" dirty="0">
                <a:solidFill>
                  <a:srgbClr val="0F172A"/>
                </a:solidFill>
              </a:rPr>
              <a:t>Direct Lake chosen without validating model behavior and query fit</a:t>
            </a:r>
            <a:endParaRPr lang="en-US" sz="1520" dirty="0"/>
          </a:p>
        </p:txBody>
      </p:sp>
      <p:sp>
        <p:nvSpPr>
          <p:cNvPr id="29" name="Shape 18">
            <a:extLst>
              <a:ext uri="{FF2B5EF4-FFF2-40B4-BE49-F238E27FC236}">
                <a16:creationId xmlns:a16="http://schemas.microsoft.com/office/drawing/2014/main" id="{391ED535-FFDC-EFD7-2652-536AE00DDF83}"/>
              </a:ext>
            </a:extLst>
          </p:cNvPr>
          <p:cNvSpPr/>
          <p:nvPr/>
        </p:nvSpPr>
        <p:spPr>
          <a:xfrm>
            <a:off x="1180776" y="6295616"/>
            <a:ext cx="5212080" cy="585216"/>
          </a:xfrm>
          <a:prstGeom prst="roundRect">
            <a:avLst>
              <a:gd name="adj" fmla="val 6250"/>
            </a:avLst>
          </a:prstGeom>
          <a:solidFill>
            <a:srgbClr val="FFFFFF"/>
          </a:solidFill>
          <a:ln w="15240">
            <a:solidFill>
              <a:srgbClr val="FECACA"/>
            </a:solidFill>
            <a:prstDash val="solid"/>
          </a:ln>
        </p:spPr>
        <p:txBody>
          <a:bodyPr/>
          <a:lstStyle/>
          <a:p>
            <a:endParaRPr lang="en-US"/>
          </a:p>
        </p:txBody>
      </p:sp>
      <p:sp>
        <p:nvSpPr>
          <p:cNvPr id="30" name="Shape 19">
            <a:extLst>
              <a:ext uri="{FF2B5EF4-FFF2-40B4-BE49-F238E27FC236}">
                <a16:creationId xmlns:a16="http://schemas.microsoft.com/office/drawing/2014/main" id="{C3B3FD52-28E7-3420-D1D3-3BF386F276D1}"/>
              </a:ext>
            </a:extLst>
          </p:cNvPr>
          <p:cNvSpPr/>
          <p:nvPr/>
        </p:nvSpPr>
        <p:spPr>
          <a:xfrm>
            <a:off x="1290504" y="6441920"/>
            <a:ext cx="219456" cy="219456"/>
          </a:xfrm>
          <a:prstGeom prst="roundRect">
            <a:avLst>
              <a:gd name="adj" fmla="val 50000"/>
            </a:avLst>
          </a:prstGeom>
          <a:solidFill>
            <a:srgbClr val="DC2626"/>
          </a:solidFill>
          <a:ln w="12700">
            <a:solidFill>
              <a:srgbClr val="DC2626"/>
            </a:solidFill>
            <a:prstDash val="solid"/>
          </a:ln>
        </p:spPr>
        <p:txBody>
          <a:bodyPr/>
          <a:lstStyle/>
          <a:p>
            <a:endParaRPr lang="en-US"/>
          </a:p>
        </p:txBody>
      </p:sp>
      <p:sp>
        <p:nvSpPr>
          <p:cNvPr id="31" name="Text 20">
            <a:extLst>
              <a:ext uri="{FF2B5EF4-FFF2-40B4-BE49-F238E27FC236}">
                <a16:creationId xmlns:a16="http://schemas.microsoft.com/office/drawing/2014/main" id="{2A279E61-87B6-2782-B06D-9874B3F365A3}"/>
              </a:ext>
            </a:extLst>
          </p:cNvPr>
          <p:cNvSpPr/>
          <p:nvPr/>
        </p:nvSpPr>
        <p:spPr>
          <a:xfrm>
            <a:off x="1354512" y="6469352"/>
            <a:ext cx="73152" cy="9144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32" name="Text 21">
            <a:extLst>
              <a:ext uri="{FF2B5EF4-FFF2-40B4-BE49-F238E27FC236}">
                <a16:creationId xmlns:a16="http://schemas.microsoft.com/office/drawing/2014/main" id="{1D799061-1E2A-3CD6-0D22-20376FF62593}"/>
              </a:ext>
            </a:extLst>
          </p:cNvPr>
          <p:cNvSpPr/>
          <p:nvPr/>
        </p:nvSpPr>
        <p:spPr>
          <a:xfrm>
            <a:off x="1637976" y="6414488"/>
            <a:ext cx="4526280" cy="256032"/>
          </a:xfrm>
          <a:prstGeom prst="rect">
            <a:avLst/>
          </a:prstGeom>
          <a:noFill/>
          <a:ln/>
        </p:spPr>
        <p:txBody>
          <a:bodyPr wrap="square" lIns="0" tIns="0" rIns="0" bIns="0" rtlCol="0" anchor="ctr"/>
          <a:lstStyle/>
          <a:p>
            <a:pPr marL="0" indent="0">
              <a:buNone/>
            </a:pPr>
            <a:r>
              <a:rPr lang="en-US" sz="1520" dirty="0">
                <a:solidFill>
                  <a:srgbClr val="0F172A"/>
                </a:solidFill>
              </a:rPr>
              <a:t>No clear owner for semantic models and certified reporting assets</a:t>
            </a:r>
            <a:endParaRPr lang="en-US" sz="1520" dirty="0"/>
          </a:p>
        </p:txBody>
      </p:sp>
      <p:sp>
        <p:nvSpPr>
          <p:cNvPr id="33" name="Shape 22">
            <a:extLst>
              <a:ext uri="{FF2B5EF4-FFF2-40B4-BE49-F238E27FC236}">
                <a16:creationId xmlns:a16="http://schemas.microsoft.com/office/drawing/2014/main" id="{3EA8A7BD-D419-790E-C921-C9CB0A3F795C}"/>
              </a:ext>
            </a:extLst>
          </p:cNvPr>
          <p:cNvSpPr/>
          <p:nvPr/>
        </p:nvSpPr>
        <p:spPr>
          <a:xfrm>
            <a:off x="6575736" y="2930624"/>
            <a:ext cx="5212080" cy="585216"/>
          </a:xfrm>
          <a:prstGeom prst="roundRect">
            <a:avLst>
              <a:gd name="adj" fmla="val 6250"/>
            </a:avLst>
          </a:prstGeom>
          <a:solidFill>
            <a:srgbClr val="FFFFFF"/>
          </a:solidFill>
          <a:ln w="15240">
            <a:solidFill>
              <a:srgbClr val="FECACA"/>
            </a:solidFill>
            <a:prstDash val="solid"/>
          </a:ln>
        </p:spPr>
        <p:txBody>
          <a:bodyPr/>
          <a:lstStyle/>
          <a:p>
            <a:endParaRPr lang="en-US"/>
          </a:p>
        </p:txBody>
      </p:sp>
      <p:sp>
        <p:nvSpPr>
          <p:cNvPr id="34" name="Shape 23">
            <a:extLst>
              <a:ext uri="{FF2B5EF4-FFF2-40B4-BE49-F238E27FC236}">
                <a16:creationId xmlns:a16="http://schemas.microsoft.com/office/drawing/2014/main" id="{4C16758B-04FF-29A0-F2DE-F73854BAC5E4}"/>
              </a:ext>
            </a:extLst>
          </p:cNvPr>
          <p:cNvSpPr/>
          <p:nvPr/>
        </p:nvSpPr>
        <p:spPr>
          <a:xfrm>
            <a:off x="6685464" y="3076928"/>
            <a:ext cx="219456" cy="219456"/>
          </a:xfrm>
          <a:prstGeom prst="roundRect">
            <a:avLst>
              <a:gd name="adj" fmla="val 50000"/>
            </a:avLst>
          </a:prstGeom>
          <a:solidFill>
            <a:srgbClr val="DC2626"/>
          </a:solidFill>
          <a:ln w="12700">
            <a:solidFill>
              <a:srgbClr val="DC2626"/>
            </a:solidFill>
            <a:prstDash val="solid"/>
          </a:ln>
        </p:spPr>
        <p:txBody>
          <a:bodyPr/>
          <a:lstStyle/>
          <a:p>
            <a:endParaRPr lang="en-US"/>
          </a:p>
        </p:txBody>
      </p:sp>
      <p:sp>
        <p:nvSpPr>
          <p:cNvPr id="35" name="Text 24">
            <a:extLst>
              <a:ext uri="{FF2B5EF4-FFF2-40B4-BE49-F238E27FC236}">
                <a16:creationId xmlns:a16="http://schemas.microsoft.com/office/drawing/2014/main" id="{2D77E4DC-B689-E9D0-799F-0E27C0FBE113}"/>
              </a:ext>
            </a:extLst>
          </p:cNvPr>
          <p:cNvSpPr/>
          <p:nvPr/>
        </p:nvSpPr>
        <p:spPr>
          <a:xfrm>
            <a:off x="6749472" y="3104360"/>
            <a:ext cx="73152" cy="9144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36" name="Text 25">
            <a:extLst>
              <a:ext uri="{FF2B5EF4-FFF2-40B4-BE49-F238E27FC236}">
                <a16:creationId xmlns:a16="http://schemas.microsoft.com/office/drawing/2014/main" id="{D3FF4D8F-5C49-7803-1375-D94CFAFCA863}"/>
              </a:ext>
            </a:extLst>
          </p:cNvPr>
          <p:cNvSpPr/>
          <p:nvPr/>
        </p:nvSpPr>
        <p:spPr>
          <a:xfrm>
            <a:off x="7032936" y="3049496"/>
            <a:ext cx="4526280" cy="256032"/>
          </a:xfrm>
          <a:prstGeom prst="rect">
            <a:avLst/>
          </a:prstGeom>
          <a:noFill/>
          <a:ln/>
        </p:spPr>
        <p:txBody>
          <a:bodyPr wrap="square" lIns="0" tIns="0" rIns="0" bIns="0" rtlCol="0" anchor="ctr"/>
          <a:lstStyle/>
          <a:p>
            <a:pPr marL="0" indent="0">
              <a:buNone/>
            </a:pPr>
            <a:r>
              <a:rPr lang="en-US" sz="1520" dirty="0">
                <a:solidFill>
                  <a:srgbClr val="0F172A"/>
                </a:solidFill>
              </a:rPr>
              <a:t>Dev / test / prod separation is missing or symbolic only</a:t>
            </a:r>
            <a:endParaRPr lang="en-US" sz="1520" dirty="0"/>
          </a:p>
        </p:txBody>
      </p:sp>
      <p:sp>
        <p:nvSpPr>
          <p:cNvPr id="37" name="Shape 26">
            <a:extLst>
              <a:ext uri="{FF2B5EF4-FFF2-40B4-BE49-F238E27FC236}">
                <a16:creationId xmlns:a16="http://schemas.microsoft.com/office/drawing/2014/main" id="{A486EA11-A885-FA7F-76B9-124458666DF9}"/>
              </a:ext>
            </a:extLst>
          </p:cNvPr>
          <p:cNvSpPr/>
          <p:nvPr/>
        </p:nvSpPr>
        <p:spPr>
          <a:xfrm>
            <a:off x="6575736" y="3771872"/>
            <a:ext cx="5212080" cy="585216"/>
          </a:xfrm>
          <a:prstGeom prst="roundRect">
            <a:avLst>
              <a:gd name="adj" fmla="val 6250"/>
            </a:avLst>
          </a:prstGeom>
          <a:solidFill>
            <a:srgbClr val="FFFFFF"/>
          </a:solidFill>
          <a:ln w="15240">
            <a:solidFill>
              <a:srgbClr val="FECACA"/>
            </a:solidFill>
            <a:prstDash val="solid"/>
          </a:ln>
        </p:spPr>
        <p:txBody>
          <a:bodyPr/>
          <a:lstStyle/>
          <a:p>
            <a:endParaRPr lang="en-US"/>
          </a:p>
        </p:txBody>
      </p:sp>
      <p:sp>
        <p:nvSpPr>
          <p:cNvPr id="38" name="Shape 27">
            <a:extLst>
              <a:ext uri="{FF2B5EF4-FFF2-40B4-BE49-F238E27FC236}">
                <a16:creationId xmlns:a16="http://schemas.microsoft.com/office/drawing/2014/main" id="{E0E4596D-5650-5C26-7511-42EF87E18FB9}"/>
              </a:ext>
            </a:extLst>
          </p:cNvPr>
          <p:cNvSpPr/>
          <p:nvPr/>
        </p:nvSpPr>
        <p:spPr>
          <a:xfrm>
            <a:off x="6685464" y="3918176"/>
            <a:ext cx="219456" cy="219456"/>
          </a:xfrm>
          <a:prstGeom prst="roundRect">
            <a:avLst>
              <a:gd name="adj" fmla="val 50000"/>
            </a:avLst>
          </a:prstGeom>
          <a:solidFill>
            <a:srgbClr val="DC2626"/>
          </a:solidFill>
          <a:ln w="12700">
            <a:solidFill>
              <a:srgbClr val="DC2626"/>
            </a:solidFill>
            <a:prstDash val="solid"/>
          </a:ln>
        </p:spPr>
        <p:txBody>
          <a:bodyPr/>
          <a:lstStyle/>
          <a:p>
            <a:endParaRPr lang="en-US"/>
          </a:p>
        </p:txBody>
      </p:sp>
      <p:sp>
        <p:nvSpPr>
          <p:cNvPr id="39" name="Text 28">
            <a:extLst>
              <a:ext uri="{FF2B5EF4-FFF2-40B4-BE49-F238E27FC236}">
                <a16:creationId xmlns:a16="http://schemas.microsoft.com/office/drawing/2014/main" id="{25B352BC-6EB1-5B19-998E-3B0DB1A57E42}"/>
              </a:ext>
            </a:extLst>
          </p:cNvPr>
          <p:cNvSpPr/>
          <p:nvPr/>
        </p:nvSpPr>
        <p:spPr>
          <a:xfrm>
            <a:off x="6749472" y="3945608"/>
            <a:ext cx="73152" cy="9144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40" name="Text 29">
            <a:extLst>
              <a:ext uri="{FF2B5EF4-FFF2-40B4-BE49-F238E27FC236}">
                <a16:creationId xmlns:a16="http://schemas.microsoft.com/office/drawing/2014/main" id="{F363E507-CB2D-997C-21F7-788790A4B204}"/>
              </a:ext>
            </a:extLst>
          </p:cNvPr>
          <p:cNvSpPr/>
          <p:nvPr/>
        </p:nvSpPr>
        <p:spPr>
          <a:xfrm>
            <a:off x="7032936" y="3890744"/>
            <a:ext cx="4526280" cy="256032"/>
          </a:xfrm>
          <a:prstGeom prst="rect">
            <a:avLst/>
          </a:prstGeom>
          <a:noFill/>
          <a:ln/>
        </p:spPr>
        <p:txBody>
          <a:bodyPr wrap="square" lIns="0" tIns="0" rIns="0" bIns="0" rtlCol="0" anchor="ctr"/>
          <a:lstStyle/>
          <a:p>
            <a:pPr marL="0" indent="0">
              <a:buNone/>
            </a:pPr>
            <a:r>
              <a:rPr lang="en-US" sz="1520" dirty="0">
                <a:solidFill>
                  <a:srgbClr val="0F172A"/>
                </a:solidFill>
              </a:rPr>
              <a:t>Deployment pipelines exist, but release discipline does not</a:t>
            </a:r>
            <a:endParaRPr lang="en-US" sz="1520" dirty="0"/>
          </a:p>
        </p:txBody>
      </p:sp>
      <p:sp>
        <p:nvSpPr>
          <p:cNvPr id="41" name="Shape 30">
            <a:extLst>
              <a:ext uri="{FF2B5EF4-FFF2-40B4-BE49-F238E27FC236}">
                <a16:creationId xmlns:a16="http://schemas.microsoft.com/office/drawing/2014/main" id="{3641CD08-5B5D-934A-FA69-F1844420794F}"/>
              </a:ext>
            </a:extLst>
          </p:cNvPr>
          <p:cNvSpPr/>
          <p:nvPr/>
        </p:nvSpPr>
        <p:spPr>
          <a:xfrm>
            <a:off x="6575736" y="4613120"/>
            <a:ext cx="5212080" cy="585216"/>
          </a:xfrm>
          <a:prstGeom prst="roundRect">
            <a:avLst>
              <a:gd name="adj" fmla="val 6250"/>
            </a:avLst>
          </a:prstGeom>
          <a:solidFill>
            <a:srgbClr val="FFFFFF"/>
          </a:solidFill>
          <a:ln w="15240">
            <a:solidFill>
              <a:srgbClr val="FECACA"/>
            </a:solidFill>
            <a:prstDash val="solid"/>
          </a:ln>
        </p:spPr>
        <p:txBody>
          <a:bodyPr/>
          <a:lstStyle/>
          <a:p>
            <a:endParaRPr lang="en-US"/>
          </a:p>
        </p:txBody>
      </p:sp>
      <p:sp>
        <p:nvSpPr>
          <p:cNvPr id="42" name="Shape 31">
            <a:extLst>
              <a:ext uri="{FF2B5EF4-FFF2-40B4-BE49-F238E27FC236}">
                <a16:creationId xmlns:a16="http://schemas.microsoft.com/office/drawing/2014/main" id="{E0C96797-31B6-1B26-21DA-F6D697285446}"/>
              </a:ext>
            </a:extLst>
          </p:cNvPr>
          <p:cNvSpPr/>
          <p:nvPr/>
        </p:nvSpPr>
        <p:spPr>
          <a:xfrm>
            <a:off x="6685464" y="4759424"/>
            <a:ext cx="219456" cy="219456"/>
          </a:xfrm>
          <a:prstGeom prst="roundRect">
            <a:avLst>
              <a:gd name="adj" fmla="val 50000"/>
            </a:avLst>
          </a:prstGeom>
          <a:solidFill>
            <a:srgbClr val="DC2626"/>
          </a:solidFill>
          <a:ln w="12700">
            <a:solidFill>
              <a:srgbClr val="DC2626"/>
            </a:solidFill>
            <a:prstDash val="solid"/>
          </a:ln>
        </p:spPr>
        <p:txBody>
          <a:bodyPr/>
          <a:lstStyle/>
          <a:p>
            <a:endParaRPr lang="en-US"/>
          </a:p>
        </p:txBody>
      </p:sp>
      <p:sp>
        <p:nvSpPr>
          <p:cNvPr id="43" name="Text 32">
            <a:extLst>
              <a:ext uri="{FF2B5EF4-FFF2-40B4-BE49-F238E27FC236}">
                <a16:creationId xmlns:a16="http://schemas.microsoft.com/office/drawing/2014/main" id="{AF8A9330-739A-E069-A824-CFB52F778A3A}"/>
              </a:ext>
            </a:extLst>
          </p:cNvPr>
          <p:cNvSpPr/>
          <p:nvPr/>
        </p:nvSpPr>
        <p:spPr>
          <a:xfrm>
            <a:off x="6749472" y="4786856"/>
            <a:ext cx="73152" cy="9144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44" name="Text 33">
            <a:extLst>
              <a:ext uri="{FF2B5EF4-FFF2-40B4-BE49-F238E27FC236}">
                <a16:creationId xmlns:a16="http://schemas.microsoft.com/office/drawing/2014/main" id="{37113547-6B8F-D8E0-28BC-7992543924FB}"/>
              </a:ext>
            </a:extLst>
          </p:cNvPr>
          <p:cNvSpPr/>
          <p:nvPr/>
        </p:nvSpPr>
        <p:spPr>
          <a:xfrm>
            <a:off x="7032936" y="4731992"/>
            <a:ext cx="4526280" cy="256032"/>
          </a:xfrm>
          <a:prstGeom prst="rect">
            <a:avLst/>
          </a:prstGeom>
          <a:noFill/>
          <a:ln/>
        </p:spPr>
        <p:txBody>
          <a:bodyPr wrap="square" lIns="0" tIns="0" rIns="0" bIns="0" rtlCol="0" anchor="ctr"/>
          <a:lstStyle/>
          <a:p>
            <a:pPr marL="0" indent="0">
              <a:buNone/>
            </a:pPr>
            <a:r>
              <a:rPr lang="en-US" sz="1520" dirty="0">
                <a:solidFill>
                  <a:srgbClr val="0F172A"/>
                </a:solidFill>
              </a:rPr>
              <a:t>Monitoring depends on a person noticing something broke</a:t>
            </a:r>
            <a:endParaRPr lang="en-US" sz="1520" dirty="0"/>
          </a:p>
        </p:txBody>
      </p:sp>
      <p:sp>
        <p:nvSpPr>
          <p:cNvPr id="45" name="Shape 34">
            <a:extLst>
              <a:ext uri="{FF2B5EF4-FFF2-40B4-BE49-F238E27FC236}">
                <a16:creationId xmlns:a16="http://schemas.microsoft.com/office/drawing/2014/main" id="{9C090B06-DAE7-3479-233C-5333518F0178}"/>
              </a:ext>
            </a:extLst>
          </p:cNvPr>
          <p:cNvSpPr/>
          <p:nvPr/>
        </p:nvSpPr>
        <p:spPr>
          <a:xfrm>
            <a:off x="6575736" y="5454368"/>
            <a:ext cx="5212080" cy="585216"/>
          </a:xfrm>
          <a:prstGeom prst="roundRect">
            <a:avLst>
              <a:gd name="adj" fmla="val 6250"/>
            </a:avLst>
          </a:prstGeom>
          <a:solidFill>
            <a:srgbClr val="FFFFFF"/>
          </a:solidFill>
          <a:ln w="15240">
            <a:solidFill>
              <a:srgbClr val="FECACA"/>
            </a:solidFill>
            <a:prstDash val="solid"/>
          </a:ln>
        </p:spPr>
        <p:txBody>
          <a:bodyPr/>
          <a:lstStyle/>
          <a:p>
            <a:endParaRPr lang="en-US"/>
          </a:p>
        </p:txBody>
      </p:sp>
      <p:sp>
        <p:nvSpPr>
          <p:cNvPr id="46" name="Shape 35">
            <a:extLst>
              <a:ext uri="{FF2B5EF4-FFF2-40B4-BE49-F238E27FC236}">
                <a16:creationId xmlns:a16="http://schemas.microsoft.com/office/drawing/2014/main" id="{C426C669-07D1-FAA4-68A9-6AC7699B18F1}"/>
              </a:ext>
            </a:extLst>
          </p:cNvPr>
          <p:cNvSpPr/>
          <p:nvPr/>
        </p:nvSpPr>
        <p:spPr>
          <a:xfrm>
            <a:off x="6685464" y="5600672"/>
            <a:ext cx="219456" cy="219456"/>
          </a:xfrm>
          <a:prstGeom prst="roundRect">
            <a:avLst>
              <a:gd name="adj" fmla="val 50000"/>
            </a:avLst>
          </a:prstGeom>
          <a:solidFill>
            <a:srgbClr val="DC2626"/>
          </a:solidFill>
          <a:ln w="12700">
            <a:solidFill>
              <a:srgbClr val="DC2626"/>
            </a:solidFill>
            <a:prstDash val="solid"/>
          </a:ln>
        </p:spPr>
        <p:txBody>
          <a:bodyPr/>
          <a:lstStyle/>
          <a:p>
            <a:endParaRPr lang="en-US"/>
          </a:p>
        </p:txBody>
      </p:sp>
      <p:sp>
        <p:nvSpPr>
          <p:cNvPr id="47" name="Text 36">
            <a:extLst>
              <a:ext uri="{FF2B5EF4-FFF2-40B4-BE49-F238E27FC236}">
                <a16:creationId xmlns:a16="http://schemas.microsoft.com/office/drawing/2014/main" id="{83C17714-7D7F-3CCD-71BE-681146CB5A6F}"/>
              </a:ext>
            </a:extLst>
          </p:cNvPr>
          <p:cNvSpPr/>
          <p:nvPr/>
        </p:nvSpPr>
        <p:spPr>
          <a:xfrm>
            <a:off x="6749472" y="5628104"/>
            <a:ext cx="73152" cy="91440"/>
          </a:xfrm>
          <a:prstGeom prst="rect">
            <a:avLst/>
          </a:prstGeom>
          <a:noFill/>
          <a:ln/>
        </p:spPr>
        <p:txBody>
          <a:bodyPr wrap="square" lIns="0" tIns="0" rIns="0" bIns="0" rtlCol="0" anchor="ctr"/>
          <a:lstStyle/>
          <a:p>
            <a:pPr marL="0" indent="0" algn="ctr">
              <a:buNone/>
            </a:pPr>
            <a:r>
              <a:rPr lang="en-US" sz="1000" b="1" dirty="0">
                <a:solidFill>
                  <a:srgbClr val="FFFFFF"/>
                </a:solidFill>
              </a:rPr>
              <a:t>!</a:t>
            </a:r>
            <a:endParaRPr lang="en-US" sz="1000" dirty="0"/>
          </a:p>
        </p:txBody>
      </p:sp>
      <p:sp>
        <p:nvSpPr>
          <p:cNvPr id="48" name="Text 37">
            <a:extLst>
              <a:ext uri="{FF2B5EF4-FFF2-40B4-BE49-F238E27FC236}">
                <a16:creationId xmlns:a16="http://schemas.microsoft.com/office/drawing/2014/main" id="{7E0C471B-B84D-0499-9AB9-D1D64C09AB55}"/>
              </a:ext>
            </a:extLst>
          </p:cNvPr>
          <p:cNvSpPr/>
          <p:nvPr/>
        </p:nvSpPr>
        <p:spPr>
          <a:xfrm>
            <a:off x="7032936" y="5573240"/>
            <a:ext cx="4526280" cy="256032"/>
          </a:xfrm>
          <a:prstGeom prst="rect">
            <a:avLst/>
          </a:prstGeom>
          <a:noFill/>
          <a:ln/>
        </p:spPr>
        <p:txBody>
          <a:bodyPr wrap="square" lIns="0" tIns="0" rIns="0" bIns="0" rtlCol="0" anchor="ctr"/>
          <a:lstStyle/>
          <a:p>
            <a:pPr marL="0" indent="0">
              <a:buNone/>
            </a:pPr>
            <a:r>
              <a:rPr lang="en-US" sz="1520" dirty="0">
                <a:solidFill>
                  <a:srgbClr val="0F172A"/>
                </a:solidFill>
              </a:rPr>
              <a:t>Cost is assumed to be “fine” instead of estimated and governed</a:t>
            </a:r>
            <a:endParaRPr lang="en-US" sz="1520" dirty="0"/>
          </a:p>
        </p:txBody>
      </p:sp>
      <p:sp>
        <p:nvSpPr>
          <p:cNvPr id="49" name="Slide Number Placeholder 0">
            <a:extLst>
              <a:ext uri="{FF2B5EF4-FFF2-40B4-BE49-F238E27FC236}">
                <a16:creationId xmlns:a16="http://schemas.microsoft.com/office/drawing/2014/main" id="{0675C8B8-EA00-0C79-96D7-917379955649}"/>
              </a:ext>
            </a:extLst>
          </p:cNvPr>
          <p:cNvSpPr txBox="1">
            <a:spLocks/>
          </p:cNvSpPr>
          <p:nvPr/>
        </p:nvSpPr>
        <p:spPr>
          <a:xfrm>
            <a:off x="12062136" y="7932392"/>
            <a:ext cx="292608" cy="109728"/>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en-US"/>
            </a:defPPr>
            <a:lvl1pPr marL="0" algn="r" defTabSz="914400" rtl="0" eaLnBrk="1" latinLnBrk="0" hangingPunct="1">
              <a:defRPr sz="1100" kern="1200">
                <a:solidFill>
                  <a:srgbClr val="FFFFFF"/>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p>
        </p:txBody>
      </p:sp>
    </p:spTree>
    <p:extLst>
      <p:ext uri="{BB962C8B-B14F-4D97-AF65-F5344CB8AC3E}">
        <p14:creationId xmlns:p14="http://schemas.microsoft.com/office/powerpoint/2010/main" val="35981503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20424C5-6331-01AD-2ED3-81C15457631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4C0CFD-F6E4-6012-A33E-C24DCC277248}"/>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5BCE507C-4E35-5708-5CC5-AB5124C46571}"/>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F6B48F30-139C-B00F-9881-A8D204C1BE93}"/>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86170D52-40FA-5013-5AD1-012B1DECFB35}"/>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11A19122-D9E1-10C4-71D2-E273ABF350C7}"/>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862B9D0C-83F8-CE17-96CE-FB9D6D9A2A7D}"/>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D5D56BA8-5AFC-7E86-8CE9-B5ABBE5114F2}"/>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5FF6DA30-996A-AF1E-8895-6676784A79E2}"/>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Production readiness framework</a:t>
            </a:r>
          </a:p>
        </p:txBody>
      </p:sp>
      <p:sp>
        <p:nvSpPr>
          <p:cNvPr id="11" name="TextBox 9">
            <a:extLst>
              <a:ext uri="{FF2B5EF4-FFF2-40B4-BE49-F238E27FC236}">
                <a16:creationId xmlns:a16="http://schemas.microsoft.com/office/drawing/2014/main" id="{C03A5D55-964F-A9BE-A705-D2275BAA162E}"/>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75</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9C9D4DDB-F98B-C23D-94B2-3BC6284FF7DE}"/>
              </a:ext>
            </a:extLst>
          </p:cNvPr>
          <p:cNvSpPr/>
          <p:nvPr/>
        </p:nvSpPr>
        <p:spPr>
          <a:xfrm>
            <a:off x="1006002" y="1853305"/>
            <a:ext cx="14157798" cy="50292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Final exercise: assess and defend a proposed architecture</a:t>
            </a:r>
            <a:endParaRPr lang="en-US" sz="3600" dirty="0">
              <a:solidFill>
                <a:schemeClr val="bg1"/>
              </a:solidFill>
            </a:endParaRPr>
          </a:p>
        </p:txBody>
      </p:sp>
      <p:sp>
        <p:nvSpPr>
          <p:cNvPr id="12" name="Text 1">
            <a:extLst>
              <a:ext uri="{FF2B5EF4-FFF2-40B4-BE49-F238E27FC236}">
                <a16:creationId xmlns:a16="http://schemas.microsoft.com/office/drawing/2014/main" id="{D9144BDB-3C2B-7B3C-09DE-C5D2A4C87F7F}"/>
              </a:ext>
            </a:extLst>
          </p:cNvPr>
          <p:cNvSpPr/>
          <p:nvPr/>
        </p:nvSpPr>
        <p:spPr>
          <a:xfrm>
            <a:off x="1024290" y="2412492"/>
            <a:ext cx="14901510"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Use the checklist and scoring model to determine whether the design is production ready.</a:t>
            </a:r>
            <a:endParaRPr lang="en-US" sz="2800" dirty="0">
              <a:solidFill>
                <a:schemeClr val="bg1"/>
              </a:solidFill>
            </a:endParaRPr>
          </a:p>
        </p:txBody>
      </p:sp>
      <p:sp>
        <p:nvSpPr>
          <p:cNvPr id="13" name="Shape 2">
            <a:extLst>
              <a:ext uri="{FF2B5EF4-FFF2-40B4-BE49-F238E27FC236}">
                <a16:creationId xmlns:a16="http://schemas.microsoft.com/office/drawing/2014/main" id="{C42AC478-4827-2249-B79A-5D0FB7931129}"/>
              </a:ext>
            </a:extLst>
          </p:cNvPr>
          <p:cNvSpPr/>
          <p:nvPr/>
        </p:nvSpPr>
        <p:spPr>
          <a:xfrm>
            <a:off x="1143162" y="2950585"/>
            <a:ext cx="4663440" cy="4206240"/>
          </a:xfrm>
          <a:prstGeom prst="roundRect">
            <a:avLst>
              <a:gd name="adj" fmla="val 1087"/>
            </a:avLst>
          </a:prstGeom>
          <a:solidFill>
            <a:srgbClr val="FFFFFF"/>
          </a:solidFill>
          <a:ln w="12700">
            <a:solidFill>
              <a:srgbClr val="CBD5E1"/>
            </a:solidFill>
            <a:prstDash val="solid"/>
          </a:ln>
        </p:spPr>
        <p:txBody>
          <a:bodyPr/>
          <a:lstStyle/>
          <a:p>
            <a:endParaRPr lang="en-US"/>
          </a:p>
        </p:txBody>
      </p:sp>
      <p:sp>
        <p:nvSpPr>
          <p:cNvPr id="14" name="Text 3">
            <a:extLst>
              <a:ext uri="{FF2B5EF4-FFF2-40B4-BE49-F238E27FC236}">
                <a16:creationId xmlns:a16="http://schemas.microsoft.com/office/drawing/2014/main" id="{7D82FDC8-D299-F057-89A9-97BCF60B1F2F}"/>
              </a:ext>
            </a:extLst>
          </p:cNvPr>
          <p:cNvSpPr/>
          <p:nvPr/>
        </p:nvSpPr>
        <p:spPr>
          <a:xfrm>
            <a:off x="1371762" y="3197473"/>
            <a:ext cx="1097280" cy="201168"/>
          </a:xfrm>
          <a:prstGeom prst="rect">
            <a:avLst/>
          </a:prstGeom>
          <a:noFill/>
          <a:ln/>
        </p:spPr>
        <p:txBody>
          <a:bodyPr wrap="square" lIns="0" tIns="0" rIns="0" bIns="0" rtlCol="0" anchor="ctr"/>
          <a:lstStyle/>
          <a:p>
            <a:pPr marL="0" indent="0">
              <a:buNone/>
            </a:pPr>
            <a:r>
              <a:rPr lang="en-US" sz="2400" b="1" dirty="0">
                <a:solidFill>
                  <a:srgbClr val="0F3D91"/>
                </a:solidFill>
              </a:rPr>
              <a:t>Scenario</a:t>
            </a:r>
            <a:endParaRPr lang="en-US" sz="2400" dirty="0"/>
          </a:p>
        </p:txBody>
      </p:sp>
      <p:sp>
        <p:nvSpPr>
          <p:cNvPr id="15" name="Shape 4">
            <a:extLst>
              <a:ext uri="{FF2B5EF4-FFF2-40B4-BE49-F238E27FC236}">
                <a16:creationId xmlns:a16="http://schemas.microsoft.com/office/drawing/2014/main" id="{2781BF72-159A-B69C-3196-9B636DAE8CEB}"/>
              </a:ext>
            </a:extLst>
          </p:cNvPr>
          <p:cNvSpPr/>
          <p:nvPr/>
        </p:nvSpPr>
        <p:spPr>
          <a:xfrm>
            <a:off x="1371762" y="3636385"/>
            <a:ext cx="109728" cy="109728"/>
          </a:xfrm>
          <a:prstGeom prst="ellipse">
            <a:avLst/>
          </a:prstGeom>
          <a:solidFill>
            <a:srgbClr val="11B5AE"/>
          </a:solidFill>
          <a:ln w="12700">
            <a:solidFill>
              <a:srgbClr val="11B5AE"/>
            </a:solidFill>
            <a:prstDash val="solid"/>
          </a:ln>
        </p:spPr>
        <p:txBody>
          <a:bodyPr/>
          <a:lstStyle/>
          <a:p>
            <a:endParaRPr lang="en-US"/>
          </a:p>
        </p:txBody>
      </p:sp>
      <p:sp>
        <p:nvSpPr>
          <p:cNvPr id="16" name="Text 5">
            <a:extLst>
              <a:ext uri="{FF2B5EF4-FFF2-40B4-BE49-F238E27FC236}">
                <a16:creationId xmlns:a16="http://schemas.microsoft.com/office/drawing/2014/main" id="{27337BF2-01BB-DDC3-0B67-CDF371B76AE3}"/>
              </a:ext>
            </a:extLst>
          </p:cNvPr>
          <p:cNvSpPr/>
          <p:nvPr/>
        </p:nvSpPr>
        <p:spPr>
          <a:xfrm>
            <a:off x="1572930" y="3563233"/>
            <a:ext cx="3867912" cy="262954"/>
          </a:xfrm>
          <a:prstGeom prst="rect">
            <a:avLst/>
          </a:prstGeom>
          <a:noFill/>
          <a:ln/>
        </p:spPr>
        <p:txBody>
          <a:bodyPr wrap="square" lIns="0" tIns="0" rIns="0" bIns="0" rtlCol="0" anchor="t"/>
          <a:lstStyle/>
          <a:p>
            <a:pPr marL="0" indent="0">
              <a:buNone/>
            </a:pPr>
            <a:r>
              <a:rPr lang="en-US" dirty="0">
                <a:solidFill>
                  <a:srgbClr val="0F172A"/>
                </a:solidFill>
              </a:rPr>
              <a:t>One shared Fabric capacity supporting multiple business units</a:t>
            </a:r>
            <a:endParaRPr lang="en-US" dirty="0"/>
          </a:p>
        </p:txBody>
      </p:sp>
      <p:sp>
        <p:nvSpPr>
          <p:cNvPr id="17" name="Shape 6">
            <a:extLst>
              <a:ext uri="{FF2B5EF4-FFF2-40B4-BE49-F238E27FC236}">
                <a16:creationId xmlns:a16="http://schemas.microsoft.com/office/drawing/2014/main" id="{3FC4C37D-3506-74C1-7914-A499FE88A0F6}"/>
              </a:ext>
            </a:extLst>
          </p:cNvPr>
          <p:cNvSpPr/>
          <p:nvPr/>
        </p:nvSpPr>
        <p:spPr>
          <a:xfrm>
            <a:off x="1371762" y="4271772"/>
            <a:ext cx="109728" cy="109728"/>
          </a:xfrm>
          <a:prstGeom prst="ellipse">
            <a:avLst/>
          </a:prstGeom>
          <a:solidFill>
            <a:srgbClr val="11B5AE"/>
          </a:solidFill>
          <a:ln w="12700">
            <a:solidFill>
              <a:srgbClr val="11B5AE"/>
            </a:solidFill>
            <a:prstDash val="solid"/>
          </a:ln>
        </p:spPr>
        <p:txBody>
          <a:bodyPr/>
          <a:lstStyle/>
          <a:p>
            <a:endParaRPr lang="en-US"/>
          </a:p>
        </p:txBody>
      </p:sp>
      <p:sp>
        <p:nvSpPr>
          <p:cNvPr id="18" name="Text 7">
            <a:extLst>
              <a:ext uri="{FF2B5EF4-FFF2-40B4-BE49-F238E27FC236}">
                <a16:creationId xmlns:a16="http://schemas.microsoft.com/office/drawing/2014/main" id="{F9780AD6-8A03-D53A-9370-8237809B5CA6}"/>
              </a:ext>
            </a:extLst>
          </p:cNvPr>
          <p:cNvSpPr/>
          <p:nvPr/>
        </p:nvSpPr>
        <p:spPr>
          <a:xfrm>
            <a:off x="1572930" y="4177030"/>
            <a:ext cx="3867912" cy="262954"/>
          </a:xfrm>
          <a:prstGeom prst="rect">
            <a:avLst/>
          </a:prstGeom>
          <a:noFill/>
          <a:ln/>
        </p:spPr>
        <p:txBody>
          <a:bodyPr wrap="square" lIns="0" tIns="0" rIns="0" bIns="0" rtlCol="0" anchor="t"/>
          <a:lstStyle/>
          <a:p>
            <a:pPr marL="0" indent="0">
              <a:buNone/>
            </a:pPr>
            <a:r>
              <a:rPr lang="en-US" dirty="0">
                <a:solidFill>
                  <a:srgbClr val="0F172A"/>
                </a:solidFill>
              </a:rPr>
              <a:t>40 developers; mix of self-service and enterprise reporting</a:t>
            </a:r>
            <a:endParaRPr lang="en-US" dirty="0"/>
          </a:p>
        </p:txBody>
      </p:sp>
      <p:sp>
        <p:nvSpPr>
          <p:cNvPr id="19" name="Shape 8">
            <a:extLst>
              <a:ext uri="{FF2B5EF4-FFF2-40B4-BE49-F238E27FC236}">
                <a16:creationId xmlns:a16="http://schemas.microsoft.com/office/drawing/2014/main" id="{FEFF3E45-810F-E638-B055-99AC83CA4467}"/>
              </a:ext>
            </a:extLst>
          </p:cNvPr>
          <p:cNvSpPr/>
          <p:nvPr/>
        </p:nvSpPr>
        <p:spPr>
          <a:xfrm>
            <a:off x="1371762" y="4881372"/>
            <a:ext cx="109728" cy="109728"/>
          </a:xfrm>
          <a:prstGeom prst="ellipse">
            <a:avLst/>
          </a:prstGeom>
          <a:solidFill>
            <a:srgbClr val="11B5AE"/>
          </a:solidFill>
          <a:ln w="12700">
            <a:solidFill>
              <a:srgbClr val="11B5AE"/>
            </a:solidFill>
            <a:prstDash val="solid"/>
          </a:ln>
        </p:spPr>
        <p:txBody>
          <a:bodyPr/>
          <a:lstStyle/>
          <a:p>
            <a:endParaRPr lang="en-US"/>
          </a:p>
        </p:txBody>
      </p:sp>
      <p:sp>
        <p:nvSpPr>
          <p:cNvPr id="20" name="Text 9">
            <a:extLst>
              <a:ext uri="{FF2B5EF4-FFF2-40B4-BE49-F238E27FC236}">
                <a16:creationId xmlns:a16="http://schemas.microsoft.com/office/drawing/2014/main" id="{36E19476-0883-F919-A118-2D21880A3FDE}"/>
              </a:ext>
            </a:extLst>
          </p:cNvPr>
          <p:cNvSpPr/>
          <p:nvPr/>
        </p:nvSpPr>
        <p:spPr>
          <a:xfrm>
            <a:off x="1572930" y="4817935"/>
            <a:ext cx="3867912" cy="262954"/>
          </a:xfrm>
          <a:prstGeom prst="rect">
            <a:avLst/>
          </a:prstGeom>
          <a:noFill/>
          <a:ln/>
        </p:spPr>
        <p:txBody>
          <a:bodyPr wrap="square" lIns="0" tIns="0" rIns="0" bIns="0" rtlCol="0" anchor="t"/>
          <a:lstStyle/>
          <a:p>
            <a:pPr marL="0" indent="0">
              <a:buNone/>
            </a:pPr>
            <a:r>
              <a:rPr lang="en-US" dirty="0">
                <a:solidFill>
                  <a:srgbClr val="0F172A"/>
                </a:solidFill>
              </a:rPr>
              <a:t>Shared Lakehouse feeding several executive dashboards</a:t>
            </a:r>
            <a:endParaRPr lang="en-US" dirty="0"/>
          </a:p>
        </p:txBody>
      </p:sp>
      <p:sp>
        <p:nvSpPr>
          <p:cNvPr id="21" name="Shape 10">
            <a:extLst>
              <a:ext uri="{FF2B5EF4-FFF2-40B4-BE49-F238E27FC236}">
                <a16:creationId xmlns:a16="http://schemas.microsoft.com/office/drawing/2014/main" id="{3850E874-21C5-ABBB-B3D1-835240D00837}"/>
              </a:ext>
            </a:extLst>
          </p:cNvPr>
          <p:cNvSpPr/>
          <p:nvPr/>
        </p:nvSpPr>
        <p:spPr>
          <a:xfrm>
            <a:off x="1371762" y="5567172"/>
            <a:ext cx="109728" cy="109728"/>
          </a:xfrm>
          <a:prstGeom prst="ellipse">
            <a:avLst/>
          </a:prstGeom>
          <a:solidFill>
            <a:srgbClr val="11B5AE"/>
          </a:solidFill>
          <a:ln w="12700">
            <a:solidFill>
              <a:srgbClr val="11B5AE"/>
            </a:solidFill>
            <a:prstDash val="solid"/>
          </a:ln>
        </p:spPr>
        <p:txBody>
          <a:bodyPr/>
          <a:lstStyle/>
          <a:p>
            <a:endParaRPr lang="en-US"/>
          </a:p>
        </p:txBody>
      </p:sp>
      <p:sp>
        <p:nvSpPr>
          <p:cNvPr id="22" name="Text 11">
            <a:extLst>
              <a:ext uri="{FF2B5EF4-FFF2-40B4-BE49-F238E27FC236}">
                <a16:creationId xmlns:a16="http://schemas.microsoft.com/office/drawing/2014/main" id="{2CDF2DA6-5E5A-0AF1-3A1D-8F9DF1F437F9}"/>
              </a:ext>
            </a:extLst>
          </p:cNvPr>
          <p:cNvSpPr/>
          <p:nvPr/>
        </p:nvSpPr>
        <p:spPr>
          <a:xfrm>
            <a:off x="1572930" y="5458841"/>
            <a:ext cx="3867912" cy="262954"/>
          </a:xfrm>
          <a:prstGeom prst="rect">
            <a:avLst/>
          </a:prstGeom>
          <a:noFill/>
          <a:ln/>
        </p:spPr>
        <p:txBody>
          <a:bodyPr wrap="square" lIns="0" tIns="0" rIns="0" bIns="0" rtlCol="0" anchor="t"/>
          <a:lstStyle/>
          <a:p>
            <a:pPr marL="0" indent="0">
              <a:buNone/>
            </a:pPr>
            <a:r>
              <a:rPr lang="en-US" dirty="0">
                <a:solidFill>
                  <a:srgbClr val="0F172A"/>
                </a:solidFill>
              </a:rPr>
              <a:t>Limited deployment pipelines and no strict dev / test / prod separation</a:t>
            </a:r>
            <a:endParaRPr lang="en-US" dirty="0"/>
          </a:p>
        </p:txBody>
      </p:sp>
      <p:sp>
        <p:nvSpPr>
          <p:cNvPr id="23" name="Shape 12">
            <a:extLst>
              <a:ext uri="{FF2B5EF4-FFF2-40B4-BE49-F238E27FC236}">
                <a16:creationId xmlns:a16="http://schemas.microsoft.com/office/drawing/2014/main" id="{BD3C6A50-6446-9FD2-1D4B-CB130EE031EC}"/>
              </a:ext>
            </a:extLst>
          </p:cNvPr>
          <p:cNvSpPr/>
          <p:nvPr/>
        </p:nvSpPr>
        <p:spPr>
          <a:xfrm>
            <a:off x="1371762" y="6176772"/>
            <a:ext cx="109728" cy="109728"/>
          </a:xfrm>
          <a:prstGeom prst="ellipse">
            <a:avLst/>
          </a:prstGeom>
          <a:solidFill>
            <a:srgbClr val="11B5AE"/>
          </a:solidFill>
          <a:ln w="12700">
            <a:solidFill>
              <a:srgbClr val="11B5AE"/>
            </a:solidFill>
            <a:prstDash val="solid"/>
          </a:ln>
        </p:spPr>
        <p:txBody>
          <a:bodyPr/>
          <a:lstStyle/>
          <a:p>
            <a:endParaRPr lang="en-US"/>
          </a:p>
        </p:txBody>
      </p:sp>
      <p:sp>
        <p:nvSpPr>
          <p:cNvPr id="24" name="Text 13">
            <a:extLst>
              <a:ext uri="{FF2B5EF4-FFF2-40B4-BE49-F238E27FC236}">
                <a16:creationId xmlns:a16="http://schemas.microsoft.com/office/drawing/2014/main" id="{8F5821CB-B50D-8020-FD24-515AD10A6CA5}"/>
              </a:ext>
            </a:extLst>
          </p:cNvPr>
          <p:cNvSpPr/>
          <p:nvPr/>
        </p:nvSpPr>
        <p:spPr>
          <a:xfrm>
            <a:off x="1572930" y="6099746"/>
            <a:ext cx="3867912" cy="262954"/>
          </a:xfrm>
          <a:prstGeom prst="rect">
            <a:avLst/>
          </a:prstGeom>
          <a:noFill/>
          <a:ln/>
        </p:spPr>
        <p:txBody>
          <a:bodyPr wrap="square" lIns="0" tIns="0" rIns="0" bIns="0" rtlCol="0" anchor="t"/>
          <a:lstStyle/>
          <a:p>
            <a:pPr marL="0" indent="0">
              <a:buNone/>
            </a:pPr>
            <a:r>
              <a:rPr lang="en-US" dirty="0">
                <a:solidFill>
                  <a:srgbClr val="0F172A"/>
                </a:solidFill>
              </a:rPr>
              <a:t>No documented concurrency assumptions or formal monitoring model</a:t>
            </a:r>
            <a:endParaRPr lang="en-US" dirty="0"/>
          </a:p>
        </p:txBody>
      </p:sp>
      <p:sp>
        <p:nvSpPr>
          <p:cNvPr id="25" name="Shape 14">
            <a:extLst>
              <a:ext uri="{FF2B5EF4-FFF2-40B4-BE49-F238E27FC236}">
                <a16:creationId xmlns:a16="http://schemas.microsoft.com/office/drawing/2014/main" id="{860C40C7-3391-2A92-3E77-4AB91CA413A1}"/>
              </a:ext>
            </a:extLst>
          </p:cNvPr>
          <p:cNvSpPr/>
          <p:nvPr/>
        </p:nvSpPr>
        <p:spPr>
          <a:xfrm>
            <a:off x="6035202" y="2950585"/>
            <a:ext cx="5806440" cy="4206240"/>
          </a:xfrm>
          <a:prstGeom prst="roundRect">
            <a:avLst>
              <a:gd name="adj" fmla="val 1087"/>
            </a:avLst>
          </a:prstGeom>
          <a:solidFill>
            <a:srgbClr val="0F3D91"/>
          </a:solidFill>
          <a:ln w="12700">
            <a:solidFill>
              <a:srgbClr val="0F3D91"/>
            </a:solidFill>
            <a:prstDash val="solid"/>
          </a:ln>
        </p:spPr>
        <p:txBody>
          <a:bodyPr/>
          <a:lstStyle/>
          <a:p>
            <a:endParaRPr lang="en-US"/>
          </a:p>
        </p:txBody>
      </p:sp>
      <p:sp>
        <p:nvSpPr>
          <p:cNvPr id="26" name="Text 15">
            <a:extLst>
              <a:ext uri="{FF2B5EF4-FFF2-40B4-BE49-F238E27FC236}">
                <a16:creationId xmlns:a16="http://schemas.microsoft.com/office/drawing/2014/main" id="{F3450F00-E835-6712-C2B5-C1F078739377}"/>
              </a:ext>
            </a:extLst>
          </p:cNvPr>
          <p:cNvSpPr/>
          <p:nvPr/>
        </p:nvSpPr>
        <p:spPr>
          <a:xfrm>
            <a:off x="6282090" y="3197472"/>
            <a:ext cx="3090510" cy="246063"/>
          </a:xfrm>
          <a:prstGeom prst="rect">
            <a:avLst/>
          </a:prstGeom>
          <a:noFill/>
          <a:ln/>
        </p:spPr>
        <p:txBody>
          <a:bodyPr wrap="square" lIns="0" tIns="0" rIns="0" bIns="0" rtlCol="0" anchor="ctr"/>
          <a:lstStyle/>
          <a:p>
            <a:pPr marL="0" indent="0">
              <a:buNone/>
            </a:pPr>
            <a:r>
              <a:rPr lang="en-US" sz="2400" b="1" dirty="0">
                <a:solidFill>
                  <a:srgbClr val="FFFFFF"/>
                </a:solidFill>
              </a:rPr>
              <a:t>Team output</a:t>
            </a:r>
            <a:endParaRPr lang="en-US" sz="2400" dirty="0"/>
          </a:p>
        </p:txBody>
      </p:sp>
      <p:sp>
        <p:nvSpPr>
          <p:cNvPr id="27" name="Shape 16">
            <a:extLst>
              <a:ext uri="{FF2B5EF4-FFF2-40B4-BE49-F238E27FC236}">
                <a16:creationId xmlns:a16="http://schemas.microsoft.com/office/drawing/2014/main" id="{57D7C4CC-ABA9-64B6-53B1-9330E99FEC8C}"/>
              </a:ext>
            </a:extLst>
          </p:cNvPr>
          <p:cNvSpPr/>
          <p:nvPr/>
        </p:nvSpPr>
        <p:spPr>
          <a:xfrm>
            <a:off x="6282090" y="3636385"/>
            <a:ext cx="109728" cy="109728"/>
          </a:xfrm>
          <a:prstGeom prst="ellipse">
            <a:avLst/>
          </a:prstGeom>
          <a:solidFill>
            <a:srgbClr val="FFFFFF"/>
          </a:solidFill>
          <a:ln w="12700">
            <a:solidFill>
              <a:srgbClr val="FFFFFF"/>
            </a:solidFill>
            <a:prstDash val="solid"/>
          </a:ln>
        </p:spPr>
        <p:txBody>
          <a:bodyPr/>
          <a:lstStyle/>
          <a:p>
            <a:endParaRPr lang="en-US"/>
          </a:p>
        </p:txBody>
      </p:sp>
      <p:sp>
        <p:nvSpPr>
          <p:cNvPr id="28" name="Text 17">
            <a:extLst>
              <a:ext uri="{FF2B5EF4-FFF2-40B4-BE49-F238E27FC236}">
                <a16:creationId xmlns:a16="http://schemas.microsoft.com/office/drawing/2014/main" id="{9B5147C7-AE7B-CFEC-73C8-E8D76A5D7BBD}"/>
              </a:ext>
            </a:extLst>
          </p:cNvPr>
          <p:cNvSpPr/>
          <p:nvPr/>
        </p:nvSpPr>
        <p:spPr>
          <a:xfrm>
            <a:off x="6483258" y="3563233"/>
            <a:ext cx="4782312" cy="262954"/>
          </a:xfrm>
          <a:prstGeom prst="rect">
            <a:avLst/>
          </a:prstGeom>
          <a:noFill/>
          <a:ln/>
        </p:spPr>
        <p:txBody>
          <a:bodyPr wrap="square" lIns="0" tIns="0" rIns="0" bIns="0" rtlCol="0" anchor="t"/>
          <a:lstStyle/>
          <a:p>
            <a:pPr marL="0" indent="0">
              <a:buNone/>
            </a:pPr>
            <a:r>
              <a:rPr lang="en-US" dirty="0">
                <a:solidFill>
                  <a:srgbClr val="FFFFFF"/>
                </a:solidFill>
              </a:rPr>
              <a:t>Is it production ready? If yes, for which workload tier?</a:t>
            </a:r>
            <a:endParaRPr lang="en-US" dirty="0"/>
          </a:p>
        </p:txBody>
      </p:sp>
      <p:sp>
        <p:nvSpPr>
          <p:cNvPr id="29" name="Shape 18">
            <a:extLst>
              <a:ext uri="{FF2B5EF4-FFF2-40B4-BE49-F238E27FC236}">
                <a16:creationId xmlns:a16="http://schemas.microsoft.com/office/drawing/2014/main" id="{E4536C1B-2AD5-1147-64DD-C15F2CF0AD6A}"/>
              </a:ext>
            </a:extLst>
          </p:cNvPr>
          <p:cNvSpPr/>
          <p:nvPr/>
        </p:nvSpPr>
        <p:spPr>
          <a:xfrm>
            <a:off x="6282090" y="4271772"/>
            <a:ext cx="109728" cy="109728"/>
          </a:xfrm>
          <a:prstGeom prst="ellipse">
            <a:avLst/>
          </a:prstGeom>
          <a:solidFill>
            <a:srgbClr val="FFFFFF"/>
          </a:solidFill>
          <a:ln w="12700">
            <a:solidFill>
              <a:srgbClr val="FFFFFF"/>
            </a:solidFill>
            <a:prstDash val="solid"/>
          </a:ln>
        </p:spPr>
        <p:txBody>
          <a:bodyPr/>
          <a:lstStyle/>
          <a:p>
            <a:endParaRPr lang="en-US"/>
          </a:p>
        </p:txBody>
      </p:sp>
      <p:sp>
        <p:nvSpPr>
          <p:cNvPr id="30" name="Text 19">
            <a:extLst>
              <a:ext uri="{FF2B5EF4-FFF2-40B4-BE49-F238E27FC236}">
                <a16:creationId xmlns:a16="http://schemas.microsoft.com/office/drawing/2014/main" id="{D29A1F10-CCD3-AF72-F6DA-E4D09577B259}"/>
              </a:ext>
            </a:extLst>
          </p:cNvPr>
          <p:cNvSpPr/>
          <p:nvPr/>
        </p:nvSpPr>
        <p:spPr>
          <a:xfrm>
            <a:off x="6483258" y="4177030"/>
            <a:ext cx="4782312" cy="262954"/>
          </a:xfrm>
          <a:prstGeom prst="rect">
            <a:avLst/>
          </a:prstGeom>
          <a:noFill/>
          <a:ln/>
        </p:spPr>
        <p:txBody>
          <a:bodyPr wrap="square" lIns="0" tIns="0" rIns="0" bIns="0" rtlCol="0" anchor="t"/>
          <a:lstStyle/>
          <a:p>
            <a:pPr marL="0" indent="0">
              <a:buNone/>
            </a:pPr>
            <a:r>
              <a:rPr lang="en-US" dirty="0">
                <a:solidFill>
                  <a:srgbClr val="FFFFFF"/>
                </a:solidFill>
              </a:rPr>
              <a:t>Top 5 risks and the score for each decision domain</a:t>
            </a:r>
            <a:endParaRPr lang="en-US" dirty="0"/>
          </a:p>
        </p:txBody>
      </p:sp>
      <p:sp>
        <p:nvSpPr>
          <p:cNvPr id="31" name="Shape 20">
            <a:extLst>
              <a:ext uri="{FF2B5EF4-FFF2-40B4-BE49-F238E27FC236}">
                <a16:creationId xmlns:a16="http://schemas.microsoft.com/office/drawing/2014/main" id="{2A1B4720-A69A-B92D-0C64-428BE2AA5364}"/>
              </a:ext>
            </a:extLst>
          </p:cNvPr>
          <p:cNvSpPr/>
          <p:nvPr/>
        </p:nvSpPr>
        <p:spPr>
          <a:xfrm>
            <a:off x="6282090" y="4652772"/>
            <a:ext cx="109728" cy="109728"/>
          </a:xfrm>
          <a:prstGeom prst="ellipse">
            <a:avLst/>
          </a:prstGeom>
          <a:solidFill>
            <a:srgbClr val="FFFFFF"/>
          </a:solidFill>
          <a:ln w="12700">
            <a:solidFill>
              <a:srgbClr val="FFFFFF"/>
            </a:solidFill>
            <a:prstDash val="solid"/>
          </a:ln>
        </p:spPr>
        <p:txBody>
          <a:bodyPr/>
          <a:lstStyle/>
          <a:p>
            <a:endParaRPr lang="en-US"/>
          </a:p>
        </p:txBody>
      </p:sp>
      <p:sp>
        <p:nvSpPr>
          <p:cNvPr id="32" name="Text 21">
            <a:extLst>
              <a:ext uri="{FF2B5EF4-FFF2-40B4-BE49-F238E27FC236}">
                <a16:creationId xmlns:a16="http://schemas.microsoft.com/office/drawing/2014/main" id="{B2ED1872-B983-2D5E-1316-530B840F4D28}"/>
              </a:ext>
            </a:extLst>
          </p:cNvPr>
          <p:cNvSpPr/>
          <p:nvPr/>
        </p:nvSpPr>
        <p:spPr>
          <a:xfrm>
            <a:off x="6483258" y="4589335"/>
            <a:ext cx="4782312" cy="262954"/>
          </a:xfrm>
          <a:prstGeom prst="rect">
            <a:avLst/>
          </a:prstGeom>
          <a:noFill/>
          <a:ln/>
        </p:spPr>
        <p:txBody>
          <a:bodyPr wrap="square" lIns="0" tIns="0" rIns="0" bIns="0" rtlCol="0" anchor="t"/>
          <a:lstStyle/>
          <a:p>
            <a:pPr marL="0" indent="0">
              <a:buNone/>
            </a:pPr>
            <a:r>
              <a:rPr lang="en-US" dirty="0">
                <a:solidFill>
                  <a:srgbClr val="FFFFFF"/>
                </a:solidFill>
              </a:rPr>
              <a:t>What must change before approval?</a:t>
            </a:r>
            <a:endParaRPr lang="en-US" dirty="0"/>
          </a:p>
        </p:txBody>
      </p:sp>
      <p:sp>
        <p:nvSpPr>
          <p:cNvPr id="33" name="Shape 22">
            <a:extLst>
              <a:ext uri="{FF2B5EF4-FFF2-40B4-BE49-F238E27FC236}">
                <a16:creationId xmlns:a16="http://schemas.microsoft.com/office/drawing/2014/main" id="{DA773269-7585-B4FF-21C7-FB8C1D9A05EC}"/>
              </a:ext>
            </a:extLst>
          </p:cNvPr>
          <p:cNvSpPr/>
          <p:nvPr/>
        </p:nvSpPr>
        <p:spPr>
          <a:xfrm>
            <a:off x="6282090" y="5109972"/>
            <a:ext cx="109728" cy="109728"/>
          </a:xfrm>
          <a:prstGeom prst="ellipse">
            <a:avLst/>
          </a:prstGeom>
          <a:solidFill>
            <a:srgbClr val="FFFFFF"/>
          </a:solidFill>
          <a:ln w="12700">
            <a:solidFill>
              <a:srgbClr val="FFFFFF"/>
            </a:solidFill>
            <a:prstDash val="solid"/>
          </a:ln>
        </p:spPr>
        <p:txBody>
          <a:bodyPr/>
          <a:lstStyle/>
          <a:p>
            <a:endParaRPr lang="en-US"/>
          </a:p>
        </p:txBody>
      </p:sp>
      <p:sp>
        <p:nvSpPr>
          <p:cNvPr id="34" name="Text 23">
            <a:extLst>
              <a:ext uri="{FF2B5EF4-FFF2-40B4-BE49-F238E27FC236}">
                <a16:creationId xmlns:a16="http://schemas.microsoft.com/office/drawing/2014/main" id="{4DAA7ED2-8A81-11CB-DF28-418072BC9BB4}"/>
              </a:ext>
            </a:extLst>
          </p:cNvPr>
          <p:cNvSpPr/>
          <p:nvPr/>
        </p:nvSpPr>
        <p:spPr>
          <a:xfrm>
            <a:off x="6483258" y="5001641"/>
            <a:ext cx="4782312" cy="262954"/>
          </a:xfrm>
          <a:prstGeom prst="rect">
            <a:avLst/>
          </a:prstGeom>
          <a:noFill/>
          <a:ln/>
        </p:spPr>
        <p:txBody>
          <a:bodyPr wrap="square" lIns="0" tIns="0" rIns="0" bIns="0" rtlCol="0" anchor="t"/>
          <a:lstStyle/>
          <a:p>
            <a:pPr marL="0" indent="0">
              <a:buNone/>
            </a:pPr>
            <a:r>
              <a:rPr lang="en-US" dirty="0">
                <a:solidFill>
                  <a:srgbClr val="FFFFFF"/>
                </a:solidFill>
              </a:rPr>
              <a:t>What can be accepted temporarily as residual risk?</a:t>
            </a:r>
            <a:endParaRPr lang="en-US" dirty="0"/>
          </a:p>
        </p:txBody>
      </p:sp>
      <p:sp>
        <p:nvSpPr>
          <p:cNvPr id="35" name="Shape 24">
            <a:extLst>
              <a:ext uri="{FF2B5EF4-FFF2-40B4-BE49-F238E27FC236}">
                <a16:creationId xmlns:a16="http://schemas.microsoft.com/office/drawing/2014/main" id="{CF62FFCD-8380-3885-A9F5-121E00124346}"/>
              </a:ext>
            </a:extLst>
          </p:cNvPr>
          <p:cNvSpPr/>
          <p:nvPr/>
        </p:nvSpPr>
        <p:spPr>
          <a:xfrm>
            <a:off x="6282090" y="5490972"/>
            <a:ext cx="109728" cy="109728"/>
          </a:xfrm>
          <a:prstGeom prst="ellipse">
            <a:avLst/>
          </a:prstGeom>
          <a:solidFill>
            <a:srgbClr val="FFFFFF"/>
          </a:solidFill>
          <a:ln w="12700">
            <a:solidFill>
              <a:srgbClr val="FFFFFF"/>
            </a:solidFill>
            <a:prstDash val="solid"/>
          </a:ln>
        </p:spPr>
        <p:txBody>
          <a:bodyPr/>
          <a:lstStyle/>
          <a:p>
            <a:endParaRPr lang="en-US"/>
          </a:p>
        </p:txBody>
      </p:sp>
      <p:sp>
        <p:nvSpPr>
          <p:cNvPr id="36" name="Text 25">
            <a:extLst>
              <a:ext uri="{FF2B5EF4-FFF2-40B4-BE49-F238E27FC236}">
                <a16:creationId xmlns:a16="http://schemas.microsoft.com/office/drawing/2014/main" id="{51ABCBEA-E052-377E-D6C0-50E6C1C5729F}"/>
              </a:ext>
            </a:extLst>
          </p:cNvPr>
          <p:cNvSpPr/>
          <p:nvPr/>
        </p:nvSpPr>
        <p:spPr>
          <a:xfrm>
            <a:off x="6483258" y="5413946"/>
            <a:ext cx="4782312" cy="262954"/>
          </a:xfrm>
          <a:prstGeom prst="rect">
            <a:avLst/>
          </a:prstGeom>
          <a:noFill/>
          <a:ln/>
        </p:spPr>
        <p:txBody>
          <a:bodyPr wrap="square" lIns="0" tIns="0" rIns="0" bIns="0" rtlCol="0" anchor="t"/>
          <a:lstStyle/>
          <a:p>
            <a:pPr marL="0" indent="0">
              <a:buNone/>
            </a:pPr>
            <a:r>
              <a:rPr lang="en-US" dirty="0">
                <a:solidFill>
                  <a:srgbClr val="FFFFFF"/>
                </a:solidFill>
              </a:rPr>
              <a:t>Defend the decision to the architecture board, governance lead, and CIO/CFO</a:t>
            </a:r>
            <a:endParaRPr lang="en-US" dirty="0"/>
          </a:p>
        </p:txBody>
      </p:sp>
      <p:sp>
        <p:nvSpPr>
          <p:cNvPr id="37" name="Shape 26">
            <a:extLst>
              <a:ext uri="{FF2B5EF4-FFF2-40B4-BE49-F238E27FC236}">
                <a16:creationId xmlns:a16="http://schemas.microsoft.com/office/drawing/2014/main" id="{6A5DF5DC-92C3-4ECD-514C-4890A0375407}"/>
              </a:ext>
            </a:extLst>
          </p:cNvPr>
          <p:cNvSpPr/>
          <p:nvPr/>
        </p:nvSpPr>
        <p:spPr>
          <a:xfrm>
            <a:off x="1326042" y="7312272"/>
            <a:ext cx="10561320" cy="650625"/>
          </a:xfrm>
          <a:prstGeom prst="roundRect">
            <a:avLst>
              <a:gd name="adj" fmla="val 11765"/>
            </a:avLst>
          </a:prstGeom>
          <a:solidFill>
            <a:srgbClr val="DDF7F5"/>
          </a:solidFill>
          <a:ln w="12700">
            <a:solidFill>
              <a:srgbClr val="DDF7F5"/>
            </a:solidFill>
            <a:prstDash val="solid"/>
          </a:ln>
        </p:spPr>
        <p:txBody>
          <a:bodyPr/>
          <a:lstStyle/>
          <a:p>
            <a:endParaRPr lang="en-US"/>
          </a:p>
        </p:txBody>
      </p:sp>
      <p:sp>
        <p:nvSpPr>
          <p:cNvPr id="38" name="Text 27">
            <a:extLst>
              <a:ext uri="{FF2B5EF4-FFF2-40B4-BE49-F238E27FC236}">
                <a16:creationId xmlns:a16="http://schemas.microsoft.com/office/drawing/2014/main" id="{8421E15B-CA04-0E6B-C715-83463A347CD9}"/>
              </a:ext>
            </a:extLst>
          </p:cNvPr>
          <p:cNvSpPr/>
          <p:nvPr/>
        </p:nvSpPr>
        <p:spPr>
          <a:xfrm>
            <a:off x="1508922" y="7394568"/>
            <a:ext cx="10149840" cy="447751"/>
          </a:xfrm>
          <a:prstGeom prst="rect">
            <a:avLst/>
          </a:prstGeom>
          <a:noFill/>
          <a:ln/>
        </p:spPr>
        <p:txBody>
          <a:bodyPr wrap="square" lIns="0" tIns="0" rIns="0" bIns="0" rtlCol="0" anchor="ctr"/>
          <a:lstStyle/>
          <a:p>
            <a:pPr marL="0" indent="0" algn="ctr">
              <a:buNone/>
            </a:pPr>
            <a:r>
              <a:rPr lang="en-US" sz="1600" b="1" dirty="0">
                <a:solidFill>
                  <a:srgbClr val="0F3D91"/>
                </a:solidFill>
              </a:rPr>
              <a:t>Important nuance: A design might be acceptable for departmental BI but not for enterprise-certified or executive-critical reporting.</a:t>
            </a:r>
            <a:endParaRPr lang="en-US" sz="1600" dirty="0"/>
          </a:p>
        </p:txBody>
      </p:sp>
    </p:spTree>
    <p:extLst>
      <p:ext uri="{BB962C8B-B14F-4D97-AF65-F5344CB8AC3E}">
        <p14:creationId xmlns:p14="http://schemas.microsoft.com/office/powerpoint/2010/main" val="20182794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527B29F-A203-CFAE-F910-E4BA5605D1B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388AA7A-CD18-C94F-F4A1-B3744A5A1797}"/>
              </a:ext>
            </a:extLst>
          </p:cNvPr>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82F4E495-9DF4-DB2C-7579-8694B5CEF6EE}"/>
              </a:ext>
            </a:extLst>
          </p:cNvPr>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a:extLst>
              <a:ext uri="{FF2B5EF4-FFF2-40B4-BE49-F238E27FC236}">
                <a16:creationId xmlns:a16="http://schemas.microsoft.com/office/drawing/2014/main" id="{F72CF2DF-3A0B-8C2A-4907-D60DD76D8472}"/>
              </a:ext>
            </a:extLst>
          </p:cNvPr>
          <p:cNvGrpSpPr>
            <a:grpSpLocks noChangeAspect="1"/>
          </p:cNvGrpSpPr>
          <p:nvPr/>
        </p:nvGrpSpPr>
        <p:grpSpPr>
          <a:xfrm>
            <a:off x="16331765" y="473688"/>
            <a:ext cx="927535" cy="555012"/>
            <a:chOff x="0" y="0"/>
            <a:chExt cx="1855064" cy="1110031"/>
          </a:xfrm>
        </p:grpSpPr>
        <p:sp>
          <p:nvSpPr>
            <p:cNvPr id="5" name="Freeform 5">
              <a:extLst>
                <a:ext uri="{FF2B5EF4-FFF2-40B4-BE49-F238E27FC236}">
                  <a16:creationId xmlns:a16="http://schemas.microsoft.com/office/drawing/2014/main" id="{E8BB7892-7A3B-629F-D57C-3B3993E5371D}"/>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a:extLst>
                <a:ext uri="{FF2B5EF4-FFF2-40B4-BE49-F238E27FC236}">
                  <a16:creationId xmlns:a16="http://schemas.microsoft.com/office/drawing/2014/main" id="{1B5A9E2C-50F8-0F0F-6B81-46D35E5DD7A6}"/>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a:extLst>
                <a:ext uri="{FF2B5EF4-FFF2-40B4-BE49-F238E27FC236}">
                  <a16:creationId xmlns:a16="http://schemas.microsoft.com/office/drawing/2014/main" id="{2CD25DE6-1676-B2F6-086F-CDFF82E9F626}"/>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a:extLst>
              <a:ext uri="{FF2B5EF4-FFF2-40B4-BE49-F238E27FC236}">
                <a16:creationId xmlns:a16="http://schemas.microsoft.com/office/drawing/2014/main" id="{62B9C2BA-54F6-26B9-5040-44671F5FE6EA}"/>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TextBox 10">
            <a:extLst>
              <a:ext uri="{FF2B5EF4-FFF2-40B4-BE49-F238E27FC236}">
                <a16:creationId xmlns:a16="http://schemas.microsoft.com/office/drawing/2014/main" id="{B439D4E5-908A-2522-CADF-5C4B3794598C}"/>
              </a:ext>
            </a:extLst>
          </p:cNvPr>
          <p:cNvSpPr txBox="1"/>
          <p:nvPr/>
        </p:nvSpPr>
        <p:spPr>
          <a:xfrm>
            <a:off x="1028700" y="426064"/>
            <a:ext cx="8953500" cy="403252"/>
          </a:xfrm>
          <a:prstGeom prst="rect">
            <a:avLst/>
          </a:prstGeom>
        </p:spPr>
        <p:txBody>
          <a:bodyPr wrap="square" lIns="0" tIns="0" rIns="0" bIns="0" rtlCol="0" anchor="t">
            <a:spAutoFit/>
          </a:bodyPr>
          <a:lstStyle/>
          <a:p>
            <a:pPr>
              <a:lnSpc>
                <a:spcPts val="3359"/>
              </a:lnSpc>
            </a:pPr>
            <a:r>
              <a:rPr lang="en-US" sz="2400" dirty="0">
                <a:solidFill>
                  <a:srgbClr val="FFFFFF"/>
                </a:solidFill>
                <a:latin typeface="Outfit"/>
                <a:ea typeface="Outfit"/>
                <a:cs typeface="Outfit"/>
                <a:sym typeface="Outfit"/>
              </a:rPr>
              <a:t>Production readiness framework</a:t>
            </a:r>
          </a:p>
        </p:txBody>
      </p:sp>
      <p:sp>
        <p:nvSpPr>
          <p:cNvPr id="11" name="TextBox 9">
            <a:extLst>
              <a:ext uri="{FF2B5EF4-FFF2-40B4-BE49-F238E27FC236}">
                <a16:creationId xmlns:a16="http://schemas.microsoft.com/office/drawing/2014/main" id="{F9A8BB57-C3F9-1F7F-17AD-25F6DC52EDBD}"/>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76</a:t>
            </a:fld>
            <a:endParaRPr lang="en-US" sz="2400" dirty="0">
              <a:solidFill>
                <a:srgbClr val="FFFFFF"/>
              </a:solidFill>
              <a:latin typeface="Outfit"/>
              <a:ea typeface="Outfit"/>
              <a:cs typeface="Outfit"/>
              <a:sym typeface="Outfit"/>
            </a:endParaRPr>
          </a:p>
        </p:txBody>
      </p:sp>
      <p:sp>
        <p:nvSpPr>
          <p:cNvPr id="9" name="Text 0">
            <a:extLst>
              <a:ext uri="{FF2B5EF4-FFF2-40B4-BE49-F238E27FC236}">
                <a16:creationId xmlns:a16="http://schemas.microsoft.com/office/drawing/2014/main" id="{D94774D8-A3FC-4C4D-5FCF-F35F0C394F5C}"/>
              </a:ext>
            </a:extLst>
          </p:cNvPr>
          <p:cNvSpPr/>
          <p:nvPr/>
        </p:nvSpPr>
        <p:spPr>
          <a:xfrm>
            <a:off x="1030321" y="1732788"/>
            <a:ext cx="8046720" cy="502920"/>
          </a:xfrm>
          <a:prstGeom prst="rect">
            <a:avLst/>
          </a:prstGeom>
          <a:noFill/>
          <a:ln/>
        </p:spPr>
        <p:txBody>
          <a:bodyPr wrap="square" lIns="0" tIns="0" rIns="0" bIns="0" rtlCol="0" anchor="ctr"/>
          <a:lstStyle/>
          <a:p>
            <a:pPr marL="0" indent="0">
              <a:buNone/>
            </a:pPr>
            <a:r>
              <a:rPr lang="en-US" sz="3600" b="1" dirty="0">
                <a:solidFill>
                  <a:schemeClr val="bg1"/>
                </a:solidFill>
                <a:latin typeface="Aptos Display" pitchFamily="34" charset="0"/>
                <a:ea typeface="Aptos Display" pitchFamily="34" charset="-122"/>
                <a:cs typeface="Aptos Display" pitchFamily="34" charset="-120"/>
              </a:rPr>
              <a:t>Recommended final decision statement</a:t>
            </a:r>
            <a:endParaRPr lang="en-US" sz="3600" dirty="0">
              <a:solidFill>
                <a:schemeClr val="bg1"/>
              </a:solidFill>
            </a:endParaRPr>
          </a:p>
        </p:txBody>
      </p:sp>
      <p:sp>
        <p:nvSpPr>
          <p:cNvPr id="12" name="Text 1">
            <a:extLst>
              <a:ext uri="{FF2B5EF4-FFF2-40B4-BE49-F238E27FC236}">
                <a16:creationId xmlns:a16="http://schemas.microsoft.com/office/drawing/2014/main" id="{B879B39E-458B-D2BE-53E4-3564D9BD40C4}"/>
              </a:ext>
            </a:extLst>
          </p:cNvPr>
          <p:cNvSpPr/>
          <p:nvPr/>
        </p:nvSpPr>
        <p:spPr>
          <a:xfrm>
            <a:off x="1048608" y="2336292"/>
            <a:ext cx="15258191" cy="292608"/>
          </a:xfrm>
          <a:prstGeom prst="rect">
            <a:avLst/>
          </a:prstGeom>
          <a:noFill/>
          <a:ln/>
        </p:spPr>
        <p:txBody>
          <a:bodyPr wrap="square" lIns="0" tIns="0" rIns="0" bIns="0" rtlCol="0" anchor="ctr"/>
          <a:lstStyle/>
          <a:p>
            <a:pPr marL="0" indent="0">
              <a:buNone/>
            </a:pPr>
            <a:r>
              <a:rPr lang="en-US" sz="2800" dirty="0">
                <a:solidFill>
                  <a:schemeClr val="bg1"/>
                </a:solidFill>
                <a:latin typeface="Aptos" pitchFamily="34" charset="0"/>
                <a:ea typeface="Aptos" pitchFamily="34" charset="-122"/>
                <a:cs typeface="Aptos" pitchFamily="34" charset="-120"/>
              </a:rPr>
              <a:t>Give reviewers a reusable template for approval, conditional approval, or rejection.</a:t>
            </a:r>
            <a:endParaRPr lang="en-US" sz="2800" dirty="0">
              <a:solidFill>
                <a:schemeClr val="bg1"/>
              </a:solidFill>
            </a:endParaRPr>
          </a:p>
        </p:txBody>
      </p:sp>
      <p:sp>
        <p:nvSpPr>
          <p:cNvPr id="13" name="Shape 2">
            <a:extLst>
              <a:ext uri="{FF2B5EF4-FFF2-40B4-BE49-F238E27FC236}">
                <a16:creationId xmlns:a16="http://schemas.microsoft.com/office/drawing/2014/main" id="{81515267-9BE8-A876-6471-DE21FD179D87}"/>
              </a:ext>
            </a:extLst>
          </p:cNvPr>
          <p:cNvSpPr/>
          <p:nvPr/>
        </p:nvSpPr>
        <p:spPr>
          <a:xfrm>
            <a:off x="1277209" y="2857500"/>
            <a:ext cx="10515600" cy="4023360"/>
          </a:xfrm>
          <a:prstGeom prst="roundRect">
            <a:avLst>
              <a:gd name="adj" fmla="val 1136"/>
            </a:avLst>
          </a:prstGeom>
          <a:solidFill>
            <a:srgbClr val="FFFFFF"/>
          </a:solidFill>
          <a:ln w="25400">
            <a:solidFill>
              <a:srgbClr val="0F3D91"/>
            </a:solidFill>
            <a:prstDash val="solid"/>
          </a:ln>
        </p:spPr>
        <p:txBody>
          <a:bodyPr/>
          <a:lstStyle/>
          <a:p>
            <a:endParaRPr lang="en-US"/>
          </a:p>
        </p:txBody>
      </p:sp>
      <p:sp>
        <p:nvSpPr>
          <p:cNvPr id="14" name="Text 3">
            <a:extLst>
              <a:ext uri="{FF2B5EF4-FFF2-40B4-BE49-F238E27FC236}">
                <a16:creationId xmlns:a16="http://schemas.microsoft.com/office/drawing/2014/main" id="{C7430D87-5B4F-FF14-2520-36BE3D15F960}"/>
              </a:ext>
            </a:extLst>
          </p:cNvPr>
          <p:cNvSpPr/>
          <p:nvPr/>
        </p:nvSpPr>
        <p:spPr>
          <a:xfrm>
            <a:off x="1551528" y="3131820"/>
            <a:ext cx="9268871" cy="109728"/>
          </a:xfrm>
          <a:prstGeom prst="rect">
            <a:avLst/>
          </a:prstGeom>
          <a:noFill/>
          <a:ln/>
        </p:spPr>
        <p:txBody>
          <a:bodyPr wrap="square" lIns="0" tIns="0" rIns="0" bIns="0" rtlCol="0" anchor="ctr"/>
          <a:lstStyle/>
          <a:p>
            <a:pPr marL="0" indent="0">
              <a:buNone/>
            </a:pPr>
            <a:r>
              <a:rPr lang="en-US" sz="2400" b="1" dirty="0">
                <a:solidFill>
                  <a:srgbClr val="0F3D91"/>
                </a:solidFill>
              </a:rPr>
              <a:t>Decision: Conditionally approved for production</a:t>
            </a:r>
            <a:endParaRPr lang="en-US" sz="2400" dirty="0"/>
          </a:p>
        </p:txBody>
      </p:sp>
      <p:sp>
        <p:nvSpPr>
          <p:cNvPr id="15" name="Shape 4">
            <a:extLst>
              <a:ext uri="{FF2B5EF4-FFF2-40B4-BE49-F238E27FC236}">
                <a16:creationId xmlns:a16="http://schemas.microsoft.com/office/drawing/2014/main" id="{09FFAC75-A819-E171-6CE6-A4A1C690A274}"/>
              </a:ext>
            </a:extLst>
          </p:cNvPr>
          <p:cNvSpPr/>
          <p:nvPr/>
        </p:nvSpPr>
        <p:spPr>
          <a:xfrm>
            <a:off x="1578961" y="3680460"/>
            <a:ext cx="109728" cy="109728"/>
          </a:xfrm>
          <a:prstGeom prst="ellipse">
            <a:avLst/>
          </a:prstGeom>
          <a:solidFill>
            <a:srgbClr val="11B5AE"/>
          </a:solidFill>
          <a:ln w="12700">
            <a:solidFill>
              <a:srgbClr val="11B5AE"/>
            </a:solidFill>
            <a:prstDash val="solid"/>
          </a:ln>
        </p:spPr>
        <p:txBody>
          <a:bodyPr/>
          <a:lstStyle/>
          <a:p>
            <a:endParaRPr lang="en-US"/>
          </a:p>
        </p:txBody>
      </p:sp>
      <p:sp>
        <p:nvSpPr>
          <p:cNvPr id="16" name="Text 5">
            <a:extLst>
              <a:ext uri="{FF2B5EF4-FFF2-40B4-BE49-F238E27FC236}">
                <a16:creationId xmlns:a16="http://schemas.microsoft.com/office/drawing/2014/main" id="{C2181ECA-02C2-8603-DC1F-FEBADC13C794}"/>
              </a:ext>
            </a:extLst>
          </p:cNvPr>
          <p:cNvSpPr/>
          <p:nvPr/>
        </p:nvSpPr>
        <p:spPr>
          <a:xfrm>
            <a:off x="1780129" y="3607308"/>
            <a:ext cx="9491472" cy="518541"/>
          </a:xfrm>
          <a:prstGeom prst="rect">
            <a:avLst/>
          </a:prstGeom>
          <a:noFill/>
          <a:ln/>
        </p:spPr>
        <p:txBody>
          <a:bodyPr wrap="square" lIns="0" tIns="0" rIns="0" bIns="0" rtlCol="0" anchor="t"/>
          <a:lstStyle/>
          <a:p>
            <a:pPr marL="0" indent="0">
              <a:buNone/>
            </a:pPr>
            <a:r>
              <a:rPr lang="en-US" dirty="0">
                <a:solidFill>
                  <a:srgbClr val="0F172A"/>
                </a:solidFill>
              </a:rPr>
              <a:t>Scope of approval: Departmental reporting only; not approved for enterprise-certified or executive-critical reporting.</a:t>
            </a:r>
            <a:endParaRPr lang="en-US" dirty="0"/>
          </a:p>
        </p:txBody>
      </p:sp>
      <p:sp>
        <p:nvSpPr>
          <p:cNvPr id="17" name="Shape 6">
            <a:extLst>
              <a:ext uri="{FF2B5EF4-FFF2-40B4-BE49-F238E27FC236}">
                <a16:creationId xmlns:a16="http://schemas.microsoft.com/office/drawing/2014/main" id="{B27D628D-6676-7616-BF63-3E9E38C65E5E}"/>
              </a:ext>
            </a:extLst>
          </p:cNvPr>
          <p:cNvSpPr/>
          <p:nvPr/>
        </p:nvSpPr>
        <p:spPr>
          <a:xfrm>
            <a:off x="1578961" y="4272153"/>
            <a:ext cx="109728" cy="109728"/>
          </a:xfrm>
          <a:prstGeom prst="ellipse">
            <a:avLst/>
          </a:prstGeom>
          <a:solidFill>
            <a:srgbClr val="11B5AE"/>
          </a:solidFill>
          <a:ln w="12700">
            <a:solidFill>
              <a:srgbClr val="11B5AE"/>
            </a:solidFill>
            <a:prstDash val="solid"/>
          </a:ln>
        </p:spPr>
        <p:txBody>
          <a:bodyPr/>
          <a:lstStyle/>
          <a:p>
            <a:endParaRPr lang="en-US"/>
          </a:p>
        </p:txBody>
      </p:sp>
      <p:sp>
        <p:nvSpPr>
          <p:cNvPr id="18" name="Text 7">
            <a:extLst>
              <a:ext uri="{FF2B5EF4-FFF2-40B4-BE49-F238E27FC236}">
                <a16:creationId xmlns:a16="http://schemas.microsoft.com/office/drawing/2014/main" id="{5E0F1311-D693-978F-0A2E-2D0E40B9AE1D}"/>
              </a:ext>
            </a:extLst>
          </p:cNvPr>
          <p:cNvSpPr/>
          <p:nvPr/>
        </p:nvSpPr>
        <p:spPr>
          <a:xfrm>
            <a:off x="1780129" y="4199001"/>
            <a:ext cx="9491472" cy="759524"/>
          </a:xfrm>
          <a:prstGeom prst="rect">
            <a:avLst/>
          </a:prstGeom>
          <a:noFill/>
          <a:ln/>
        </p:spPr>
        <p:txBody>
          <a:bodyPr wrap="square" lIns="0" tIns="0" rIns="0" bIns="0" rtlCol="0" anchor="t"/>
          <a:lstStyle/>
          <a:p>
            <a:pPr marL="0" indent="0">
              <a:buNone/>
            </a:pPr>
            <a:r>
              <a:rPr lang="en-US" dirty="0">
                <a:solidFill>
                  <a:srgbClr val="0F172A"/>
                </a:solidFill>
              </a:rPr>
              <a:t>Reasons: The core Fabric architecture is viable, but current gaps in capacity isolation, deployment control, and monitoring create unacceptable operational risk for high-criticality workloads.</a:t>
            </a:r>
            <a:endParaRPr lang="en-US" dirty="0"/>
          </a:p>
        </p:txBody>
      </p:sp>
      <p:sp>
        <p:nvSpPr>
          <p:cNvPr id="19" name="Shape 8">
            <a:extLst>
              <a:ext uri="{FF2B5EF4-FFF2-40B4-BE49-F238E27FC236}">
                <a16:creationId xmlns:a16="http://schemas.microsoft.com/office/drawing/2014/main" id="{D2037DC9-A96A-45BC-A537-4E997BBDE21E}"/>
              </a:ext>
            </a:extLst>
          </p:cNvPr>
          <p:cNvSpPr/>
          <p:nvPr/>
        </p:nvSpPr>
        <p:spPr>
          <a:xfrm>
            <a:off x="1578961" y="4838700"/>
            <a:ext cx="109728" cy="109728"/>
          </a:xfrm>
          <a:prstGeom prst="ellipse">
            <a:avLst/>
          </a:prstGeom>
          <a:solidFill>
            <a:srgbClr val="11B5AE"/>
          </a:solidFill>
          <a:ln w="12700">
            <a:solidFill>
              <a:srgbClr val="11B5AE"/>
            </a:solidFill>
            <a:prstDash val="solid"/>
          </a:ln>
        </p:spPr>
        <p:txBody>
          <a:bodyPr/>
          <a:lstStyle/>
          <a:p>
            <a:endParaRPr lang="en-US"/>
          </a:p>
        </p:txBody>
      </p:sp>
      <p:sp>
        <p:nvSpPr>
          <p:cNvPr id="20" name="Text 9">
            <a:extLst>
              <a:ext uri="{FF2B5EF4-FFF2-40B4-BE49-F238E27FC236}">
                <a16:creationId xmlns:a16="http://schemas.microsoft.com/office/drawing/2014/main" id="{8576EDC2-3542-895E-1C84-F5851317D2B4}"/>
              </a:ext>
            </a:extLst>
          </p:cNvPr>
          <p:cNvSpPr/>
          <p:nvPr/>
        </p:nvSpPr>
        <p:spPr>
          <a:xfrm>
            <a:off x="1780129" y="4762500"/>
            <a:ext cx="9491472" cy="759524"/>
          </a:xfrm>
          <a:prstGeom prst="rect">
            <a:avLst/>
          </a:prstGeom>
          <a:noFill/>
          <a:ln/>
        </p:spPr>
        <p:txBody>
          <a:bodyPr wrap="square" lIns="0" tIns="0" rIns="0" bIns="0" rtlCol="0" anchor="t"/>
          <a:lstStyle/>
          <a:p>
            <a:pPr marL="0" indent="0">
              <a:buNone/>
            </a:pPr>
            <a:r>
              <a:rPr lang="en-US" dirty="0">
                <a:solidFill>
                  <a:srgbClr val="0F172A"/>
                </a:solidFill>
              </a:rPr>
              <a:t>Required actions before full approval: establish production isolation, define release process, implement monitoring and alerting, document support ownership, and validate concurrency assumptions.</a:t>
            </a:r>
            <a:endParaRPr lang="en-US" dirty="0"/>
          </a:p>
        </p:txBody>
      </p:sp>
      <p:sp>
        <p:nvSpPr>
          <p:cNvPr id="21" name="Shape 10">
            <a:extLst>
              <a:ext uri="{FF2B5EF4-FFF2-40B4-BE49-F238E27FC236}">
                <a16:creationId xmlns:a16="http://schemas.microsoft.com/office/drawing/2014/main" id="{3A61D21F-4FF9-7E62-D4AA-51ECF71C4C8A}"/>
              </a:ext>
            </a:extLst>
          </p:cNvPr>
          <p:cNvSpPr/>
          <p:nvPr/>
        </p:nvSpPr>
        <p:spPr>
          <a:xfrm>
            <a:off x="1578961" y="5676900"/>
            <a:ext cx="109728" cy="109728"/>
          </a:xfrm>
          <a:prstGeom prst="ellipse">
            <a:avLst/>
          </a:prstGeom>
          <a:solidFill>
            <a:srgbClr val="11B5AE"/>
          </a:solidFill>
          <a:ln w="12700">
            <a:solidFill>
              <a:srgbClr val="11B5AE"/>
            </a:solidFill>
            <a:prstDash val="solid"/>
          </a:ln>
        </p:spPr>
        <p:txBody>
          <a:bodyPr/>
          <a:lstStyle/>
          <a:p>
            <a:endParaRPr lang="en-US"/>
          </a:p>
        </p:txBody>
      </p:sp>
      <p:sp>
        <p:nvSpPr>
          <p:cNvPr id="22" name="Text 11">
            <a:extLst>
              <a:ext uri="{FF2B5EF4-FFF2-40B4-BE49-F238E27FC236}">
                <a16:creationId xmlns:a16="http://schemas.microsoft.com/office/drawing/2014/main" id="{982F1D41-49B6-393C-CB66-9A2EF81DB275}"/>
              </a:ext>
            </a:extLst>
          </p:cNvPr>
          <p:cNvSpPr/>
          <p:nvPr/>
        </p:nvSpPr>
        <p:spPr>
          <a:xfrm>
            <a:off x="1780129" y="5595176"/>
            <a:ext cx="9491472" cy="518541"/>
          </a:xfrm>
          <a:prstGeom prst="rect">
            <a:avLst/>
          </a:prstGeom>
          <a:noFill/>
          <a:ln/>
        </p:spPr>
        <p:txBody>
          <a:bodyPr wrap="square" lIns="0" tIns="0" rIns="0" bIns="0" rtlCol="0" anchor="t"/>
          <a:lstStyle/>
          <a:p>
            <a:pPr marL="0" indent="0">
              <a:buNone/>
            </a:pPr>
            <a:r>
              <a:rPr lang="en-US" dirty="0">
                <a:solidFill>
                  <a:srgbClr val="0F172A"/>
                </a:solidFill>
              </a:rPr>
              <a:t>Residual risks accepted: moderate cost variability and manual operating overhead during early adoption.</a:t>
            </a:r>
            <a:endParaRPr lang="en-US" dirty="0"/>
          </a:p>
        </p:txBody>
      </p:sp>
      <p:sp>
        <p:nvSpPr>
          <p:cNvPr id="26" name="Shape 24">
            <a:extLst>
              <a:ext uri="{FF2B5EF4-FFF2-40B4-BE49-F238E27FC236}">
                <a16:creationId xmlns:a16="http://schemas.microsoft.com/office/drawing/2014/main" id="{195FF895-E692-9E69-5CE2-CCF016E48EA0}"/>
              </a:ext>
            </a:extLst>
          </p:cNvPr>
          <p:cNvSpPr/>
          <p:nvPr/>
        </p:nvSpPr>
        <p:spPr>
          <a:xfrm>
            <a:off x="3152605" y="7197852"/>
            <a:ext cx="5422392" cy="384048"/>
          </a:xfrm>
          <a:prstGeom prst="roundRect">
            <a:avLst>
              <a:gd name="adj" fmla="val 9524"/>
            </a:avLst>
          </a:prstGeom>
          <a:solidFill>
            <a:srgbClr val="92D050"/>
          </a:solidFill>
          <a:ln w="12700">
            <a:solidFill>
              <a:srgbClr val="EAF0FB"/>
            </a:solidFill>
            <a:prstDash val="solid"/>
          </a:ln>
        </p:spPr>
        <p:txBody>
          <a:bodyPr/>
          <a:lstStyle/>
          <a:p>
            <a:endParaRPr lang="en-US"/>
          </a:p>
        </p:txBody>
      </p:sp>
      <p:sp>
        <p:nvSpPr>
          <p:cNvPr id="28" name="Text 25">
            <a:extLst>
              <a:ext uri="{FF2B5EF4-FFF2-40B4-BE49-F238E27FC236}">
                <a16:creationId xmlns:a16="http://schemas.microsoft.com/office/drawing/2014/main" id="{D098D2EB-1BE5-346E-EEFD-D67AD3971C61}"/>
              </a:ext>
            </a:extLst>
          </p:cNvPr>
          <p:cNvSpPr/>
          <p:nvPr/>
        </p:nvSpPr>
        <p:spPr>
          <a:xfrm>
            <a:off x="3335485" y="7307580"/>
            <a:ext cx="5120640" cy="146304"/>
          </a:xfrm>
          <a:prstGeom prst="rect">
            <a:avLst/>
          </a:prstGeom>
          <a:noFill/>
          <a:ln/>
        </p:spPr>
        <p:txBody>
          <a:bodyPr wrap="square" lIns="0" tIns="0" rIns="0" bIns="0" rtlCol="0" anchor="ctr"/>
          <a:lstStyle/>
          <a:p>
            <a:pPr algn="ctr"/>
            <a:r>
              <a:rPr lang="en-US" b="1" dirty="0">
                <a:solidFill>
                  <a:srgbClr val="0F3D91"/>
                </a:solidFill>
              </a:rPr>
              <a:t>Microsoft Fabric Production Readiness Toolkit</a:t>
            </a:r>
            <a:endParaRPr lang="en-US" dirty="0"/>
          </a:p>
        </p:txBody>
      </p:sp>
    </p:spTree>
    <p:extLst>
      <p:ext uri="{BB962C8B-B14F-4D97-AF65-F5344CB8AC3E}">
        <p14:creationId xmlns:p14="http://schemas.microsoft.com/office/powerpoint/2010/main" val="34608046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3FF58-7647-9B94-6492-0A2C651B32C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6203ABB-11E9-3ACB-5BB3-0B82BD6E91E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dirty="0"/>
          </a:p>
        </p:txBody>
      </p:sp>
      <p:sp>
        <p:nvSpPr>
          <p:cNvPr id="3" name="TextBox 3">
            <a:extLst>
              <a:ext uri="{FF2B5EF4-FFF2-40B4-BE49-F238E27FC236}">
                <a16:creationId xmlns:a16="http://schemas.microsoft.com/office/drawing/2014/main" id="{F5198CD2-5E7C-DBBB-93AF-F021886C1A8F}"/>
              </a:ext>
            </a:extLst>
          </p:cNvPr>
          <p:cNvSpPr txBox="1"/>
          <p:nvPr/>
        </p:nvSpPr>
        <p:spPr>
          <a:xfrm>
            <a:off x="1028700" y="4479925"/>
            <a:ext cx="16878300" cy="1164806"/>
          </a:xfrm>
          <a:prstGeom prst="rect">
            <a:avLst/>
          </a:prstGeom>
        </p:spPr>
        <p:txBody>
          <a:bodyPr wrap="square" lIns="0" tIns="0" rIns="0" bIns="0" rtlCol="0" anchor="t">
            <a:spAutoFit/>
          </a:bodyPr>
          <a:lstStyle/>
          <a:p>
            <a:pPr>
              <a:lnSpc>
                <a:spcPts val="9799"/>
              </a:lnSpc>
            </a:pPr>
            <a:r>
              <a:rPr lang="en-US" sz="6999" dirty="0">
                <a:solidFill>
                  <a:srgbClr val="FFFFFF"/>
                </a:solidFill>
                <a:latin typeface="Outfit"/>
                <a:ea typeface="Outfit"/>
                <a:cs typeface="Outfit"/>
                <a:sym typeface="Outfit"/>
              </a:rPr>
              <a:t>Section 8: Q&amp;A + next steps</a:t>
            </a:r>
          </a:p>
        </p:txBody>
      </p:sp>
      <p:sp>
        <p:nvSpPr>
          <p:cNvPr id="5" name="AutoShape 5">
            <a:extLst>
              <a:ext uri="{FF2B5EF4-FFF2-40B4-BE49-F238E27FC236}">
                <a16:creationId xmlns:a16="http://schemas.microsoft.com/office/drawing/2014/main" id="{F8874DE4-AF93-62F8-9AB8-2C2C29597ECB}"/>
              </a:ext>
            </a:extLst>
          </p:cNvPr>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6" name="Freeform 6">
            <a:extLst>
              <a:ext uri="{FF2B5EF4-FFF2-40B4-BE49-F238E27FC236}">
                <a16:creationId xmlns:a16="http://schemas.microsoft.com/office/drawing/2014/main" id="{22877EE8-9F36-AF18-D6BE-4F4BBCED4BC6}"/>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Tree>
    <p:extLst>
      <p:ext uri="{BB962C8B-B14F-4D97-AF65-F5344CB8AC3E}">
        <p14:creationId xmlns:p14="http://schemas.microsoft.com/office/powerpoint/2010/main" val="34976357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dirty="0"/>
          </a:p>
        </p:txBody>
      </p:sp>
      <p:grpSp>
        <p:nvGrpSpPr>
          <p:cNvPr id="4" name="Group 4"/>
          <p:cNvGrpSpPr>
            <a:grpSpLocks noChangeAspect="1"/>
          </p:cNvGrpSpPr>
          <p:nvPr/>
        </p:nvGrpSpPr>
        <p:grpSpPr>
          <a:xfrm>
            <a:off x="16331765" y="473688"/>
            <a:ext cx="927535" cy="555012"/>
            <a:chOff x="0" y="0"/>
            <a:chExt cx="1855064" cy="1110031"/>
          </a:xfrm>
        </p:grpSpPr>
        <p:sp>
          <p:nvSpPr>
            <p:cNvPr id="5" name="Freeform 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dirty="0"/>
            </a:p>
          </p:txBody>
        </p:sp>
        <p:sp>
          <p:nvSpPr>
            <p:cNvPr id="6" name="Freeform 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dirty="0"/>
            </a:p>
          </p:txBody>
        </p:sp>
        <p:sp>
          <p:nvSpPr>
            <p:cNvPr id="7" name="Freeform 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dirty="0"/>
            </a:p>
          </p:txBody>
        </p:sp>
      </p:grpSp>
      <p:sp>
        <p:nvSpPr>
          <p:cNvPr id="8" name="TextBox 8"/>
          <p:cNvSpPr txBox="1"/>
          <p:nvPr/>
        </p:nvSpPr>
        <p:spPr>
          <a:xfrm>
            <a:off x="1028700" y="1236622"/>
            <a:ext cx="4457700" cy="863600"/>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Title Only Page</a:t>
            </a:r>
          </a:p>
        </p:txBody>
      </p:sp>
      <p:sp>
        <p:nvSpPr>
          <p:cNvPr id="9" name="TextBox 9"/>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dirty="0">
                <a:solidFill>
                  <a:srgbClr val="F97141"/>
                </a:solidFill>
                <a:latin typeface="Outfit Bold"/>
                <a:ea typeface="Outfit Bold"/>
                <a:cs typeface="Outfit Bold"/>
                <a:sym typeface="Outfit Bold"/>
              </a:rPr>
              <a:t>&gt;</a:t>
            </a:r>
          </a:p>
        </p:txBody>
      </p:sp>
      <p:sp>
        <p:nvSpPr>
          <p:cNvPr id="10" name="TextBox 10"/>
          <p:cNvSpPr txBox="1"/>
          <p:nvPr/>
        </p:nvSpPr>
        <p:spPr>
          <a:xfrm>
            <a:off x="1028700" y="9397049"/>
            <a:ext cx="647700" cy="405764"/>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sp>
        <p:nvSpPr>
          <p:cNvPr id="11" name="TextBox 11"/>
          <p:cNvSpPr txBox="1"/>
          <p:nvPr/>
        </p:nvSpPr>
        <p:spPr>
          <a:xfrm>
            <a:off x="1028700" y="441961"/>
            <a:ext cx="1714500" cy="405764"/>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dirty="0"/>
          </a:p>
        </p:txBody>
      </p:sp>
      <p:grpSp>
        <p:nvGrpSpPr>
          <p:cNvPr id="4" name="Group 4"/>
          <p:cNvGrpSpPr>
            <a:grpSpLocks noChangeAspect="1"/>
          </p:cNvGrpSpPr>
          <p:nvPr/>
        </p:nvGrpSpPr>
        <p:grpSpPr>
          <a:xfrm>
            <a:off x="16331765" y="473688"/>
            <a:ext cx="927535" cy="555012"/>
            <a:chOff x="0" y="0"/>
            <a:chExt cx="1855064" cy="1110031"/>
          </a:xfrm>
        </p:grpSpPr>
        <p:sp>
          <p:nvSpPr>
            <p:cNvPr id="5" name="Freeform 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dirty="0"/>
            </a:p>
          </p:txBody>
        </p:sp>
        <p:sp>
          <p:nvSpPr>
            <p:cNvPr id="6" name="Freeform 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dirty="0"/>
            </a:p>
          </p:txBody>
        </p:sp>
        <p:sp>
          <p:nvSpPr>
            <p:cNvPr id="7" name="Freeform 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dirty="0"/>
            </a:p>
          </p:txBody>
        </p:sp>
      </p:grpSp>
      <p:sp>
        <p:nvSpPr>
          <p:cNvPr id="8" name="TextBox 8"/>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dirty="0">
                <a:solidFill>
                  <a:srgbClr val="F97141"/>
                </a:solidFill>
                <a:latin typeface="Outfit Bold"/>
                <a:ea typeface="Outfit Bold"/>
                <a:cs typeface="Outfit Bold"/>
                <a:sym typeface="Outfit Bold"/>
              </a:rPr>
              <a:t>&gt;</a:t>
            </a:r>
          </a:p>
        </p:txBody>
      </p:sp>
      <p:sp>
        <p:nvSpPr>
          <p:cNvPr id="9" name="TextBox 9"/>
          <p:cNvSpPr txBox="1"/>
          <p:nvPr/>
        </p:nvSpPr>
        <p:spPr>
          <a:xfrm>
            <a:off x="1104305" y="9397049"/>
            <a:ext cx="648295" cy="405764"/>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sp>
        <p:nvSpPr>
          <p:cNvPr id="10" name="TextBox 10"/>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p:cNvSpPr txBox="1"/>
          <p:nvPr/>
        </p:nvSpPr>
        <p:spPr>
          <a:xfrm>
            <a:off x="1028700" y="1236622"/>
            <a:ext cx="4457700" cy="832023"/>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Title Only Page</a:t>
            </a:r>
          </a:p>
        </p:txBody>
      </p:sp>
      <p:sp>
        <p:nvSpPr>
          <p:cNvPr id="12" name="TextBox 12"/>
          <p:cNvSpPr txBox="1"/>
          <p:nvPr/>
        </p:nvSpPr>
        <p:spPr>
          <a:xfrm>
            <a:off x="1028700" y="2714466"/>
            <a:ext cx="11336978" cy="5854065"/>
          </a:xfrm>
          <a:prstGeom prst="rect">
            <a:avLst/>
          </a:prstGeom>
        </p:spPr>
        <p:txBody>
          <a:bodyPr lIns="0" tIns="0" rIns="0" bIns="0" rtlCol="0" anchor="t">
            <a:spAutoFit/>
          </a:bodyPr>
          <a:lstStyle/>
          <a:p>
            <a:pPr algn="l">
              <a:lnSpc>
                <a:spcPts val="3359"/>
              </a:lnSpc>
            </a:pPr>
            <a:r>
              <a:rPr lang="en-US" sz="2400" b="1" dirty="0">
                <a:solidFill>
                  <a:srgbClr val="000000"/>
                </a:solidFill>
                <a:latin typeface="Outfit Bold"/>
                <a:ea typeface="Outfit Bold"/>
                <a:cs typeface="Outfit Bold"/>
                <a:sym typeface="Outfit Bold"/>
              </a:rPr>
              <a:t>Header</a:t>
            </a:r>
          </a:p>
          <a:p>
            <a:pPr algn="l">
              <a:lnSpc>
                <a:spcPts val="3359"/>
              </a:lnSpc>
            </a:pPr>
            <a:r>
              <a:rPr lang="en-US" sz="2400" dirty="0">
                <a:solidFill>
                  <a:srgbClr val="000000"/>
                </a:solidFill>
                <a:latin typeface="Outfit"/>
                <a:ea typeface="Outfit"/>
                <a:cs typeface="Outfit"/>
                <a:sym typeface="Outfit"/>
              </a:rPr>
              <a:t>Lorem ipsum dolor sit </a:t>
            </a:r>
            <a:r>
              <a:rPr lang="en-US" sz="2400" dirty="0" err="1">
                <a:solidFill>
                  <a:srgbClr val="000000"/>
                </a:solidFill>
                <a:latin typeface="Outfit"/>
                <a:ea typeface="Outfit"/>
                <a:cs typeface="Outfit"/>
                <a:sym typeface="Outfit"/>
              </a:rPr>
              <a:t>amet</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consectetuer</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adipiscing</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elit</a:t>
            </a:r>
            <a:r>
              <a:rPr lang="en-US" sz="2400" dirty="0">
                <a:solidFill>
                  <a:srgbClr val="000000"/>
                </a:solidFill>
                <a:latin typeface="Outfit"/>
                <a:ea typeface="Outfit"/>
                <a:cs typeface="Outfit"/>
                <a:sym typeface="Outfit"/>
              </a:rPr>
              <a:t>. Maecenas </a:t>
            </a:r>
            <a:r>
              <a:rPr lang="en-US" sz="2400" dirty="0" err="1">
                <a:solidFill>
                  <a:srgbClr val="000000"/>
                </a:solidFill>
                <a:latin typeface="Outfit"/>
                <a:ea typeface="Outfit"/>
                <a:cs typeface="Outfit"/>
                <a:sym typeface="Outfit"/>
              </a:rPr>
              <a:t>porttitor</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congue</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massa</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Fusce</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posuere</a:t>
            </a:r>
            <a:r>
              <a:rPr lang="en-US" sz="2400" dirty="0">
                <a:solidFill>
                  <a:srgbClr val="000000"/>
                </a:solidFill>
                <a:latin typeface="Outfit"/>
                <a:ea typeface="Outfit"/>
                <a:cs typeface="Outfit"/>
                <a:sym typeface="Outfit"/>
              </a:rPr>
              <a:t>, magna sed pulvinar </a:t>
            </a:r>
            <a:r>
              <a:rPr lang="en-US" sz="2400" dirty="0" err="1">
                <a:solidFill>
                  <a:srgbClr val="000000"/>
                </a:solidFill>
                <a:latin typeface="Outfit"/>
                <a:ea typeface="Outfit"/>
                <a:cs typeface="Outfit"/>
                <a:sym typeface="Outfit"/>
              </a:rPr>
              <a:t>ultricies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purus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lectus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malesuada</a:t>
            </a:r>
            <a:r>
              <a:rPr lang="en-US" sz="2400" dirty="0">
                <a:solidFill>
                  <a:srgbClr val="000000"/>
                </a:solidFill>
                <a:latin typeface="Outfit"/>
                <a:ea typeface="Outfit"/>
                <a:cs typeface="Outfit"/>
                <a:sym typeface="Outfit"/>
              </a:rPr>
              <a:t> libero, sit </a:t>
            </a:r>
            <a:r>
              <a:rPr lang="en-US" sz="2400" dirty="0" err="1">
                <a:solidFill>
                  <a:srgbClr val="000000"/>
                </a:solidFill>
                <a:latin typeface="Outfit"/>
                <a:ea typeface="Outfit"/>
                <a:cs typeface="Outfit"/>
                <a:sym typeface="Outfit"/>
              </a:rPr>
              <a:t>amet</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commodo</a:t>
            </a:r>
            <a:r>
              <a:rPr lang="en-US" sz="2400" dirty="0">
                <a:solidFill>
                  <a:srgbClr val="000000"/>
                </a:solidFill>
                <a:latin typeface="Outfit"/>
                <a:ea typeface="Outfit"/>
                <a:cs typeface="Outfit"/>
                <a:sym typeface="Outfit"/>
              </a:rPr>
              <a:t> magna eros </a:t>
            </a:r>
            <a:r>
              <a:rPr lang="en-US" sz="2400" dirty="0" err="1">
                <a:solidFill>
                  <a:srgbClr val="000000"/>
                </a:solidFill>
                <a:latin typeface="Outfit"/>
                <a:ea typeface="Outfit"/>
                <a:cs typeface="Outfit"/>
                <a:sym typeface="Outfit"/>
              </a:rPr>
              <a:t>quis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urna</a:t>
            </a:r>
            <a:endParaRPr lang="en-US" sz="2400" dirty="0">
              <a:solidFill>
                <a:srgbClr val="000000"/>
              </a:solidFill>
              <a:latin typeface="Outfit"/>
              <a:ea typeface="Outfit"/>
              <a:cs typeface="Outfit"/>
              <a:sym typeface="Outfit"/>
            </a:endParaRPr>
          </a:p>
          <a:p>
            <a:pPr marL="518160" lvl="1" indent="-259080" algn="l">
              <a:lnSpc>
                <a:spcPts val="3359"/>
              </a:lnSpc>
              <a:buFont typeface="Arial"/>
              <a:buChar char="•"/>
            </a:pPr>
            <a:r>
              <a:rPr lang="en-US" sz="2400" dirty="0">
                <a:solidFill>
                  <a:srgbClr val="000000"/>
                </a:solidFill>
                <a:latin typeface="Outfit"/>
                <a:ea typeface="Outfit"/>
                <a:cs typeface="Outfit"/>
                <a:sym typeface="Outfit"/>
              </a:rPr>
              <a:t>Nunc </a:t>
            </a:r>
            <a:r>
              <a:rPr lang="en-US" sz="2400" dirty="0" err="1">
                <a:solidFill>
                  <a:srgbClr val="000000"/>
                </a:solidFill>
                <a:latin typeface="Outfit"/>
                <a:ea typeface="Outfit"/>
                <a:cs typeface="Outfit"/>
                <a:sym typeface="Outfit"/>
              </a:rPr>
              <a:t>viverra</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imperdiet</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enim</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Fusce</a:t>
            </a:r>
            <a:r>
              <a:rPr lang="en-US" sz="2400" dirty="0">
                <a:solidFill>
                  <a:srgbClr val="000000"/>
                </a:solidFill>
                <a:latin typeface="Outfit"/>
                <a:ea typeface="Outfit"/>
                <a:cs typeface="Outfit"/>
                <a:sym typeface="Outfit"/>
              </a:rPr>
              <a:t> est. </a:t>
            </a:r>
            <a:r>
              <a:rPr lang="en-US" sz="2400" dirty="0" err="1">
                <a:solidFill>
                  <a:srgbClr val="000000"/>
                </a:solidFill>
                <a:latin typeface="Outfit"/>
                <a:ea typeface="Outfit"/>
                <a:cs typeface="Outfit"/>
                <a:sym typeface="Outfit"/>
              </a:rPr>
              <a:t>Vivamus</a:t>
            </a:r>
            <a:r>
              <a:rPr lang="en-US" sz="2400" dirty="0">
                <a:solidFill>
                  <a:srgbClr val="000000"/>
                </a:solidFill>
                <a:latin typeface="Outfit"/>
                <a:ea typeface="Outfit"/>
                <a:cs typeface="Outfit"/>
                <a:sym typeface="Outfit"/>
              </a:rPr>
              <a:t> a </a:t>
            </a:r>
            <a:r>
              <a:rPr lang="en-US" sz="2400" dirty="0" err="1">
                <a:solidFill>
                  <a:srgbClr val="000000"/>
                </a:solidFill>
                <a:latin typeface="Outfit"/>
                <a:ea typeface="Outfit"/>
                <a:cs typeface="Outfit"/>
                <a:sym typeface="Outfit"/>
              </a:rPr>
              <a:t>tellus</a:t>
            </a:r>
            <a:endParaRPr lang="en-US" sz="2400" dirty="0">
              <a:solidFill>
                <a:srgbClr val="000000"/>
              </a:solidFill>
              <a:latin typeface="Outfit"/>
              <a:ea typeface="Outfit"/>
              <a:cs typeface="Outfit"/>
              <a:sym typeface="Outfit"/>
            </a:endParaRPr>
          </a:p>
          <a:p>
            <a:pPr marL="1036320" lvl="2" indent="-345440" algn="l">
              <a:lnSpc>
                <a:spcPts val="3359"/>
              </a:lnSpc>
              <a:buFont typeface="Arial"/>
              <a:buChar char="⚬"/>
            </a:pPr>
            <a:r>
              <a:rPr lang="en-US" sz="2400" dirty="0" err="1">
                <a:solidFill>
                  <a:srgbClr val="000000"/>
                </a:solidFill>
                <a:latin typeface="Outfit"/>
                <a:ea typeface="Outfit"/>
                <a:cs typeface="Outfit"/>
                <a:sym typeface="Outfit"/>
              </a:rPr>
              <a:t>Pellentesque</a:t>
            </a:r>
            <a:r>
              <a:rPr lang="en-US" sz="2400" dirty="0">
                <a:solidFill>
                  <a:srgbClr val="000000"/>
                </a:solidFill>
                <a:latin typeface="Outfit"/>
                <a:ea typeface="Outfit"/>
                <a:cs typeface="Outfit"/>
                <a:sym typeface="Outfit"/>
              </a:rPr>
              <a:t> habitant </a:t>
            </a:r>
            <a:r>
              <a:rPr lang="en-US" sz="2400" dirty="0" err="1">
                <a:solidFill>
                  <a:srgbClr val="000000"/>
                </a:solidFill>
                <a:latin typeface="Outfit"/>
                <a:ea typeface="Outfit"/>
                <a:cs typeface="Outfit"/>
                <a:sym typeface="Outfit"/>
              </a:rPr>
              <a:t>morbi</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tristique</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senectus</a:t>
            </a:r>
            <a:r>
              <a:rPr lang="en-US" sz="2400" dirty="0">
                <a:solidFill>
                  <a:srgbClr val="000000"/>
                </a:solidFill>
                <a:latin typeface="Outfit"/>
                <a:ea typeface="Outfit"/>
                <a:cs typeface="Outfit"/>
                <a:sym typeface="Outfit"/>
              </a:rPr>
              <a:t> et </a:t>
            </a:r>
            <a:r>
              <a:rPr lang="en-US" sz="2400" dirty="0" err="1">
                <a:solidFill>
                  <a:srgbClr val="000000"/>
                </a:solidFill>
                <a:latin typeface="Outfit"/>
                <a:ea typeface="Outfit"/>
                <a:cs typeface="Outfit"/>
                <a:sym typeface="Outfit"/>
              </a:rPr>
              <a:t>netus</a:t>
            </a:r>
            <a:r>
              <a:rPr lang="en-US" sz="2400" dirty="0">
                <a:solidFill>
                  <a:srgbClr val="000000"/>
                </a:solidFill>
                <a:latin typeface="Outfit"/>
                <a:ea typeface="Outfit"/>
                <a:cs typeface="Outfit"/>
                <a:sym typeface="Outfit"/>
              </a:rPr>
              <a:t> et </a:t>
            </a:r>
            <a:r>
              <a:rPr lang="en-US" sz="2400" dirty="0" err="1">
                <a:solidFill>
                  <a:srgbClr val="000000"/>
                </a:solidFill>
                <a:latin typeface="Outfit"/>
                <a:ea typeface="Outfit"/>
                <a:cs typeface="Outfit"/>
                <a:sym typeface="Outfit"/>
              </a:rPr>
              <a:t>malesuada</a:t>
            </a:r>
            <a:r>
              <a:rPr lang="en-US" sz="2400" dirty="0">
                <a:solidFill>
                  <a:srgbClr val="000000"/>
                </a:solidFill>
                <a:latin typeface="Outfit"/>
                <a:ea typeface="Outfit"/>
                <a:cs typeface="Outfit"/>
                <a:sym typeface="Outfit"/>
              </a:rPr>
              <a:t> fames ac </a:t>
            </a:r>
            <a:r>
              <a:rPr lang="en-US" sz="2400" dirty="0" err="1">
                <a:solidFill>
                  <a:srgbClr val="000000"/>
                </a:solidFill>
                <a:latin typeface="Outfit"/>
                <a:ea typeface="Outfit"/>
                <a:cs typeface="Outfit"/>
                <a:sym typeface="Outfit"/>
              </a:rPr>
              <a:t>turpis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egestas</a:t>
            </a:r>
            <a:r>
              <a:rPr lang="en-US" sz="2400" dirty="0">
                <a:solidFill>
                  <a:srgbClr val="000000"/>
                </a:solidFill>
                <a:latin typeface="Outfit"/>
                <a:ea typeface="Outfit"/>
                <a:cs typeface="Outfit"/>
                <a:sym typeface="Outfit"/>
              </a:rPr>
              <a:t>. Proin pharetra </a:t>
            </a:r>
            <a:r>
              <a:rPr lang="en-US" sz="2400" dirty="0" err="1">
                <a:solidFill>
                  <a:srgbClr val="000000"/>
                </a:solidFill>
                <a:latin typeface="Outfit"/>
                <a:ea typeface="Outfit"/>
                <a:cs typeface="Outfit"/>
                <a:sym typeface="Outfit"/>
              </a:rPr>
              <a:t>nonummy</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pede</a:t>
            </a:r>
            <a:r>
              <a:rPr lang="en-US" sz="2400" dirty="0">
                <a:solidFill>
                  <a:srgbClr val="000000"/>
                </a:solidFill>
                <a:latin typeface="Outfit"/>
                <a:ea typeface="Outfit"/>
                <a:cs typeface="Outfit"/>
                <a:sym typeface="Outfit"/>
              </a:rPr>
              <a:t>. Mauris et </a:t>
            </a:r>
            <a:r>
              <a:rPr lang="en-US" sz="2400" dirty="0" err="1">
                <a:solidFill>
                  <a:srgbClr val="000000"/>
                </a:solidFill>
                <a:latin typeface="Outfit"/>
                <a:ea typeface="Outfit"/>
                <a:cs typeface="Outfit"/>
                <a:sym typeface="Outfit"/>
              </a:rPr>
              <a:t>orci</a:t>
            </a:r>
            <a:endParaRPr lang="en-US" sz="2400" dirty="0">
              <a:solidFill>
                <a:srgbClr val="000000"/>
              </a:solidFill>
              <a:latin typeface="Outfit"/>
              <a:ea typeface="Outfit"/>
              <a:cs typeface="Outfit"/>
              <a:sym typeface="Outfit"/>
            </a:endParaRPr>
          </a:p>
          <a:p>
            <a:pPr marL="1036320" lvl="2" indent="-345440" algn="l">
              <a:lnSpc>
                <a:spcPts val="3359"/>
              </a:lnSpc>
              <a:buFont typeface="Arial"/>
              <a:buChar char="⚬"/>
            </a:pPr>
            <a:r>
              <a:rPr lang="en-US" sz="2400" dirty="0">
                <a:solidFill>
                  <a:srgbClr val="000000"/>
                </a:solidFill>
                <a:latin typeface="Outfit"/>
                <a:ea typeface="Outfit"/>
                <a:cs typeface="Outfit"/>
                <a:sym typeface="Outfit"/>
              </a:rPr>
              <a:t>Maecenas </a:t>
            </a:r>
            <a:r>
              <a:rPr lang="en-US" sz="2400" dirty="0" err="1">
                <a:solidFill>
                  <a:srgbClr val="000000"/>
                </a:solidFill>
                <a:latin typeface="Outfit"/>
                <a:ea typeface="Outfit"/>
                <a:cs typeface="Outfit"/>
                <a:sym typeface="Outfit"/>
              </a:rPr>
              <a:t>porttitor</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congue</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massa</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Fusce</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posuere</a:t>
            </a:r>
            <a:r>
              <a:rPr lang="en-US" sz="2400" dirty="0">
                <a:solidFill>
                  <a:srgbClr val="000000"/>
                </a:solidFill>
                <a:latin typeface="Outfit"/>
                <a:ea typeface="Outfit"/>
                <a:cs typeface="Outfit"/>
                <a:sym typeface="Outfit"/>
              </a:rPr>
              <a:t>, magna sed pulvinar </a:t>
            </a:r>
            <a:r>
              <a:rPr lang="en-US" sz="2400" dirty="0" err="1">
                <a:solidFill>
                  <a:srgbClr val="000000"/>
                </a:solidFill>
                <a:latin typeface="Outfit"/>
                <a:ea typeface="Outfit"/>
                <a:cs typeface="Outfit"/>
                <a:sym typeface="Outfit"/>
              </a:rPr>
              <a:t>ultricies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purus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lectus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malesuada</a:t>
            </a:r>
            <a:r>
              <a:rPr lang="en-US" sz="2400" dirty="0">
                <a:solidFill>
                  <a:srgbClr val="000000"/>
                </a:solidFill>
                <a:latin typeface="Outfit"/>
                <a:ea typeface="Outfit"/>
                <a:cs typeface="Outfit"/>
                <a:sym typeface="Outfit"/>
              </a:rPr>
              <a:t> libero, sit </a:t>
            </a:r>
            <a:r>
              <a:rPr lang="en-US" sz="2400" dirty="0" err="1">
                <a:solidFill>
                  <a:srgbClr val="000000"/>
                </a:solidFill>
                <a:latin typeface="Outfit"/>
                <a:ea typeface="Outfit"/>
                <a:cs typeface="Outfit"/>
                <a:sym typeface="Outfit"/>
              </a:rPr>
              <a:t>amet</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commodo</a:t>
            </a:r>
            <a:r>
              <a:rPr lang="en-US" sz="2400" dirty="0">
                <a:solidFill>
                  <a:srgbClr val="000000"/>
                </a:solidFill>
                <a:latin typeface="Outfit"/>
                <a:ea typeface="Outfit"/>
                <a:cs typeface="Outfit"/>
                <a:sym typeface="Outfit"/>
              </a:rPr>
              <a:t> magna eros </a:t>
            </a:r>
            <a:r>
              <a:rPr lang="en-US" sz="2400" dirty="0" err="1">
                <a:solidFill>
                  <a:srgbClr val="000000"/>
                </a:solidFill>
                <a:latin typeface="Outfit"/>
                <a:ea typeface="Outfit"/>
                <a:cs typeface="Outfit"/>
                <a:sym typeface="Outfit"/>
              </a:rPr>
              <a:t>quis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urna</a:t>
            </a:r>
            <a:endParaRPr lang="en-US" sz="2400" dirty="0">
              <a:solidFill>
                <a:srgbClr val="000000"/>
              </a:solidFill>
              <a:latin typeface="Outfit"/>
              <a:ea typeface="Outfit"/>
              <a:cs typeface="Outfit"/>
              <a:sym typeface="Outfit"/>
            </a:endParaRPr>
          </a:p>
          <a:p>
            <a:pPr marL="1036320" lvl="2" indent="-345440" algn="l">
              <a:lnSpc>
                <a:spcPts val="3359"/>
              </a:lnSpc>
              <a:buFont typeface="Arial"/>
              <a:buChar char="⚬"/>
            </a:pPr>
            <a:r>
              <a:rPr lang="en-US" sz="2400" dirty="0">
                <a:solidFill>
                  <a:srgbClr val="000000"/>
                </a:solidFill>
                <a:latin typeface="Outfit"/>
                <a:ea typeface="Outfit"/>
                <a:cs typeface="Outfit"/>
                <a:sym typeface="Outfit"/>
              </a:rPr>
              <a:t>Nunc </a:t>
            </a:r>
            <a:r>
              <a:rPr lang="en-US" sz="2400" dirty="0" err="1">
                <a:solidFill>
                  <a:srgbClr val="000000"/>
                </a:solidFill>
                <a:latin typeface="Outfit"/>
                <a:ea typeface="Outfit"/>
                <a:cs typeface="Outfit"/>
                <a:sym typeface="Outfit"/>
              </a:rPr>
              <a:t>viverra</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imperdiet</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enim</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Fusce</a:t>
            </a:r>
            <a:r>
              <a:rPr lang="en-US" sz="2400" dirty="0">
                <a:solidFill>
                  <a:srgbClr val="000000"/>
                </a:solidFill>
                <a:latin typeface="Outfit"/>
                <a:ea typeface="Outfit"/>
                <a:cs typeface="Outfit"/>
                <a:sym typeface="Outfit"/>
              </a:rPr>
              <a:t> est. </a:t>
            </a:r>
            <a:r>
              <a:rPr lang="en-US" sz="2400" dirty="0" err="1">
                <a:solidFill>
                  <a:srgbClr val="000000"/>
                </a:solidFill>
                <a:latin typeface="Outfit"/>
                <a:ea typeface="Outfit"/>
                <a:cs typeface="Outfit"/>
                <a:sym typeface="Outfit"/>
              </a:rPr>
              <a:t>Vivamus</a:t>
            </a:r>
            <a:r>
              <a:rPr lang="en-US" sz="2400" dirty="0">
                <a:solidFill>
                  <a:srgbClr val="000000"/>
                </a:solidFill>
                <a:latin typeface="Outfit"/>
                <a:ea typeface="Outfit"/>
                <a:cs typeface="Outfit"/>
                <a:sym typeface="Outfit"/>
              </a:rPr>
              <a:t> a </a:t>
            </a:r>
            <a:r>
              <a:rPr lang="en-US" sz="2400" dirty="0" err="1">
                <a:solidFill>
                  <a:srgbClr val="000000"/>
                </a:solidFill>
                <a:latin typeface="Outfit"/>
                <a:ea typeface="Outfit"/>
                <a:cs typeface="Outfit"/>
                <a:sym typeface="Outfit"/>
              </a:rPr>
              <a:t>tellus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Pellentesque</a:t>
            </a:r>
            <a:r>
              <a:rPr lang="en-US" sz="2400" dirty="0">
                <a:solidFill>
                  <a:srgbClr val="000000"/>
                </a:solidFill>
                <a:latin typeface="Outfit"/>
                <a:ea typeface="Outfit"/>
                <a:cs typeface="Outfit"/>
                <a:sym typeface="Outfit"/>
              </a:rPr>
              <a:t> habitant </a:t>
            </a:r>
            <a:r>
              <a:rPr lang="en-US" sz="2400" dirty="0" err="1">
                <a:solidFill>
                  <a:srgbClr val="000000"/>
                </a:solidFill>
                <a:latin typeface="Outfit"/>
                <a:ea typeface="Outfit"/>
                <a:cs typeface="Outfit"/>
                <a:sym typeface="Outfit"/>
              </a:rPr>
              <a:t>morbi</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tristique</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senectus</a:t>
            </a:r>
            <a:r>
              <a:rPr lang="en-US" sz="2400" dirty="0">
                <a:solidFill>
                  <a:srgbClr val="000000"/>
                </a:solidFill>
                <a:latin typeface="Outfit"/>
                <a:ea typeface="Outfit"/>
                <a:cs typeface="Outfit"/>
                <a:sym typeface="Outfit"/>
              </a:rPr>
              <a:t> et </a:t>
            </a:r>
            <a:r>
              <a:rPr lang="en-US" sz="2400" dirty="0" err="1">
                <a:solidFill>
                  <a:srgbClr val="000000"/>
                </a:solidFill>
                <a:latin typeface="Outfit"/>
                <a:ea typeface="Outfit"/>
                <a:cs typeface="Outfit"/>
                <a:sym typeface="Outfit"/>
              </a:rPr>
              <a:t>netus</a:t>
            </a:r>
            <a:r>
              <a:rPr lang="en-US" sz="2400" dirty="0">
                <a:solidFill>
                  <a:srgbClr val="000000"/>
                </a:solidFill>
                <a:latin typeface="Outfit"/>
                <a:ea typeface="Outfit"/>
                <a:cs typeface="Outfit"/>
                <a:sym typeface="Outfit"/>
              </a:rPr>
              <a:t> et </a:t>
            </a:r>
            <a:r>
              <a:rPr lang="en-US" sz="2400" dirty="0" err="1">
                <a:solidFill>
                  <a:srgbClr val="000000"/>
                </a:solidFill>
                <a:latin typeface="Outfit"/>
                <a:ea typeface="Outfit"/>
                <a:cs typeface="Outfit"/>
                <a:sym typeface="Outfit"/>
              </a:rPr>
              <a:t>malesuada</a:t>
            </a:r>
            <a:r>
              <a:rPr lang="en-US" sz="2400" dirty="0">
                <a:solidFill>
                  <a:srgbClr val="000000"/>
                </a:solidFill>
                <a:latin typeface="Outfit"/>
                <a:ea typeface="Outfit"/>
                <a:cs typeface="Outfit"/>
                <a:sym typeface="Outfit"/>
              </a:rPr>
              <a:t> fames ac </a:t>
            </a:r>
            <a:r>
              <a:rPr lang="en-US" sz="2400" dirty="0" err="1">
                <a:solidFill>
                  <a:srgbClr val="000000"/>
                </a:solidFill>
                <a:latin typeface="Outfit"/>
                <a:ea typeface="Outfit"/>
                <a:cs typeface="Outfit"/>
                <a:sym typeface="Outfit"/>
              </a:rPr>
              <a:t>turpis</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egestas</a:t>
            </a:r>
            <a:r>
              <a:rPr lang="en-US" sz="2400" dirty="0">
                <a:solidFill>
                  <a:srgbClr val="000000"/>
                </a:solidFill>
                <a:latin typeface="Outfit"/>
                <a:ea typeface="Outfit"/>
                <a:cs typeface="Outfit"/>
                <a:sym typeface="Outfit"/>
              </a:rPr>
              <a:t>. Proin pharetra </a:t>
            </a:r>
            <a:r>
              <a:rPr lang="en-US" sz="2400" dirty="0" err="1">
                <a:solidFill>
                  <a:srgbClr val="000000"/>
                </a:solidFill>
                <a:latin typeface="Outfit"/>
                <a:ea typeface="Outfit"/>
                <a:cs typeface="Outfit"/>
                <a:sym typeface="Outfit"/>
              </a:rPr>
              <a:t>nonummy</a:t>
            </a:r>
            <a:r>
              <a:rPr lang="en-US" sz="2400" dirty="0">
                <a:solidFill>
                  <a:srgbClr val="000000"/>
                </a:solidFill>
                <a:latin typeface="Outfit"/>
                <a:ea typeface="Outfit"/>
                <a:cs typeface="Outfit"/>
                <a:sym typeface="Outfit"/>
              </a:rPr>
              <a:t> </a:t>
            </a:r>
            <a:r>
              <a:rPr lang="en-US" sz="2400" dirty="0" err="1">
                <a:solidFill>
                  <a:srgbClr val="000000"/>
                </a:solidFill>
                <a:latin typeface="Outfit"/>
                <a:ea typeface="Outfit"/>
                <a:cs typeface="Outfit"/>
                <a:sym typeface="Outfit"/>
              </a:rPr>
              <a:t>pede</a:t>
            </a:r>
            <a:r>
              <a:rPr lang="en-US" sz="2400" dirty="0">
                <a:solidFill>
                  <a:srgbClr val="000000"/>
                </a:solidFill>
                <a:latin typeface="Outfit"/>
                <a:ea typeface="Outfit"/>
                <a:cs typeface="Outfit"/>
                <a:sym typeface="Outfit"/>
              </a:rPr>
              <a:t>. Mauris et </a:t>
            </a:r>
            <a:r>
              <a:rPr lang="en-US" sz="2400" dirty="0" err="1">
                <a:solidFill>
                  <a:srgbClr val="000000"/>
                </a:solidFill>
                <a:latin typeface="Outfit"/>
                <a:ea typeface="Outfit"/>
                <a:cs typeface="Outfit"/>
                <a:sym typeface="Outfit"/>
              </a:rPr>
              <a:t>orci</a:t>
            </a:r>
            <a:endParaRPr lang="en-US" sz="2400" dirty="0">
              <a:solidFill>
                <a:srgbClr val="000000"/>
              </a:solidFill>
              <a:latin typeface="Outfit"/>
              <a:ea typeface="Outfit"/>
              <a:cs typeface="Outfit"/>
              <a:sym typeface="Outfit"/>
            </a:endParaRPr>
          </a:p>
          <a:p>
            <a:pPr algn="l">
              <a:lnSpc>
                <a:spcPts val="3359"/>
              </a:lnSpc>
            </a:pPr>
            <a:endParaRPr lang="en-US" sz="2400" dirty="0">
              <a:solidFill>
                <a:srgbClr val="000000"/>
              </a:solidFill>
              <a:latin typeface="Outfit"/>
              <a:ea typeface="Outfit"/>
              <a:cs typeface="Outfit"/>
              <a:sym typeface="Outfit"/>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4" name="Group 4"/>
          <p:cNvGrpSpPr>
            <a:grpSpLocks noChangeAspect="1"/>
          </p:cNvGrpSpPr>
          <p:nvPr/>
        </p:nvGrpSpPr>
        <p:grpSpPr>
          <a:xfrm>
            <a:off x="16331765" y="473688"/>
            <a:ext cx="927535" cy="555012"/>
            <a:chOff x="0" y="0"/>
            <a:chExt cx="1855064" cy="1110031"/>
          </a:xfrm>
        </p:grpSpPr>
        <p:sp>
          <p:nvSpPr>
            <p:cNvPr id="5" name="Freeform 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9" name="TextBox 9"/>
          <p:cNvSpPr txBox="1"/>
          <p:nvPr/>
        </p:nvSpPr>
        <p:spPr>
          <a:xfrm>
            <a:off x="1104305" y="9397049"/>
            <a:ext cx="648295" cy="405764"/>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sp>
        <p:nvSpPr>
          <p:cNvPr id="10" name="TextBox 10"/>
          <p:cNvSpPr txBox="1"/>
          <p:nvPr/>
        </p:nvSpPr>
        <p:spPr>
          <a:xfrm>
            <a:off x="1028700" y="426063"/>
            <a:ext cx="1714500" cy="418647"/>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p:cNvSpPr txBox="1"/>
          <p:nvPr/>
        </p:nvSpPr>
        <p:spPr>
          <a:xfrm>
            <a:off x="1949939" y="2679549"/>
            <a:ext cx="6272821" cy="4562475"/>
          </a:xfrm>
          <a:prstGeom prst="rect">
            <a:avLst/>
          </a:prstGeom>
        </p:spPr>
        <p:txBody>
          <a:bodyPr lIns="0" tIns="0" rIns="0" bIns="0" rtlCol="0" anchor="t">
            <a:spAutoFit/>
          </a:bodyPr>
          <a:lstStyle/>
          <a:p>
            <a:pPr algn="l">
              <a:lnSpc>
                <a:spcPts val="35997"/>
              </a:lnSpc>
            </a:pPr>
            <a:r>
              <a:rPr lang="en-US" sz="29997" b="1" spc="-1469" dirty="0">
                <a:solidFill>
                  <a:srgbClr val="00CD8F"/>
                </a:solidFill>
                <a:latin typeface="Outfit Semi-Bold"/>
                <a:ea typeface="Outfit Semi-Bold"/>
                <a:cs typeface="Outfit Semi-Bold"/>
                <a:sym typeface="Outfit Semi-Bold"/>
              </a:rPr>
              <a:t>85%</a:t>
            </a:r>
          </a:p>
        </p:txBody>
      </p:sp>
      <p:sp>
        <p:nvSpPr>
          <p:cNvPr id="12" name="TextBox 12"/>
          <p:cNvSpPr txBox="1"/>
          <p:nvPr/>
        </p:nvSpPr>
        <p:spPr>
          <a:xfrm>
            <a:off x="10138767" y="2990699"/>
            <a:ext cx="7120533" cy="860425"/>
          </a:xfrm>
          <a:prstGeom prst="rect">
            <a:avLst/>
          </a:prstGeom>
        </p:spPr>
        <p:txBody>
          <a:bodyPr lIns="0" tIns="0" rIns="0" bIns="0" rtlCol="0" anchor="t">
            <a:spAutoFit/>
          </a:bodyPr>
          <a:lstStyle/>
          <a:p>
            <a:pPr algn="l">
              <a:lnSpc>
                <a:spcPts val="3499"/>
              </a:lnSpc>
            </a:pPr>
            <a:r>
              <a:rPr lang="en-US" sz="2499" dirty="0">
                <a:solidFill>
                  <a:srgbClr val="333333"/>
                </a:solidFill>
                <a:latin typeface="Outfit"/>
                <a:ea typeface="Outfit"/>
                <a:cs typeface="Outfit"/>
                <a:sym typeface="Outfit"/>
              </a:rPr>
              <a:t>Lorem ipsum dolor sit </a:t>
            </a:r>
            <a:r>
              <a:rPr lang="en-US" sz="2499" dirty="0" err="1">
                <a:solidFill>
                  <a:srgbClr val="333333"/>
                </a:solidFill>
                <a:latin typeface="Outfit"/>
                <a:ea typeface="Outfit"/>
                <a:cs typeface="Outfit"/>
                <a:sym typeface="Outfit"/>
              </a:rPr>
              <a:t>amet</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consectetuer</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adipiscing</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elit</a:t>
            </a:r>
            <a:r>
              <a:rPr lang="en-US" sz="2499" dirty="0">
                <a:solidFill>
                  <a:srgbClr val="333333"/>
                </a:solidFill>
                <a:latin typeface="Outfit"/>
                <a:ea typeface="Outfit"/>
                <a:cs typeface="Outfit"/>
                <a:sym typeface="Outfit"/>
              </a:rPr>
              <a:t>. </a:t>
            </a:r>
          </a:p>
        </p:txBody>
      </p:sp>
      <p:sp>
        <p:nvSpPr>
          <p:cNvPr id="13" name="TextBox 13"/>
          <p:cNvSpPr txBox="1"/>
          <p:nvPr/>
        </p:nvSpPr>
        <p:spPr>
          <a:xfrm>
            <a:off x="10138767" y="2237921"/>
            <a:ext cx="7120533" cy="504825"/>
          </a:xfrm>
          <a:prstGeom prst="rect">
            <a:avLst/>
          </a:prstGeom>
        </p:spPr>
        <p:txBody>
          <a:bodyPr lIns="0" tIns="0" rIns="0" bIns="0" rtlCol="0" anchor="t">
            <a:spAutoFit/>
          </a:bodyPr>
          <a:lstStyle/>
          <a:p>
            <a:pPr algn="just">
              <a:lnSpc>
                <a:spcPts val="4199"/>
              </a:lnSpc>
            </a:pPr>
            <a:r>
              <a:rPr lang="en-US" sz="2999" b="1" dirty="0">
                <a:solidFill>
                  <a:srgbClr val="333333"/>
                </a:solidFill>
                <a:latin typeface="Outfit Bold"/>
                <a:ea typeface="Outfit Bold"/>
                <a:cs typeface="Outfit Bold"/>
                <a:sym typeface="Outfit Bold"/>
              </a:rPr>
              <a:t>HEADER-1</a:t>
            </a:r>
          </a:p>
        </p:txBody>
      </p:sp>
      <p:sp>
        <p:nvSpPr>
          <p:cNvPr id="14" name="TextBox 14"/>
          <p:cNvSpPr txBox="1"/>
          <p:nvPr/>
        </p:nvSpPr>
        <p:spPr>
          <a:xfrm>
            <a:off x="10138767" y="5061101"/>
            <a:ext cx="7120533" cy="860425"/>
          </a:xfrm>
          <a:prstGeom prst="rect">
            <a:avLst/>
          </a:prstGeom>
        </p:spPr>
        <p:txBody>
          <a:bodyPr lIns="0" tIns="0" rIns="0" bIns="0" rtlCol="0" anchor="t">
            <a:spAutoFit/>
          </a:bodyPr>
          <a:lstStyle/>
          <a:p>
            <a:pPr algn="l">
              <a:lnSpc>
                <a:spcPts val="3499"/>
              </a:lnSpc>
            </a:pPr>
            <a:r>
              <a:rPr lang="en-US" sz="2499" dirty="0">
                <a:solidFill>
                  <a:srgbClr val="333333"/>
                </a:solidFill>
                <a:latin typeface="Outfit"/>
                <a:ea typeface="Outfit"/>
                <a:cs typeface="Outfit"/>
                <a:sym typeface="Outfit"/>
              </a:rPr>
              <a:t>Lorem ipsum dolor sit </a:t>
            </a:r>
            <a:r>
              <a:rPr lang="en-US" sz="2499" dirty="0" err="1">
                <a:solidFill>
                  <a:srgbClr val="333333"/>
                </a:solidFill>
                <a:latin typeface="Outfit"/>
                <a:ea typeface="Outfit"/>
                <a:cs typeface="Outfit"/>
                <a:sym typeface="Outfit"/>
              </a:rPr>
              <a:t>amet</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consectetuer</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adipiscing</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elit</a:t>
            </a:r>
            <a:r>
              <a:rPr lang="en-US" sz="2499" dirty="0">
                <a:solidFill>
                  <a:srgbClr val="333333"/>
                </a:solidFill>
                <a:latin typeface="Outfit"/>
                <a:ea typeface="Outfit"/>
                <a:cs typeface="Outfit"/>
                <a:sym typeface="Outfit"/>
              </a:rPr>
              <a:t>. </a:t>
            </a:r>
          </a:p>
        </p:txBody>
      </p:sp>
      <p:sp>
        <p:nvSpPr>
          <p:cNvPr id="15" name="TextBox 15"/>
          <p:cNvSpPr txBox="1"/>
          <p:nvPr/>
        </p:nvSpPr>
        <p:spPr>
          <a:xfrm>
            <a:off x="10138767" y="4308324"/>
            <a:ext cx="7120533" cy="504825"/>
          </a:xfrm>
          <a:prstGeom prst="rect">
            <a:avLst/>
          </a:prstGeom>
        </p:spPr>
        <p:txBody>
          <a:bodyPr lIns="0" tIns="0" rIns="0" bIns="0" rtlCol="0" anchor="t">
            <a:spAutoFit/>
          </a:bodyPr>
          <a:lstStyle/>
          <a:p>
            <a:pPr algn="just">
              <a:lnSpc>
                <a:spcPts val="4199"/>
              </a:lnSpc>
            </a:pPr>
            <a:r>
              <a:rPr lang="en-US" sz="2999" b="1" dirty="0">
                <a:solidFill>
                  <a:srgbClr val="333333"/>
                </a:solidFill>
                <a:latin typeface="Outfit Bold"/>
                <a:ea typeface="Outfit Bold"/>
                <a:cs typeface="Outfit Bold"/>
                <a:sym typeface="Outfit Bold"/>
              </a:rPr>
              <a:t>HEADER-2</a:t>
            </a:r>
          </a:p>
        </p:txBody>
      </p:sp>
      <p:sp>
        <p:nvSpPr>
          <p:cNvPr id="16" name="TextBox 16"/>
          <p:cNvSpPr txBox="1"/>
          <p:nvPr/>
        </p:nvSpPr>
        <p:spPr>
          <a:xfrm>
            <a:off x="10138767" y="7131504"/>
            <a:ext cx="7120533" cy="860425"/>
          </a:xfrm>
          <a:prstGeom prst="rect">
            <a:avLst/>
          </a:prstGeom>
        </p:spPr>
        <p:txBody>
          <a:bodyPr lIns="0" tIns="0" rIns="0" bIns="0" rtlCol="0" anchor="t">
            <a:spAutoFit/>
          </a:bodyPr>
          <a:lstStyle/>
          <a:p>
            <a:pPr algn="l">
              <a:lnSpc>
                <a:spcPts val="3499"/>
              </a:lnSpc>
            </a:pPr>
            <a:r>
              <a:rPr lang="en-US" sz="2499" dirty="0">
                <a:solidFill>
                  <a:srgbClr val="333333"/>
                </a:solidFill>
                <a:latin typeface="Outfit"/>
                <a:ea typeface="Outfit"/>
                <a:cs typeface="Outfit"/>
                <a:sym typeface="Outfit"/>
              </a:rPr>
              <a:t>Lorem ipsum dolor sit </a:t>
            </a:r>
            <a:r>
              <a:rPr lang="en-US" sz="2499" dirty="0" err="1">
                <a:solidFill>
                  <a:srgbClr val="333333"/>
                </a:solidFill>
                <a:latin typeface="Outfit"/>
                <a:ea typeface="Outfit"/>
                <a:cs typeface="Outfit"/>
                <a:sym typeface="Outfit"/>
              </a:rPr>
              <a:t>amet</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consectetuer</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adipiscing</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elit</a:t>
            </a:r>
            <a:r>
              <a:rPr lang="en-US" sz="2499" dirty="0">
                <a:solidFill>
                  <a:srgbClr val="333333"/>
                </a:solidFill>
                <a:latin typeface="Outfit"/>
                <a:ea typeface="Outfit"/>
                <a:cs typeface="Outfit"/>
                <a:sym typeface="Outfit"/>
              </a:rPr>
              <a:t>. </a:t>
            </a:r>
          </a:p>
        </p:txBody>
      </p:sp>
      <p:sp>
        <p:nvSpPr>
          <p:cNvPr id="17" name="TextBox 17"/>
          <p:cNvSpPr txBox="1"/>
          <p:nvPr/>
        </p:nvSpPr>
        <p:spPr>
          <a:xfrm>
            <a:off x="10138767" y="6378726"/>
            <a:ext cx="7120533" cy="504825"/>
          </a:xfrm>
          <a:prstGeom prst="rect">
            <a:avLst/>
          </a:prstGeom>
        </p:spPr>
        <p:txBody>
          <a:bodyPr lIns="0" tIns="0" rIns="0" bIns="0" rtlCol="0" anchor="t">
            <a:spAutoFit/>
          </a:bodyPr>
          <a:lstStyle/>
          <a:p>
            <a:pPr algn="just">
              <a:lnSpc>
                <a:spcPts val="4199"/>
              </a:lnSpc>
            </a:pPr>
            <a:r>
              <a:rPr lang="en-US" sz="2999" b="1" dirty="0">
                <a:solidFill>
                  <a:srgbClr val="333333"/>
                </a:solidFill>
                <a:latin typeface="Outfit Bold"/>
                <a:ea typeface="Outfit Bold"/>
                <a:cs typeface="Outfit Bold"/>
                <a:sym typeface="Outfit Bold"/>
              </a:rPr>
              <a:t>HEADER-3</a:t>
            </a:r>
          </a:p>
        </p:txBody>
      </p:sp>
      <p:sp>
        <p:nvSpPr>
          <p:cNvPr id="18" name="AutoShape 18"/>
          <p:cNvSpPr/>
          <p:nvPr/>
        </p:nvSpPr>
        <p:spPr>
          <a:xfrm>
            <a:off x="10138767" y="2890686"/>
            <a:ext cx="7120533" cy="0"/>
          </a:xfrm>
          <a:prstGeom prst="line">
            <a:avLst/>
          </a:prstGeom>
          <a:ln w="28575" cap="flat">
            <a:solidFill>
              <a:srgbClr val="333333"/>
            </a:solidFill>
            <a:prstDash val="solid"/>
            <a:headEnd type="none" w="sm" len="sm"/>
            <a:tailEnd type="none" w="sm" len="sm"/>
          </a:ln>
        </p:spPr>
        <p:txBody>
          <a:bodyPr/>
          <a:lstStyle/>
          <a:p>
            <a:endParaRPr lang="en-US"/>
          </a:p>
        </p:txBody>
      </p:sp>
      <p:sp>
        <p:nvSpPr>
          <p:cNvPr id="19" name="AutoShape 19"/>
          <p:cNvSpPr/>
          <p:nvPr/>
        </p:nvSpPr>
        <p:spPr>
          <a:xfrm>
            <a:off x="10138767" y="4960787"/>
            <a:ext cx="7120533" cy="0"/>
          </a:xfrm>
          <a:prstGeom prst="line">
            <a:avLst/>
          </a:prstGeom>
          <a:ln w="28575" cap="flat">
            <a:solidFill>
              <a:srgbClr val="333333"/>
            </a:solidFill>
            <a:prstDash val="solid"/>
            <a:headEnd type="none" w="sm" len="sm"/>
            <a:tailEnd type="none" w="sm" len="sm"/>
          </a:ln>
        </p:spPr>
        <p:txBody>
          <a:bodyPr/>
          <a:lstStyle/>
          <a:p>
            <a:endParaRPr lang="en-US"/>
          </a:p>
        </p:txBody>
      </p:sp>
      <p:sp>
        <p:nvSpPr>
          <p:cNvPr id="20" name="AutoShape 20"/>
          <p:cNvSpPr/>
          <p:nvPr/>
        </p:nvSpPr>
        <p:spPr>
          <a:xfrm>
            <a:off x="10138767" y="7031189"/>
            <a:ext cx="7120533" cy="0"/>
          </a:xfrm>
          <a:prstGeom prst="line">
            <a:avLst/>
          </a:prstGeom>
          <a:ln w="28575" cap="flat">
            <a:solidFill>
              <a:srgbClr val="333333"/>
            </a:solidFill>
            <a:prstDash val="solid"/>
            <a:headEnd type="none" w="sm" len="sm"/>
            <a:tailEnd type="none" w="sm" len="sm"/>
          </a:ln>
        </p:spPr>
        <p:txBody>
          <a:bodyPr/>
          <a:lstStyle/>
          <a:p>
            <a:endParaRPr lang="en-US"/>
          </a:p>
        </p:txBody>
      </p:sp>
      <p:sp>
        <p:nvSpPr>
          <p:cNvPr id="21" name="TextBox 21"/>
          <p:cNvSpPr txBox="1"/>
          <p:nvPr/>
        </p:nvSpPr>
        <p:spPr>
          <a:xfrm>
            <a:off x="1028700" y="1212691"/>
            <a:ext cx="7624800"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Fact, Percentage, Number</a:t>
            </a:r>
          </a:p>
        </p:txBody>
      </p:sp>
      <p:sp>
        <p:nvSpPr>
          <p:cNvPr id="22" name="TextBox 22"/>
          <p:cNvSpPr txBox="1"/>
          <p:nvPr/>
        </p:nvSpPr>
        <p:spPr>
          <a:xfrm>
            <a:off x="1526084" y="7377113"/>
            <a:ext cx="7120533" cy="860425"/>
          </a:xfrm>
          <a:prstGeom prst="rect">
            <a:avLst/>
          </a:prstGeom>
        </p:spPr>
        <p:txBody>
          <a:bodyPr lIns="0" tIns="0" rIns="0" bIns="0" rtlCol="0" anchor="t">
            <a:spAutoFit/>
          </a:bodyPr>
          <a:lstStyle/>
          <a:p>
            <a:pPr algn="ctr">
              <a:lnSpc>
                <a:spcPts val="3499"/>
              </a:lnSpc>
            </a:pPr>
            <a:r>
              <a:rPr lang="en-US" sz="2499" dirty="0">
                <a:solidFill>
                  <a:srgbClr val="333333"/>
                </a:solidFill>
                <a:latin typeface="Outfit"/>
                <a:ea typeface="Outfit"/>
                <a:cs typeface="Outfit"/>
                <a:sym typeface="Outfit"/>
              </a:rPr>
              <a:t>Lorem ipsum dolor sit </a:t>
            </a:r>
            <a:r>
              <a:rPr lang="en-US" sz="2499" dirty="0" err="1">
                <a:solidFill>
                  <a:srgbClr val="333333"/>
                </a:solidFill>
                <a:latin typeface="Outfit"/>
                <a:ea typeface="Outfit"/>
                <a:cs typeface="Outfit"/>
                <a:sym typeface="Outfit"/>
              </a:rPr>
              <a:t>amet</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consectetuer</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adipiscing</a:t>
            </a:r>
            <a:r>
              <a:rPr lang="en-US" sz="2499" dirty="0">
                <a:solidFill>
                  <a:srgbClr val="333333"/>
                </a:solidFill>
                <a:latin typeface="Outfit"/>
                <a:ea typeface="Outfit"/>
                <a:cs typeface="Outfit"/>
                <a:sym typeface="Outfit"/>
              </a:rPr>
              <a:t> </a:t>
            </a:r>
            <a:r>
              <a:rPr lang="en-US" sz="2499" dirty="0" err="1">
                <a:solidFill>
                  <a:srgbClr val="333333"/>
                </a:solidFill>
                <a:latin typeface="Outfit"/>
                <a:ea typeface="Outfit"/>
                <a:cs typeface="Outfit"/>
                <a:sym typeface="Outfit"/>
              </a:rPr>
              <a:t>elit</a:t>
            </a:r>
            <a:r>
              <a:rPr lang="en-US" sz="2499" dirty="0">
                <a:solidFill>
                  <a:srgbClr val="333333"/>
                </a:solidFill>
                <a:latin typeface="Outfit"/>
                <a:ea typeface="Outfit"/>
                <a:cs typeface="Outfit"/>
                <a:sym typeface="Outfit"/>
              </a:rPr>
              <a:t>. </a:t>
            </a:r>
          </a:p>
        </p:txBody>
      </p:sp>
      <p:sp>
        <p:nvSpPr>
          <p:cNvPr id="23" name="AutoShape 23"/>
          <p:cNvSpPr/>
          <p:nvPr/>
        </p:nvSpPr>
        <p:spPr>
          <a:xfrm rot="-5400000">
            <a:off x="8101348" y="5229032"/>
            <a:ext cx="1653351" cy="0"/>
          </a:xfrm>
          <a:prstGeom prst="line">
            <a:avLst/>
          </a:prstGeom>
          <a:ln w="47625" cap="flat">
            <a:solidFill>
              <a:srgbClr val="333333"/>
            </a:solidFill>
            <a:prstDash val="solid"/>
            <a:headEnd type="none" w="sm" len="sm"/>
            <a:tailEnd type="arrow" w="med" len="sm"/>
          </a:ln>
        </p:spPr>
        <p:txBody>
          <a:bodyPr/>
          <a:lstStyle/>
          <a:p>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FFFFFF"/>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FFFFFF"/>
            </a:solidFill>
            <a:prstDash val="solid"/>
            <a:headEnd type="none" w="sm" len="sm"/>
            <a:tailEnd type="none" w="sm" len="sm"/>
          </a:ln>
        </p:spPr>
        <p:txBody>
          <a:bodyPr/>
          <a:lstStyle/>
          <a:p>
            <a:endParaRPr lang="en-US"/>
          </a:p>
        </p:txBody>
      </p:sp>
      <p:grpSp>
        <p:nvGrpSpPr>
          <p:cNvPr id="4" name="Group 4"/>
          <p:cNvGrpSpPr>
            <a:grpSpLocks noChangeAspect="1"/>
          </p:cNvGrpSpPr>
          <p:nvPr/>
        </p:nvGrpSpPr>
        <p:grpSpPr>
          <a:xfrm>
            <a:off x="16331765" y="473688"/>
            <a:ext cx="927535" cy="555012"/>
            <a:chOff x="0" y="0"/>
            <a:chExt cx="1855064" cy="1110031"/>
          </a:xfrm>
        </p:grpSpPr>
        <p:sp>
          <p:nvSpPr>
            <p:cNvPr id="5" name="Freeform 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9" name="TextBox 9"/>
          <p:cNvSpPr txBox="1"/>
          <p:nvPr/>
        </p:nvSpPr>
        <p:spPr>
          <a:xfrm>
            <a:off x="1104305" y="9397048"/>
            <a:ext cx="6482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1</a:t>
            </a:r>
          </a:p>
        </p:txBody>
      </p:sp>
      <p:sp>
        <p:nvSpPr>
          <p:cNvPr id="10" name="TextBox 10"/>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Section Title</a:t>
            </a:r>
          </a:p>
        </p:txBody>
      </p:sp>
      <p:sp>
        <p:nvSpPr>
          <p:cNvPr id="11" name="TextBox 11"/>
          <p:cNvSpPr txBox="1"/>
          <p:nvPr/>
        </p:nvSpPr>
        <p:spPr>
          <a:xfrm>
            <a:off x="1028700" y="1236622"/>
            <a:ext cx="4533900" cy="832023"/>
          </a:xfrm>
          <a:prstGeom prst="rect">
            <a:avLst/>
          </a:prstGeom>
        </p:spPr>
        <p:txBody>
          <a:bodyPr wrap="square" lIns="0" tIns="0" rIns="0" bIns="0" rtlCol="0" anchor="t">
            <a:spAutoFit/>
          </a:bodyPr>
          <a:lstStyle/>
          <a:p>
            <a:pPr algn="ctr">
              <a:lnSpc>
                <a:spcPts val="7000"/>
              </a:lnSpc>
            </a:pPr>
            <a:r>
              <a:rPr lang="en-US" sz="5000" b="1" dirty="0">
                <a:solidFill>
                  <a:srgbClr val="FFFFFF"/>
                </a:solidFill>
                <a:latin typeface="Outfit Bold"/>
                <a:ea typeface="Outfit Bold"/>
                <a:cs typeface="Outfit Bold"/>
                <a:sym typeface="Outfit Bold"/>
              </a:rPr>
              <a:t>Title Only Page</a:t>
            </a:r>
          </a:p>
        </p:txBody>
      </p:sp>
      <p:sp>
        <p:nvSpPr>
          <p:cNvPr id="12" name="TextBox 12"/>
          <p:cNvSpPr txBox="1"/>
          <p:nvPr/>
        </p:nvSpPr>
        <p:spPr>
          <a:xfrm>
            <a:off x="1028700" y="2714466"/>
            <a:ext cx="11336978" cy="5854065"/>
          </a:xfrm>
          <a:prstGeom prst="rect">
            <a:avLst/>
          </a:prstGeom>
        </p:spPr>
        <p:txBody>
          <a:bodyPr lIns="0" tIns="0" rIns="0" bIns="0" rtlCol="0" anchor="t">
            <a:spAutoFit/>
          </a:bodyPr>
          <a:lstStyle/>
          <a:p>
            <a:pPr algn="l">
              <a:lnSpc>
                <a:spcPts val="3359"/>
              </a:lnSpc>
            </a:pPr>
            <a:r>
              <a:rPr lang="en-US" sz="2400" b="1" dirty="0">
                <a:solidFill>
                  <a:srgbClr val="FFFFFF"/>
                </a:solidFill>
                <a:latin typeface="Outfit Bold"/>
                <a:ea typeface="Outfit Bold"/>
                <a:cs typeface="Outfit Bold"/>
                <a:sym typeface="Outfit Bold"/>
              </a:rPr>
              <a:t>Header</a:t>
            </a:r>
          </a:p>
          <a:p>
            <a:pPr algn="l">
              <a:lnSpc>
                <a:spcPts val="3359"/>
              </a:lnSpc>
            </a:pPr>
            <a:r>
              <a:rPr lang="en-US" sz="2400" dirty="0">
                <a:solidFill>
                  <a:srgbClr val="FFFFFF"/>
                </a:solidFill>
                <a:latin typeface="Outfit"/>
                <a:ea typeface="Outfit"/>
                <a:cs typeface="Outfit"/>
                <a:sym typeface="Outfit"/>
              </a:rPr>
              <a:t>Lorem ipsum dolor sit </a:t>
            </a:r>
            <a:r>
              <a:rPr lang="en-US" sz="2400" dirty="0" err="1">
                <a:solidFill>
                  <a:srgbClr val="FFFFFF"/>
                </a:solidFill>
                <a:latin typeface="Outfit"/>
                <a:ea typeface="Outfit"/>
                <a:cs typeface="Outfit"/>
                <a:sym typeface="Outfit"/>
              </a:rPr>
              <a:t>amet</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consectetuer</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adipiscing</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elit</a:t>
            </a:r>
            <a:r>
              <a:rPr lang="en-US" sz="2400" dirty="0">
                <a:solidFill>
                  <a:srgbClr val="FFFFFF"/>
                </a:solidFill>
                <a:latin typeface="Outfit"/>
                <a:ea typeface="Outfit"/>
                <a:cs typeface="Outfit"/>
                <a:sym typeface="Outfit"/>
              </a:rPr>
              <a:t>. Maecenas </a:t>
            </a:r>
            <a:r>
              <a:rPr lang="en-US" sz="2400" dirty="0" err="1">
                <a:solidFill>
                  <a:srgbClr val="FFFFFF"/>
                </a:solidFill>
                <a:latin typeface="Outfit"/>
                <a:ea typeface="Outfit"/>
                <a:cs typeface="Outfit"/>
                <a:sym typeface="Outfit"/>
              </a:rPr>
              <a:t>porttitor</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congue</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massa</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Fusce</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posuere</a:t>
            </a:r>
            <a:r>
              <a:rPr lang="en-US" sz="2400" dirty="0">
                <a:solidFill>
                  <a:srgbClr val="FFFFFF"/>
                </a:solidFill>
                <a:latin typeface="Outfit"/>
                <a:ea typeface="Outfit"/>
                <a:cs typeface="Outfit"/>
                <a:sym typeface="Outfit"/>
              </a:rPr>
              <a:t>, magna sed pulvinar </a:t>
            </a:r>
            <a:r>
              <a:rPr lang="en-US" sz="2400" dirty="0" err="1">
                <a:solidFill>
                  <a:srgbClr val="FFFFFF"/>
                </a:solidFill>
                <a:latin typeface="Outfit"/>
                <a:ea typeface="Outfit"/>
                <a:cs typeface="Outfit"/>
                <a:sym typeface="Outfit"/>
              </a:rPr>
              <a:t>ultricies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purus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lectus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malesuada</a:t>
            </a:r>
            <a:r>
              <a:rPr lang="en-US" sz="2400" dirty="0">
                <a:solidFill>
                  <a:srgbClr val="FFFFFF"/>
                </a:solidFill>
                <a:latin typeface="Outfit"/>
                <a:ea typeface="Outfit"/>
                <a:cs typeface="Outfit"/>
                <a:sym typeface="Outfit"/>
              </a:rPr>
              <a:t> libero, sit </a:t>
            </a:r>
            <a:r>
              <a:rPr lang="en-US" sz="2400" dirty="0" err="1">
                <a:solidFill>
                  <a:srgbClr val="FFFFFF"/>
                </a:solidFill>
                <a:latin typeface="Outfit"/>
                <a:ea typeface="Outfit"/>
                <a:cs typeface="Outfit"/>
                <a:sym typeface="Outfit"/>
              </a:rPr>
              <a:t>amet</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commodo</a:t>
            </a:r>
            <a:r>
              <a:rPr lang="en-US" sz="2400" dirty="0">
                <a:solidFill>
                  <a:srgbClr val="FFFFFF"/>
                </a:solidFill>
                <a:latin typeface="Outfit"/>
                <a:ea typeface="Outfit"/>
                <a:cs typeface="Outfit"/>
                <a:sym typeface="Outfit"/>
              </a:rPr>
              <a:t> magna eros </a:t>
            </a:r>
            <a:r>
              <a:rPr lang="en-US" sz="2400" dirty="0" err="1">
                <a:solidFill>
                  <a:srgbClr val="FFFFFF"/>
                </a:solidFill>
                <a:latin typeface="Outfit"/>
                <a:ea typeface="Outfit"/>
                <a:cs typeface="Outfit"/>
                <a:sym typeface="Outfit"/>
              </a:rPr>
              <a:t>quis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urna</a:t>
            </a:r>
            <a:endParaRPr lang="en-US" sz="2400" dirty="0">
              <a:solidFill>
                <a:srgbClr val="FFFFFF"/>
              </a:solidFill>
              <a:latin typeface="Outfit"/>
              <a:ea typeface="Outfit"/>
              <a:cs typeface="Outfit"/>
              <a:sym typeface="Outfit"/>
            </a:endParaRPr>
          </a:p>
          <a:p>
            <a:pPr marL="518160" lvl="1" indent="-259080" algn="l">
              <a:lnSpc>
                <a:spcPts val="3359"/>
              </a:lnSpc>
              <a:buFont typeface="Arial"/>
              <a:buChar char="•"/>
            </a:pPr>
            <a:r>
              <a:rPr lang="en-US" sz="2400" dirty="0">
                <a:solidFill>
                  <a:srgbClr val="FFFFFF"/>
                </a:solidFill>
                <a:latin typeface="Outfit"/>
                <a:ea typeface="Outfit"/>
                <a:cs typeface="Outfit"/>
                <a:sym typeface="Outfit"/>
              </a:rPr>
              <a:t>Nunc </a:t>
            </a:r>
            <a:r>
              <a:rPr lang="en-US" sz="2400" dirty="0" err="1">
                <a:solidFill>
                  <a:srgbClr val="FFFFFF"/>
                </a:solidFill>
                <a:latin typeface="Outfit"/>
                <a:ea typeface="Outfit"/>
                <a:cs typeface="Outfit"/>
                <a:sym typeface="Outfit"/>
              </a:rPr>
              <a:t>viverra</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imperdiet</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enim</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Fusce</a:t>
            </a:r>
            <a:r>
              <a:rPr lang="en-US" sz="2400" dirty="0">
                <a:solidFill>
                  <a:srgbClr val="FFFFFF"/>
                </a:solidFill>
                <a:latin typeface="Outfit"/>
                <a:ea typeface="Outfit"/>
                <a:cs typeface="Outfit"/>
                <a:sym typeface="Outfit"/>
              </a:rPr>
              <a:t> est. </a:t>
            </a:r>
            <a:r>
              <a:rPr lang="en-US" sz="2400" dirty="0" err="1">
                <a:solidFill>
                  <a:srgbClr val="FFFFFF"/>
                </a:solidFill>
                <a:latin typeface="Outfit"/>
                <a:ea typeface="Outfit"/>
                <a:cs typeface="Outfit"/>
                <a:sym typeface="Outfit"/>
              </a:rPr>
              <a:t>Vivamus</a:t>
            </a:r>
            <a:r>
              <a:rPr lang="en-US" sz="2400" dirty="0">
                <a:solidFill>
                  <a:srgbClr val="FFFFFF"/>
                </a:solidFill>
                <a:latin typeface="Outfit"/>
                <a:ea typeface="Outfit"/>
                <a:cs typeface="Outfit"/>
                <a:sym typeface="Outfit"/>
              </a:rPr>
              <a:t> a </a:t>
            </a:r>
            <a:r>
              <a:rPr lang="en-US" sz="2400" dirty="0" err="1">
                <a:solidFill>
                  <a:srgbClr val="FFFFFF"/>
                </a:solidFill>
                <a:latin typeface="Outfit"/>
                <a:ea typeface="Outfit"/>
                <a:cs typeface="Outfit"/>
                <a:sym typeface="Outfit"/>
              </a:rPr>
              <a:t>tellus</a:t>
            </a:r>
            <a:endParaRPr lang="en-US" sz="2400" dirty="0">
              <a:solidFill>
                <a:srgbClr val="FFFFFF"/>
              </a:solidFill>
              <a:latin typeface="Outfit"/>
              <a:ea typeface="Outfit"/>
              <a:cs typeface="Outfit"/>
              <a:sym typeface="Outfit"/>
            </a:endParaRPr>
          </a:p>
          <a:p>
            <a:pPr marL="1036320" lvl="2" indent="-345440" algn="l">
              <a:lnSpc>
                <a:spcPts val="3359"/>
              </a:lnSpc>
              <a:buFont typeface="Arial"/>
              <a:buChar char="⚬"/>
            </a:pPr>
            <a:r>
              <a:rPr lang="en-US" sz="2400" dirty="0" err="1">
                <a:solidFill>
                  <a:srgbClr val="FFFFFF"/>
                </a:solidFill>
                <a:latin typeface="Outfit"/>
                <a:ea typeface="Outfit"/>
                <a:cs typeface="Outfit"/>
                <a:sym typeface="Outfit"/>
              </a:rPr>
              <a:t>Pellentesque</a:t>
            </a:r>
            <a:r>
              <a:rPr lang="en-US" sz="2400" dirty="0">
                <a:solidFill>
                  <a:srgbClr val="FFFFFF"/>
                </a:solidFill>
                <a:latin typeface="Outfit"/>
                <a:ea typeface="Outfit"/>
                <a:cs typeface="Outfit"/>
                <a:sym typeface="Outfit"/>
              </a:rPr>
              <a:t> habitant </a:t>
            </a:r>
            <a:r>
              <a:rPr lang="en-US" sz="2400" dirty="0" err="1">
                <a:solidFill>
                  <a:srgbClr val="FFFFFF"/>
                </a:solidFill>
                <a:latin typeface="Outfit"/>
                <a:ea typeface="Outfit"/>
                <a:cs typeface="Outfit"/>
                <a:sym typeface="Outfit"/>
              </a:rPr>
              <a:t>morbi</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tristique</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senectus</a:t>
            </a:r>
            <a:r>
              <a:rPr lang="en-US" sz="2400" dirty="0">
                <a:solidFill>
                  <a:srgbClr val="FFFFFF"/>
                </a:solidFill>
                <a:latin typeface="Outfit"/>
                <a:ea typeface="Outfit"/>
                <a:cs typeface="Outfit"/>
                <a:sym typeface="Outfit"/>
              </a:rPr>
              <a:t> et </a:t>
            </a:r>
            <a:r>
              <a:rPr lang="en-US" sz="2400" dirty="0" err="1">
                <a:solidFill>
                  <a:srgbClr val="FFFFFF"/>
                </a:solidFill>
                <a:latin typeface="Outfit"/>
                <a:ea typeface="Outfit"/>
                <a:cs typeface="Outfit"/>
                <a:sym typeface="Outfit"/>
              </a:rPr>
              <a:t>netus</a:t>
            </a:r>
            <a:r>
              <a:rPr lang="en-US" sz="2400" dirty="0">
                <a:solidFill>
                  <a:srgbClr val="FFFFFF"/>
                </a:solidFill>
                <a:latin typeface="Outfit"/>
                <a:ea typeface="Outfit"/>
                <a:cs typeface="Outfit"/>
                <a:sym typeface="Outfit"/>
              </a:rPr>
              <a:t> et </a:t>
            </a:r>
            <a:r>
              <a:rPr lang="en-US" sz="2400" dirty="0" err="1">
                <a:solidFill>
                  <a:srgbClr val="FFFFFF"/>
                </a:solidFill>
                <a:latin typeface="Outfit"/>
                <a:ea typeface="Outfit"/>
                <a:cs typeface="Outfit"/>
                <a:sym typeface="Outfit"/>
              </a:rPr>
              <a:t>malesuada</a:t>
            </a:r>
            <a:r>
              <a:rPr lang="en-US" sz="2400" dirty="0">
                <a:solidFill>
                  <a:srgbClr val="FFFFFF"/>
                </a:solidFill>
                <a:latin typeface="Outfit"/>
                <a:ea typeface="Outfit"/>
                <a:cs typeface="Outfit"/>
                <a:sym typeface="Outfit"/>
              </a:rPr>
              <a:t> fames ac </a:t>
            </a:r>
            <a:r>
              <a:rPr lang="en-US" sz="2400" dirty="0" err="1">
                <a:solidFill>
                  <a:srgbClr val="FFFFFF"/>
                </a:solidFill>
                <a:latin typeface="Outfit"/>
                <a:ea typeface="Outfit"/>
                <a:cs typeface="Outfit"/>
                <a:sym typeface="Outfit"/>
              </a:rPr>
              <a:t>turpis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egestas</a:t>
            </a:r>
            <a:r>
              <a:rPr lang="en-US" sz="2400" dirty="0">
                <a:solidFill>
                  <a:srgbClr val="FFFFFF"/>
                </a:solidFill>
                <a:latin typeface="Outfit"/>
                <a:ea typeface="Outfit"/>
                <a:cs typeface="Outfit"/>
                <a:sym typeface="Outfit"/>
              </a:rPr>
              <a:t>. Proin pharetra </a:t>
            </a:r>
            <a:r>
              <a:rPr lang="en-US" sz="2400" dirty="0" err="1">
                <a:solidFill>
                  <a:srgbClr val="FFFFFF"/>
                </a:solidFill>
                <a:latin typeface="Outfit"/>
                <a:ea typeface="Outfit"/>
                <a:cs typeface="Outfit"/>
                <a:sym typeface="Outfit"/>
              </a:rPr>
              <a:t>nonummy</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pede</a:t>
            </a:r>
            <a:r>
              <a:rPr lang="en-US" sz="2400" dirty="0">
                <a:solidFill>
                  <a:srgbClr val="FFFFFF"/>
                </a:solidFill>
                <a:latin typeface="Outfit"/>
                <a:ea typeface="Outfit"/>
                <a:cs typeface="Outfit"/>
                <a:sym typeface="Outfit"/>
              </a:rPr>
              <a:t>. Mauris et </a:t>
            </a:r>
            <a:r>
              <a:rPr lang="en-US" sz="2400" dirty="0" err="1">
                <a:solidFill>
                  <a:srgbClr val="FFFFFF"/>
                </a:solidFill>
                <a:latin typeface="Outfit"/>
                <a:ea typeface="Outfit"/>
                <a:cs typeface="Outfit"/>
                <a:sym typeface="Outfit"/>
              </a:rPr>
              <a:t>orci</a:t>
            </a:r>
            <a:endParaRPr lang="en-US" sz="2400" dirty="0">
              <a:solidFill>
                <a:srgbClr val="FFFFFF"/>
              </a:solidFill>
              <a:latin typeface="Outfit"/>
              <a:ea typeface="Outfit"/>
              <a:cs typeface="Outfit"/>
              <a:sym typeface="Outfit"/>
            </a:endParaRPr>
          </a:p>
          <a:p>
            <a:pPr marL="1036320" lvl="2" indent="-345440" algn="l">
              <a:lnSpc>
                <a:spcPts val="3359"/>
              </a:lnSpc>
              <a:buFont typeface="Arial"/>
              <a:buChar char="⚬"/>
            </a:pPr>
            <a:r>
              <a:rPr lang="en-US" sz="2400" dirty="0">
                <a:solidFill>
                  <a:srgbClr val="FFFFFF"/>
                </a:solidFill>
                <a:latin typeface="Outfit"/>
                <a:ea typeface="Outfit"/>
                <a:cs typeface="Outfit"/>
                <a:sym typeface="Outfit"/>
              </a:rPr>
              <a:t>Maecenas </a:t>
            </a:r>
            <a:r>
              <a:rPr lang="en-US" sz="2400" dirty="0" err="1">
                <a:solidFill>
                  <a:srgbClr val="FFFFFF"/>
                </a:solidFill>
                <a:latin typeface="Outfit"/>
                <a:ea typeface="Outfit"/>
                <a:cs typeface="Outfit"/>
                <a:sym typeface="Outfit"/>
              </a:rPr>
              <a:t>porttitor</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congue</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massa</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Fusce</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posuere</a:t>
            </a:r>
            <a:r>
              <a:rPr lang="en-US" sz="2400" dirty="0">
                <a:solidFill>
                  <a:srgbClr val="FFFFFF"/>
                </a:solidFill>
                <a:latin typeface="Outfit"/>
                <a:ea typeface="Outfit"/>
                <a:cs typeface="Outfit"/>
                <a:sym typeface="Outfit"/>
              </a:rPr>
              <a:t>, magna sed pulvinar </a:t>
            </a:r>
            <a:r>
              <a:rPr lang="en-US" sz="2400" dirty="0" err="1">
                <a:solidFill>
                  <a:srgbClr val="FFFFFF"/>
                </a:solidFill>
                <a:latin typeface="Outfit"/>
                <a:ea typeface="Outfit"/>
                <a:cs typeface="Outfit"/>
                <a:sym typeface="Outfit"/>
              </a:rPr>
              <a:t>ultricies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purus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lectus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malesuada</a:t>
            </a:r>
            <a:r>
              <a:rPr lang="en-US" sz="2400" dirty="0">
                <a:solidFill>
                  <a:srgbClr val="FFFFFF"/>
                </a:solidFill>
                <a:latin typeface="Outfit"/>
                <a:ea typeface="Outfit"/>
                <a:cs typeface="Outfit"/>
                <a:sym typeface="Outfit"/>
              </a:rPr>
              <a:t> libero, sit </a:t>
            </a:r>
            <a:r>
              <a:rPr lang="en-US" sz="2400" dirty="0" err="1">
                <a:solidFill>
                  <a:srgbClr val="FFFFFF"/>
                </a:solidFill>
                <a:latin typeface="Outfit"/>
                <a:ea typeface="Outfit"/>
                <a:cs typeface="Outfit"/>
                <a:sym typeface="Outfit"/>
              </a:rPr>
              <a:t>amet</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commodo</a:t>
            </a:r>
            <a:r>
              <a:rPr lang="en-US" sz="2400" dirty="0">
                <a:solidFill>
                  <a:srgbClr val="FFFFFF"/>
                </a:solidFill>
                <a:latin typeface="Outfit"/>
                <a:ea typeface="Outfit"/>
                <a:cs typeface="Outfit"/>
                <a:sym typeface="Outfit"/>
              </a:rPr>
              <a:t> magna eros </a:t>
            </a:r>
            <a:r>
              <a:rPr lang="en-US" sz="2400" dirty="0" err="1">
                <a:solidFill>
                  <a:srgbClr val="FFFFFF"/>
                </a:solidFill>
                <a:latin typeface="Outfit"/>
                <a:ea typeface="Outfit"/>
                <a:cs typeface="Outfit"/>
                <a:sym typeface="Outfit"/>
              </a:rPr>
              <a:t>quis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urna</a:t>
            </a:r>
            <a:endParaRPr lang="en-US" sz="2400" dirty="0">
              <a:solidFill>
                <a:srgbClr val="FFFFFF"/>
              </a:solidFill>
              <a:latin typeface="Outfit"/>
              <a:ea typeface="Outfit"/>
              <a:cs typeface="Outfit"/>
              <a:sym typeface="Outfit"/>
            </a:endParaRPr>
          </a:p>
          <a:p>
            <a:pPr marL="1036320" lvl="2" indent="-345440" algn="l">
              <a:lnSpc>
                <a:spcPts val="3359"/>
              </a:lnSpc>
              <a:buFont typeface="Arial"/>
              <a:buChar char="⚬"/>
            </a:pPr>
            <a:r>
              <a:rPr lang="en-US" sz="2400" dirty="0">
                <a:solidFill>
                  <a:srgbClr val="FFFFFF"/>
                </a:solidFill>
                <a:latin typeface="Outfit"/>
                <a:ea typeface="Outfit"/>
                <a:cs typeface="Outfit"/>
                <a:sym typeface="Outfit"/>
              </a:rPr>
              <a:t>Nunc </a:t>
            </a:r>
            <a:r>
              <a:rPr lang="en-US" sz="2400" dirty="0" err="1">
                <a:solidFill>
                  <a:srgbClr val="FFFFFF"/>
                </a:solidFill>
                <a:latin typeface="Outfit"/>
                <a:ea typeface="Outfit"/>
                <a:cs typeface="Outfit"/>
                <a:sym typeface="Outfit"/>
              </a:rPr>
              <a:t>viverra</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imperdiet</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enim</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Fusce</a:t>
            </a:r>
            <a:r>
              <a:rPr lang="en-US" sz="2400" dirty="0">
                <a:solidFill>
                  <a:srgbClr val="FFFFFF"/>
                </a:solidFill>
                <a:latin typeface="Outfit"/>
                <a:ea typeface="Outfit"/>
                <a:cs typeface="Outfit"/>
                <a:sym typeface="Outfit"/>
              </a:rPr>
              <a:t> est. </a:t>
            </a:r>
            <a:r>
              <a:rPr lang="en-US" sz="2400" dirty="0" err="1">
                <a:solidFill>
                  <a:srgbClr val="FFFFFF"/>
                </a:solidFill>
                <a:latin typeface="Outfit"/>
                <a:ea typeface="Outfit"/>
                <a:cs typeface="Outfit"/>
                <a:sym typeface="Outfit"/>
              </a:rPr>
              <a:t>Vivamus</a:t>
            </a:r>
            <a:r>
              <a:rPr lang="en-US" sz="2400" dirty="0">
                <a:solidFill>
                  <a:srgbClr val="FFFFFF"/>
                </a:solidFill>
                <a:latin typeface="Outfit"/>
                <a:ea typeface="Outfit"/>
                <a:cs typeface="Outfit"/>
                <a:sym typeface="Outfit"/>
              </a:rPr>
              <a:t> a </a:t>
            </a:r>
            <a:r>
              <a:rPr lang="en-US" sz="2400" dirty="0" err="1">
                <a:solidFill>
                  <a:srgbClr val="FFFFFF"/>
                </a:solidFill>
                <a:latin typeface="Outfit"/>
                <a:ea typeface="Outfit"/>
                <a:cs typeface="Outfit"/>
                <a:sym typeface="Outfit"/>
              </a:rPr>
              <a:t>tellus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Pellentesque</a:t>
            </a:r>
            <a:r>
              <a:rPr lang="en-US" sz="2400" dirty="0">
                <a:solidFill>
                  <a:srgbClr val="FFFFFF"/>
                </a:solidFill>
                <a:latin typeface="Outfit"/>
                <a:ea typeface="Outfit"/>
                <a:cs typeface="Outfit"/>
                <a:sym typeface="Outfit"/>
              </a:rPr>
              <a:t> habitant </a:t>
            </a:r>
            <a:r>
              <a:rPr lang="en-US" sz="2400" dirty="0" err="1">
                <a:solidFill>
                  <a:srgbClr val="FFFFFF"/>
                </a:solidFill>
                <a:latin typeface="Outfit"/>
                <a:ea typeface="Outfit"/>
                <a:cs typeface="Outfit"/>
                <a:sym typeface="Outfit"/>
              </a:rPr>
              <a:t>morbi</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tristique</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senectus</a:t>
            </a:r>
            <a:r>
              <a:rPr lang="en-US" sz="2400" dirty="0">
                <a:solidFill>
                  <a:srgbClr val="FFFFFF"/>
                </a:solidFill>
                <a:latin typeface="Outfit"/>
                <a:ea typeface="Outfit"/>
                <a:cs typeface="Outfit"/>
                <a:sym typeface="Outfit"/>
              </a:rPr>
              <a:t> et </a:t>
            </a:r>
            <a:r>
              <a:rPr lang="en-US" sz="2400" dirty="0" err="1">
                <a:solidFill>
                  <a:srgbClr val="FFFFFF"/>
                </a:solidFill>
                <a:latin typeface="Outfit"/>
                <a:ea typeface="Outfit"/>
                <a:cs typeface="Outfit"/>
                <a:sym typeface="Outfit"/>
              </a:rPr>
              <a:t>netus</a:t>
            </a:r>
            <a:r>
              <a:rPr lang="en-US" sz="2400" dirty="0">
                <a:solidFill>
                  <a:srgbClr val="FFFFFF"/>
                </a:solidFill>
                <a:latin typeface="Outfit"/>
                <a:ea typeface="Outfit"/>
                <a:cs typeface="Outfit"/>
                <a:sym typeface="Outfit"/>
              </a:rPr>
              <a:t> et </a:t>
            </a:r>
            <a:r>
              <a:rPr lang="en-US" sz="2400" dirty="0" err="1">
                <a:solidFill>
                  <a:srgbClr val="FFFFFF"/>
                </a:solidFill>
                <a:latin typeface="Outfit"/>
                <a:ea typeface="Outfit"/>
                <a:cs typeface="Outfit"/>
                <a:sym typeface="Outfit"/>
              </a:rPr>
              <a:t>malesuada</a:t>
            </a:r>
            <a:r>
              <a:rPr lang="en-US" sz="2400" dirty="0">
                <a:solidFill>
                  <a:srgbClr val="FFFFFF"/>
                </a:solidFill>
                <a:latin typeface="Outfit"/>
                <a:ea typeface="Outfit"/>
                <a:cs typeface="Outfit"/>
                <a:sym typeface="Outfit"/>
              </a:rPr>
              <a:t> fames ac </a:t>
            </a:r>
            <a:r>
              <a:rPr lang="en-US" sz="2400" dirty="0" err="1">
                <a:solidFill>
                  <a:srgbClr val="FFFFFF"/>
                </a:solidFill>
                <a:latin typeface="Outfit"/>
                <a:ea typeface="Outfit"/>
                <a:cs typeface="Outfit"/>
                <a:sym typeface="Outfit"/>
              </a:rPr>
              <a:t>turpis</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egestas</a:t>
            </a:r>
            <a:r>
              <a:rPr lang="en-US" sz="2400" dirty="0">
                <a:solidFill>
                  <a:srgbClr val="FFFFFF"/>
                </a:solidFill>
                <a:latin typeface="Outfit"/>
                <a:ea typeface="Outfit"/>
                <a:cs typeface="Outfit"/>
                <a:sym typeface="Outfit"/>
              </a:rPr>
              <a:t>. Proin pharetra </a:t>
            </a:r>
            <a:r>
              <a:rPr lang="en-US" sz="2400" dirty="0" err="1">
                <a:solidFill>
                  <a:srgbClr val="FFFFFF"/>
                </a:solidFill>
                <a:latin typeface="Outfit"/>
                <a:ea typeface="Outfit"/>
                <a:cs typeface="Outfit"/>
                <a:sym typeface="Outfit"/>
              </a:rPr>
              <a:t>nonummy</a:t>
            </a:r>
            <a:r>
              <a:rPr lang="en-US" sz="2400" dirty="0">
                <a:solidFill>
                  <a:srgbClr val="FFFFFF"/>
                </a:solidFill>
                <a:latin typeface="Outfit"/>
                <a:ea typeface="Outfit"/>
                <a:cs typeface="Outfit"/>
                <a:sym typeface="Outfit"/>
              </a:rPr>
              <a:t> </a:t>
            </a:r>
            <a:r>
              <a:rPr lang="en-US" sz="2400" dirty="0" err="1">
                <a:solidFill>
                  <a:srgbClr val="FFFFFF"/>
                </a:solidFill>
                <a:latin typeface="Outfit"/>
                <a:ea typeface="Outfit"/>
                <a:cs typeface="Outfit"/>
                <a:sym typeface="Outfit"/>
              </a:rPr>
              <a:t>pede</a:t>
            </a:r>
            <a:r>
              <a:rPr lang="en-US" sz="2400" dirty="0">
                <a:solidFill>
                  <a:srgbClr val="FFFFFF"/>
                </a:solidFill>
                <a:latin typeface="Outfit"/>
                <a:ea typeface="Outfit"/>
                <a:cs typeface="Outfit"/>
                <a:sym typeface="Outfit"/>
              </a:rPr>
              <a:t>. Mauris et </a:t>
            </a:r>
            <a:r>
              <a:rPr lang="en-US" sz="2400" dirty="0" err="1">
                <a:solidFill>
                  <a:srgbClr val="FFFFFF"/>
                </a:solidFill>
                <a:latin typeface="Outfit"/>
                <a:ea typeface="Outfit"/>
                <a:cs typeface="Outfit"/>
                <a:sym typeface="Outfit"/>
              </a:rPr>
              <a:t>orci</a:t>
            </a:r>
            <a:endParaRPr lang="en-US" sz="2400" dirty="0">
              <a:solidFill>
                <a:srgbClr val="FFFFFF"/>
              </a:solidFill>
              <a:latin typeface="Outfit"/>
              <a:ea typeface="Outfit"/>
              <a:cs typeface="Outfit"/>
              <a:sym typeface="Outfit"/>
            </a:endParaRPr>
          </a:p>
          <a:p>
            <a:pPr algn="l">
              <a:lnSpc>
                <a:spcPts val="3359"/>
              </a:lnSpc>
            </a:pPr>
            <a:endParaRPr lang="en-US" sz="2400" dirty="0">
              <a:solidFill>
                <a:srgbClr val="FFFFFF"/>
              </a:solidFill>
              <a:latin typeface="Outfit"/>
              <a:ea typeface="Outfit"/>
              <a:cs typeface="Outfit"/>
              <a:sym typeface="Outfit"/>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4" name="Group 4"/>
          <p:cNvGrpSpPr>
            <a:grpSpLocks noChangeAspect="1"/>
          </p:cNvGrpSpPr>
          <p:nvPr/>
        </p:nvGrpSpPr>
        <p:grpSpPr>
          <a:xfrm>
            <a:off x="16331765" y="473688"/>
            <a:ext cx="927535" cy="555012"/>
            <a:chOff x="0" y="0"/>
            <a:chExt cx="1855064" cy="1110031"/>
          </a:xfrm>
        </p:grpSpPr>
        <p:sp>
          <p:nvSpPr>
            <p:cNvPr id="5" name="Freeform 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9" name="TextBox 9"/>
          <p:cNvSpPr txBox="1"/>
          <p:nvPr/>
        </p:nvSpPr>
        <p:spPr>
          <a:xfrm>
            <a:off x="1104305" y="9397048"/>
            <a:ext cx="6482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sp>
        <p:nvSpPr>
          <p:cNvPr id="10" name="TextBox 10"/>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p:cNvSpPr txBox="1"/>
          <p:nvPr/>
        </p:nvSpPr>
        <p:spPr>
          <a:xfrm>
            <a:off x="1028699" y="1212691"/>
            <a:ext cx="11772899" cy="863600"/>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Title and content split in two (horizontal)</a:t>
            </a:r>
          </a:p>
        </p:txBody>
      </p:sp>
      <p:sp>
        <p:nvSpPr>
          <p:cNvPr id="12" name="TextBox 12"/>
          <p:cNvSpPr txBox="1"/>
          <p:nvPr/>
        </p:nvSpPr>
        <p:spPr>
          <a:xfrm>
            <a:off x="1028700" y="2714466"/>
            <a:ext cx="7153720" cy="5988050"/>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algn="l">
              <a:lnSpc>
                <a:spcPts val="2800"/>
              </a:lnSpc>
            </a:pPr>
            <a:endParaRPr lang="en-US" sz="2000" dirty="0">
              <a:solidFill>
                <a:srgbClr val="000000"/>
              </a:solidFill>
              <a:latin typeface="Outfit"/>
              <a:ea typeface="Outfit"/>
              <a:cs typeface="Outfit"/>
              <a:sym typeface="Outfit"/>
            </a:endParaRPr>
          </a:p>
        </p:txBody>
      </p:sp>
      <p:sp>
        <p:nvSpPr>
          <p:cNvPr id="13" name="TextBox 13"/>
          <p:cNvSpPr txBox="1"/>
          <p:nvPr/>
        </p:nvSpPr>
        <p:spPr>
          <a:xfrm>
            <a:off x="10105580" y="2714466"/>
            <a:ext cx="7153720" cy="5988050"/>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algn="l">
              <a:lnSpc>
                <a:spcPts val="2800"/>
              </a:lnSpc>
            </a:pPr>
            <a:endParaRPr lang="en-US" sz="2000" dirty="0">
              <a:solidFill>
                <a:srgbClr val="000000"/>
              </a:solidFill>
              <a:latin typeface="Outfit"/>
              <a:ea typeface="Outfit"/>
              <a:cs typeface="Outfit"/>
              <a:sym typeface="Outfit"/>
            </a:endParaRPr>
          </a:p>
        </p:txBody>
      </p:sp>
      <p:sp>
        <p:nvSpPr>
          <p:cNvPr id="14" name="AutoShape 14"/>
          <p:cNvSpPr/>
          <p:nvPr/>
        </p:nvSpPr>
        <p:spPr>
          <a:xfrm>
            <a:off x="9163050" y="4024346"/>
            <a:ext cx="0" cy="3415915"/>
          </a:xfrm>
          <a:prstGeom prst="line">
            <a:avLst/>
          </a:prstGeom>
          <a:ln w="38100" cap="flat">
            <a:solidFill>
              <a:srgbClr val="00CD8F"/>
            </a:solidFill>
            <a:prstDash val="solid"/>
            <a:headEnd type="none" w="sm" len="sm"/>
            <a:tailEnd type="none" w="sm" len="sm"/>
          </a:ln>
        </p:spPr>
        <p:txBody>
          <a:bodyPr/>
          <a:lstStyle/>
          <a:p>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4" name="Group 4"/>
          <p:cNvGrpSpPr>
            <a:grpSpLocks noChangeAspect="1"/>
          </p:cNvGrpSpPr>
          <p:nvPr/>
        </p:nvGrpSpPr>
        <p:grpSpPr>
          <a:xfrm>
            <a:off x="16331765" y="473688"/>
            <a:ext cx="927535" cy="555012"/>
            <a:chOff x="0" y="0"/>
            <a:chExt cx="1855064" cy="1110031"/>
          </a:xfrm>
        </p:grpSpPr>
        <p:sp>
          <p:nvSpPr>
            <p:cNvPr id="5" name="Freeform 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9" name="TextBox 9"/>
          <p:cNvSpPr txBox="1"/>
          <p:nvPr/>
        </p:nvSpPr>
        <p:spPr>
          <a:xfrm>
            <a:off x="1104305" y="9397048"/>
            <a:ext cx="6482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sp>
        <p:nvSpPr>
          <p:cNvPr id="10" name="TextBox 10"/>
          <p:cNvSpPr txBox="1"/>
          <p:nvPr/>
        </p:nvSpPr>
        <p:spPr>
          <a:xfrm>
            <a:off x="1028700" y="426063"/>
            <a:ext cx="1714500" cy="418647"/>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p:cNvSpPr txBox="1"/>
          <p:nvPr/>
        </p:nvSpPr>
        <p:spPr>
          <a:xfrm>
            <a:off x="1028700" y="1212691"/>
            <a:ext cx="11010900" cy="832023"/>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Title and content split in two (vertical)</a:t>
            </a:r>
          </a:p>
        </p:txBody>
      </p:sp>
      <p:sp>
        <p:nvSpPr>
          <p:cNvPr id="12" name="TextBox 12"/>
          <p:cNvSpPr txBox="1"/>
          <p:nvPr/>
        </p:nvSpPr>
        <p:spPr>
          <a:xfrm>
            <a:off x="1028700" y="2466816"/>
            <a:ext cx="16230600" cy="3168650"/>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algn="l">
              <a:lnSpc>
                <a:spcPts val="2800"/>
              </a:lnSpc>
            </a:pPr>
            <a:endParaRPr lang="en-US" sz="2000" dirty="0">
              <a:solidFill>
                <a:srgbClr val="000000"/>
              </a:solidFill>
              <a:latin typeface="Outfit"/>
              <a:ea typeface="Outfit"/>
              <a:cs typeface="Outfit"/>
              <a:sym typeface="Outfit"/>
            </a:endParaRPr>
          </a:p>
        </p:txBody>
      </p:sp>
      <p:sp>
        <p:nvSpPr>
          <p:cNvPr id="13" name="TextBox 13"/>
          <p:cNvSpPr txBox="1"/>
          <p:nvPr/>
        </p:nvSpPr>
        <p:spPr>
          <a:xfrm>
            <a:off x="1028700" y="5880100"/>
            <a:ext cx="16230600" cy="3168650"/>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algn="l">
              <a:lnSpc>
                <a:spcPts val="2800"/>
              </a:lnSpc>
            </a:pPr>
            <a:endParaRPr lang="en-US" sz="2000" dirty="0">
              <a:solidFill>
                <a:srgbClr val="000000"/>
              </a:solidFill>
              <a:latin typeface="Outfit"/>
              <a:ea typeface="Outfit"/>
              <a:cs typeface="Outfit"/>
              <a:sym typeface="Outfit"/>
            </a:endParaRPr>
          </a:p>
        </p:txBody>
      </p:sp>
      <p:sp>
        <p:nvSpPr>
          <p:cNvPr id="14" name="AutoShape 14"/>
          <p:cNvSpPr/>
          <p:nvPr/>
        </p:nvSpPr>
        <p:spPr>
          <a:xfrm flipH="1">
            <a:off x="7436043" y="5654516"/>
            <a:ext cx="3415915" cy="0"/>
          </a:xfrm>
          <a:prstGeom prst="line">
            <a:avLst/>
          </a:prstGeom>
          <a:ln w="38100" cap="flat">
            <a:solidFill>
              <a:srgbClr val="00CD8F"/>
            </a:solidFill>
            <a:prstDash val="solid"/>
            <a:headEnd type="none" w="sm" len="sm"/>
            <a:tailEnd type="none" w="sm" len="sm"/>
          </a:ln>
        </p:spPr>
        <p:txBody>
          <a:bodyPr/>
          <a:lstStyle/>
          <a:p>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4" name="Group 4"/>
          <p:cNvGrpSpPr>
            <a:grpSpLocks noChangeAspect="1"/>
          </p:cNvGrpSpPr>
          <p:nvPr/>
        </p:nvGrpSpPr>
        <p:grpSpPr>
          <a:xfrm>
            <a:off x="16331765" y="473688"/>
            <a:ext cx="927535" cy="555012"/>
            <a:chOff x="0" y="0"/>
            <a:chExt cx="1855064" cy="1110031"/>
          </a:xfrm>
        </p:grpSpPr>
        <p:sp>
          <p:nvSpPr>
            <p:cNvPr id="5" name="Freeform 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9" name="TextBox 9"/>
          <p:cNvSpPr txBox="1"/>
          <p:nvPr/>
        </p:nvSpPr>
        <p:spPr>
          <a:xfrm>
            <a:off x="1104305" y="9397048"/>
            <a:ext cx="648295" cy="403252"/>
          </a:xfrm>
          <a:prstGeom prst="rect">
            <a:avLst/>
          </a:prstGeom>
        </p:spPr>
        <p:txBody>
          <a:bodyPr wrap="square" lIns="0" tIns="0" rIns="0" bIns="0" rtlCol="0" anchor="t">
            <a:spAutoFit/>
          </a:bodyPr>
          <a:lstStyle/>
          <a:p>
            <a:pPr algn="ctr">
              <a:lnSpc>
                <a:spcPts val="3359"/>
              </a:lnSpc>
            </a:pPr>
            <a:r>
              <a:rPr lang="en-US" sz="2400">
                <a:solidFill>
                  <a:srgbClr val="000000"/>
                </a:solidFill>
                <a:latin typeface="Outfit"/>
                <a:ea typeface="Outfit"/>
                <a:cs typeface="Outfit"/>
                <a:sym typeface="Outfit"/>
              </a:rPr>
              <a:t>Pg: 1</a:t>
            </a:r>
          </a:p>
        </p:txBody>
      </p:sp>
      <p:sp>
        <p:nvSpPr>
          <p:cNvPr id="10" name="TextBox 10"/>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p:cNvSpPr txBox="1"/>
          <p:nvPr/>
        </p:nvSpPr>
        <p:spPr>
          <a:xfrm>
            <a:off x="1028700" y="1212691"/>
            <a:ext cx="8788574"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Title and content split in three</a:t>
            </a:r>
          </a:p>
        </p:txBody>
      </p:sp>
      <p:sp>
        <p:nvSpPr>
          <p:cNvPr id="12" name="TextBox 12"/>
          <p:cNvSpPr txBox="1"/>
          <p:nvPr/>
        </p:nvSpPr>
        <p:spPr>
          <a:xfrm>
            <a:off x="1028700" y="2466816"/>
            <a:ext cx="4943697" cy="6692900"/>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algn="l">
              <a:lnSpc>
                <a:spcPts val="2800"/>
              </a:lnSpc>
            </a:pPr>
            <a:endParaRPr lang="en-US" sz="2000" dirty="0">
              <a:solidFill>
                <a:srgbClr val="000000"/>
              </a:solidFill>
              <a:latin typeface="Outfit"/>
              <a:ea typeface="Outfit"/>
              <a:cs typeface="Outfit"/>
              <a:sym typeface="Outfit"/>
            </a:endParaRPr>
          </a:p>
        </p:txBody>
      </p:sp>
      <p:sp>
        <p:nvSpPr>
          <p:cNvPr id="13" name="TextBox 13"/>
          <p:cNvSpPr txBox="1"/>
          <p:nvPr/>
        </p:nvSpPr>
        <p:spPr>
          <a:xfrm>
            <a:off x="6672151" y="2466816"/>
            <a:ext cx="4943697" cy="6692900"/>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algn="l">
              <a:lnSpc>
                <a:spcPts val="2800"/>
              </a:lnSpc>
            </a:pPr>
            <a:endParaRPr lang="en-US" sz="2000" dirty="0">
              <a:solidFill>
                <a:srgbClr val="000000"/>
              </a:solidFill>
              <a:latin typeface="Outfit"/>
              <a:ea typeface="Outfit"/>
              <a:cs typeface="Outfit"/>
              <a:sym typeface="Outfit"/>
            </a:endParaRPr>
          </a:p>
        </p:txBody>
      </p:sp>
      <p:sp>
        <p:nvSpPr>
          <p:cNvPr id="14" name="TextBox 14"/>
          <p:cNvSpPr txBox="1"/>
          <p:nvPr/>
        </p:nvSpPr>
        <p:spPr>
          <a:xfrm>
            <a:off x="12315603" y="2466816"/>
            <a:ext cx="4943697" cy="6692900"/>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algn="l">
              <a:lnSpc>
                <a:spcPts val="2800"/>
              </a:lnSpc>
            </a:pPr>
            <a:endParaRPr lang="en-US" sz="2000" dirty="0">
              <a:solidFill>
                <a:srgbClr val="000000"/>
              </a:solidFill>
              <a:latin typeface="Outfit"/>
              <a:ea typeface="Outfit"/>
              <a:cs typeface="Outfit"/>
              <a:sym typeface="Outfit"/>
            </a:endParaRPr>
          </a:p>
        </p:txBody>
      </p:sp>
      <p:sp>
        <p:nvSpPr>
          <p:cNvPr id="15" name="AutoShape 15"/>
          <p:cNvSpPr/>
          <p:nvPr/>
        </p:nvSpPr>
        <p:spPr>
          <a:xfrm>
            <a:off x="11965726" y="4129121"/>
            <a:ext cx="0" cy="3415915"/>
          </a:xfrm>
          <a:prstGeom prst="line">
            <a:avLst/>
          </a:prstGeom>
          <a:ln w="38100" cap="flat">
            <a:solidFill>
              <a:srgbClr val="00CD8F"/>
            </a:solidFill>
            <a:prstDash val="solid"/>
            <a:headEnd type="none" w="sm" len="sm"/>
            <a:tailEnd type="none" w="sm" len="sm"/>
          </a:ln>
        </p:spPr>
        <p:txBody>
          <a:bodyPr/>
          <a:lstStyle/>
          <a:p>
            <a:endParaRPr lang="en-US"/>
          </a:p>
        </p:txBody>
      </p:sp>
      <p:sp>
        <p:nvSpPr>
          <p:cNvPr id="16" name="AutoShape 16"/>
          <p:cNvSpPr/>
          <p:nvPr/>
        </p:nvSpPr>
        <p:spPr>
          <a:xfrm>
            <a:off x="6319726" y="4129121"/>
            <a:ext cx="0" cy="3415915"/>
          </a:xfrm>
          <a:prstGeom prst="line">
            <a:avLst/>
          </a:prstGeom>
          <a:ln w="38100" cap="flat">
            <a:solidFill>
              <a:srgbClr val="00CD8F"/>
            </a:solidFill>
            <a:prstDash val="solid"/>
            <a:headEnd type="none" w="sm" len="sm"/>
            <a:tailEnd type="none" w="sm" len="sm"/>
          </a:ln>
        </p:spPr>
        <p:txBody>
          <a:bodyPr/>
          <a:lstStyle/>
          <a:p>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4" name="Group 4"/>
          <p:cNvGrpSpPr>
            <a:grpSpLocks noChangeAspect="1"/>
          </p:cNvGrpSpPr>
          <p:nvPr/>
        </p:nvGrpSpPr>
        <p:grpSpPr>
          <a:xfrm>
            <a:off x="16331765" y="473688"/>
            <a:ext cx="927535" cy="555012"/>
            <a:chOff x="0" y="0"/>
            <a:chExt cx="1855064" cy="1110031"/>
          </a:xfrm>
        </p:grpSpPr>
        <p:sp>
          <p:nvSpPr>
            <p:cNvPr id="5" name="Freeform 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TextBox 8"/>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9" name="TextBox 9"/>
          <p:cNvSpPr txBox="1"/>
          <p:nvPr/>
        </p:nvSpPr>
        <p:spPr>
          <a:xfrm>
            <a:off x="1104305" y="9397048"/>
            <a:ext cx="6482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sp>
        <p:nvSpPr>
          <p:cNvPr id="10" name="TextBox 10"/>
          <p:cNvSpPr txBox="1"/>
          <p:nvPr/>
        </p:nvSpPr>
        <p:spPr>
          <a:xfrm>
            <a:off x="1028700" y="426063"/>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p:cNvSpPr txBox="1"/>
          <p:nvPr/>
        </p:nvSpPr>
        <p:spPr>
          <a:xfrm>
            <a:off x="1028700" y="1212691"/>
            <a:ext cx="8788574"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Title and content split in four</a:t>
            </a:r>
          </a:p>
        </p:txBody>
      </p:sp>
      <p:sp>
        <p:nvSpPr>
          <p:cNvPr id="12" name="TextBox 12"/>
          <p:cNvSpPr txBox="1"/>
          <p:nvPr/>
        </p:nvSpPr>
        <p:spPr>
          <a:xfrm>
            <a:off x="1028700" y="2868454"/>
            <a:ext cx="7653606" cy="2816225"/>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p>
          <a:p>
            <a:pPr algn="l">
              <a:lnSpc>
                <a:spcPts val="2800"/>
              </a:lnSpc>
            </a:pPr>
            <a:endParaRPr lang="en-US" sz="2000" dirty="0">
              <a:solidFill>
                <a:srgbClr val="000000"/>
              </a:solidFill>
              <a:latin typeface="Outfit"/>
              <a:ea typeface="Outfit"/>
              <a:cs typeface="Outfit"/>
              <a:sym typeface="Outfit"/>
            </a:endParaRPr>
          </a:p>
        </p:txBody>
      </p:sp>
      <p:sp>
        <p:nvSpPr>
          <p:cNvPr id="13" name="AutoShape 13"/>
          <p:cNvSpPr/>
          <p:nvPr/>
        </p:nvSpPr>
        <p:spPr>
          <a:xfrm flipH="1">
            <a:off x="7251579" y="5856129"/>
            <a:ext cx="3415915" cy="0"/>
          </a:xfrm>
          <a:prstGeom prst="line">
            <a:avLst/>
          </a:prstGeom>
          <a:ln w="38100" cap="flat">
            <a:solidFill>
              <a:srgbClr val="00CD8F"/>
            </a:solidFill>
            <a:prstDash val="solid"/>
            <a:headEnd type="none" w="sm" len="sm"/>
            <a:tailEnd type="none" w="sm" len="sm"/>
          </a:ln>
        </p:spPr>
        <p:txBody>
          <a:bodyPr/>
          <a:lstStyle/>
          <a:p>
            <a:endParaRPr lang="en-US"/>
          </a:p>
        </p:txBody>
      </p:sp>
      <p:sp>
        <p:nvSpPr>
          <p:cNvPr id="14" name="AutoShape 14"/>
          <p:cNvSpPr/>
          <p:nvPr/>
        </p:nvSpPr>
        <p:spPr>
          <a:xfrm>
            <a:off x="8959536" y="4129121"/>
            <a:ext cx="0" cy="3415915"/>
          </a:xfrm>
          <a:prstGeom prst="line">
            <a:avLst/>
          </a:prstGeom>
          <a:ln w="38100" cap="flat">
            <a:solidFill>
              <a:srgbClr val="00CD8F"/>
            </a:solidFill>
            <a:prstDash val="solid"/>
            <a:headEnd type="none" w="sm" len="sm"/>
            <a:tailEnd type="none" w="sm" len="sm"/>
          </a:ln>
        </p:spPr>
        <p:txBody>
          <a:bodyPr/>
          <a:lstStyle/>
          <a:p>
            <a:endParaRPr lang="en-US"/>
          </a:p>
        </p:txBody>
      </p:sp>
      <p:sp>
        <p:nvSpPr>
          <p:cNvPr id="15" name="TextBox 15"/>
          <p:cNvSpPr txBox="1"/>
          <p:nvPr/>
        </p:nvSpPr>
        <p:spPr>
          <a:xfrm>
            <a:off x="9605694" y="2868454"/>
            <a:ext cx="7653606" cy="2816225"/>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p>
          <a:p>
            <a:pPr algn="l">
              <a:lnSpc>
                <a:spcPts val="2800"/>
              </a:lnSpc>
            </a:pPr>
            <a:endParaRPr lang="en-US" sz="2000" dirty="0">
              <a:solidFill>
                <a:srgbClr val="000000"/>
              </a:solidFill>
              <a:latin typeface="Outfit"/>
              <a:ea typeface="Outfit"/>
              <a:cs typeface="Outfit"/>
              <a:sym typeface="Outfit"/>
            </a:endParaRPr>
          </a:p>
        </p:txBody>
      </p:sp>
      <p:sp>
        <p:nvSpPr>
          <p:cNvPr id="16" name="TextBox 16"/>
          <p:cNvSpPr txBox="1"/>
          <p:nvPr/>
        </p:nvSpPr>
        <p:spPr>
          <a:xfrm>
            <a:off x="1028700" y="6134814"/>
            <a:ext cx="7653606" cy="2816225"/>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p>
          <a:p>
            <a:pPr algn="l">
              <a:lnSpc>
                <a:spcPts val="2800"/>
              </a:lnSpc>
            </a:pPr>
            <a:endParaRPr lang="en-US" sz="2000" dirty="0">
              <a:solidFill>
                <a:srgbClr val="000000"/>
              </a:solidFill>
              <a:latin typeface="Outfit"/>
              <a:ea typeface="Outfit"/>
              <a:cs typeface="Outfit"/>
              <a:sym typeface="Outfit"/>
            </a:endParaRPr>
          </a:p>
        </p:txBody>
      </p:sp>
      <p:sp>
        <p:nvSpPr>
          <p:cNvPr id="17" name="TextBox 17"/>
          <p:cNvSpPr txBox="1"/>
          <p:nvPr/>
        </p:nvSpPr>
        <p:spPr>
          <a:xfrm>
            <a:off x="9605694" y="6134814"/>
            <a:ext cx="7653606" cy="2816225"/>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p>
          <a:p>
            <a:pPr algn="l">
              <a:lnSpc>
                <a:spcPts val="2800"/>
              </a:lnSpc>
            </a:pPr>
            <a:endParaRPr lang="en-US" sz="2000" dirty="0">
              <a:solidFill>
                <a:srgbClr val="000000"/>
              </a:solidFill>
              <a:latin typeface="Outfit"/>
              <a:ea typeface="Outfit"/>
              <a:cs typeface="Outfit"/>
              <a:sym typeface="Outfit"/>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4" name="Group 4"/>
          <p:cNvGrpSpPr>
            <a:grpSpLocks noChangeAspect="1"/>
          </p:cNvGrpSpPr>
          <p:nvPr/>
        </p:nvGrpSpPr>
        <p:grpSpPr>
          <a:xfrm>
            <a:off x="16331765" y="473688"/>
            <a:ext cx="927535" cy="555012"/>
            <a:chOff x="0" y="0"/>
            <a:chExt cx="1855064" cy="1110031"/>
          </a:xfrm>
        </p:grpSpPr>
        <p:sp>
          <p:nvSpPr>
            <p:cNvPr id="5" name="Freeform 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Freeform 8"/>
          <p:cNvSpPr/>
          <p:nvPr/>
        </p:nvSpPr>
        <p:spPr>
          <a:xfrm>
            <a:off x="2484209" y="2714582"/>
            <a:ext cx="1299652" cy="1299652"/>
          </a:xfrm>
          <a:custGeom>
            <a:avLst/>
            <a:gdLst/>
            <a:ahLst/>
            <a:cxnLst/>
            <a:rect l="l" t="t" r="r" b="b"/>
            <a:pathLst>
              <a:path w="1299652" h="1299652">
                <a:moveTo>
                  <a:pt x="0" y="0"/>
                </a:moveTo>
                <a:lnTo>
                  <a:pt x="1299652" y="0"/>
                </a:lnTo>
                <a:lnTo>
                  <a:pt x="1299652" y="1299652"/>
                </a:lnTo>
                <a:lnTo>
                  <a:pt x="0" y="12996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Freeform 9"/>
          <p:cNvSpPr/>
          <p:nvPr/>
        </p:nvSpPr>
        <p:spPr>
          <a:xfrm>
            <a:off x="8534637" y="2755045"/>
            <a:ext cx="1218726" cy="1218726"/>
          </a:xfrm>
          <a:custGeom>
            <a:avLst/>
            <a:gdLst/>
            <a:ahLst/>
            <a:cxnLst/>
            <a:rect l="l" t="t" r="r" b="b"/>
            <a:pathLst>
              <a:path w="1218726" h="1218726">
                <a:moveTo>
                  <a:pt x="0" y="0"/>
                </a:moveTo>
                <a:lnTo>
                  <a:pt x="1218726" y="0"/>
                </a:lnTo>
                <a:lnTo>
                  <a:pt x="1218726" y="1218726"/>
                </a:lnTo>
                <a:lnTo>
                  <a:pt x="0" y="12187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14117182" y="2857717"/>
            <a:ext cx="1385822" cy="1013382"/>
          </a:xfrm>
          <a:custGeom>
            <a:avLst/>
            <a:gdLst/>
            <a:ahLst/>
            <a:cxnLst/>
            <a:rect l="l" t="t" r="r" b="b"/>
            <a:pathLst>
              <a:path w="1385822" h="1013382">
                <a:moveTo>
                  <a:pt x="0" y="0"/>
                </a:moveTo>
                <a:lnTo>
                  <a:pt x="1385822" y="0"/>
                </a:lnTo>
                <a:lnTo>
                  <a:pt x="1385822" y="1013383"/>
                </a:lnTo>
                <a:lnTo>
                  <a:pt x="0" y="10133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TextBox 11"/>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2" name="TextBox 12"/>
          <p:cNvSpPr txBox="1"/>
          <p:nvPr/>
        </p:nvSpPr>
        <p:spPr>
          <a:xfrm>
            <a:off x="1104305" y="9397048"/>
            <a:ext cx="7244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sp>
        <p:nvSpPr>
          <p:cNvPr id="13" name="TextBox 13"/>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4" name="TextBox 14"/>
          <p:cNvSpPr txBox="1"/>
          <p:nvPr/>
        </p:nvSpPr>
        <p:spPr>
          <a:xfrm>
            <a:off x="1028700" y="1212691"/>
            <a:ext cx="4210670"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Title and icons</a:t>
            </a:r>
          </a:p>
        </p:txBody>
      </p:sp>
      <p:sp>
        <p:nvSpPr>
          <p:cNvPr id="15" name="TextBox 15"/>
          <p:cNvSpPr txBox="1"/>
          <p:nvPr/>
        </p:nvSpPr>
        <p:spPr>
          <a:xfrm>
            <a:off x="1716401" y="4223784"/>
            <a:ext cx="3522968" cy="4225925"/>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p:txBody>
      </p:sp>
      <p:sp>
        <p:nvSpPr>
          <p:cNvPr id="16" name="TextBox 16"/>
          <p:cNvSpPr txBox="1"/>
          <p:nvPr/>
        </p:nvSpPr>
        <p:spPr>
          <a:xfrm>
            <a:off x="7382516" y="4223784"/>
            <a:ext cx="3522968" cy="4225925"/>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p:txBody>
      </p:sp>
      <p:sp>
        <p:nvSpPr>
          <p:cNvPr id="17" name="TextBox 17"/>
          <p:cNvSpPr txBox="1"/>
          <p:nvPr/>
        </p:nvSpPr>
        <p:spPr>
          <a:xfrm>
            <a:off x="13048609" y="4223784"/>
            <a:ext cx="3522968" cy="4225925"/>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9165383" y="9277350"/>
            <a:ext cx="8093917"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4" name="Group 4"/>
          <p:cNvGrpSpPr>
            <a:grpSpLocks noChangeAspect="1"/>
          </p:cNvGrpSpPr>
          <p:nvPr/>
        </p:nvGrpSpPr>
        <p:grpSpPr>
          <a:xfrm>
            <a:off x="16331765" y="473688"/>
            <a:ext cx="927535" cy="555012"/>
            <a:chOff x="0" y="0"/>
            <a:chExt cx="1855064" cy="1110031"/>
          </a:xfrm>
        </p:grpSpPr>
        <p:sp>
          <p:nvSpPr>
            <p:cNvPr id="5" name="Freeform 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6" name="Freeform 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7" name="Freeform 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8" name="AutoShape 8"/>
          <p:cNvSpPr/>
          <p:nvPr/>
        </p:nvSpPr>
        <p:spPr>
          <a:xfrm flipH="1">
            <a:off x="11974483" y="2581116"/>
            <a:ext cx="3415915" cy="0"/>
          </a:xfrm>
          <a:prstGeom prst="line">
            <a:avLst/>
          </a:prstGeom>
          <a:ln w="38100" cap="flat">
            <a:solidFill>
              <a:srgbClr val="00CD8F"/>
            </a:solidFill>
            <a:prstDash val="solid"/>
            <a:headEnd type="none" w="sm" len="sm"/>
            <a:tailEnd type="none" w="sm" len="sm"/>
          </a:ln>
        </p:spPr>
        <p:txBody>
          <a:bodyPr/>
          <a:lstStyle/>
          <a:p>
            <a:endParaRPr lang="en-US"/>
          </a:p>
        </p:txBody>
      </p:sp>
      <p:sp>
        <p:nvSpPr>
          <p:cNvPr id="9" name="Freeform 9"/>
          <p:cNvSpPr/>
          <p:nvPr/>
        </p:nvSpPr>
        <p:spPr>
          <a:xfrm>
            <a:off x="0" y="2562066"/>
            <a:ext cx="9144000" cy="7724934"/>
          </a:xfrm>
          <a:custGeom>
            <a:avLst/>
            <a:gdLst/>
            <a:ahLst/>
            <a:cxnLst/>
            <a:rect l="l" t="t" r="r" b="b"/>
            <a:pathLst>
              <a:path w="9144000" h="7724934">
                <a:moveTo>
                  <a:pt x="0" y="0"/>
                </a:moveTo>
                <a:lnTo>
                  <a:pt x="9144000" y="0"/>
                </a:lnTo>
                <a:lnTo>
                  <a:pt x="9144000" y="7724934"/>
                </a:lnTo>
                <a:lnTo>
                  <a:pt x="0" y="7724934"/>
                </a:lnTo>
                <a:lnTo>
                  <a:pt x="0" y="0"/>
                </a:lnTo>
                <a:close/>
              </a:path>
            </a:pathLst>
          </a:custGeom>
          <a:blipFill>
            <a:blip r:embed="rId2"/>
            <a:stretch>
              <a:fillRect t="-5555" b="-12814"/>
            </a:stretch>
          </a:blipFill>
        </p:spPr>
        <p:txBody>
          <a:bodyPr/>
          <a:lstStyle/>
          <a:p>
            <a:endParaRPr lang="en-US"/>
          </a:p>
        </p:txBody>
      </p:sp>
      <p:sp>
        <p:nvSpPr>
          <p:cNvPr id="10" name="TextBox 10"/>
          <p:cNvSpPr txBox="1"/>
          <p:nvPr/>
        </p:nvSpPr>
        <p:spPr>
          <a:xfrm>
            <a:off x="1104305" y="9397048"/>
            <a:ext cx="6482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1</a:t>
            </a:r>
          </a:p>
        </p:txBody>
      </p:sp>
      <p:sp>
        <p:nvSpPr>
          <p:cNvPr id="11" name="TextBox 11"/>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2" name="TextBox 12"/>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3" name="TextBox 13"/>
          <p:cNvSpPr txBox="1"/>
          <p:nvPr/>
        </p:nvSpPr>
        <p:spPr>
          <a:xfrm>
            <a:off x="1028700" y="1212691"/>
            <a:ext cx="3737093"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Comparison</a:t>
            </a:r>
          </a:p>
        </p:txBody>
      </p:sp>
      <p:sp>
        <p:nvSpPr>
          <p:cNvPr id="14" name="TextBox 14"/>
          <p:cNvSpPr txBox="1"/>
          <p:nvPr/>
        </p:nvSpPr>
        <p:spPr>
          <a:xfrm>
            <a:off x="1104305" y="3070225"/>
            <a:ext cx="7153720" cy="5988050"/>
          </a:xfrm>
          <a:prstGeom prst="rect">
            <a:avLst/>
          </a:prstGeom>
        </p:spPr>
        <p:txBody>
          <a:bodyPr lIns="0" tIns="0" rIns="0" bIns="0" rtlCol="0" anchor="t">
            <a:spAutoFit/>
          </a:bodyPr>
          <a:lstStyle/>
          <a:p>
            <a:pPr algn="l">
              <a:lnSpc>
                <a:spcPts val="2800"/>
              </a:lnSpc>
            </a:pPr>
            <a:r>
              <a:rPr lang="en-US" sz="2000" b="1" dirty="0">
                <a:solidFill>
                  <a:srgbClr val="FFFFFF"/>
                </a:solidFill>
                <a:latin typeface="Outfit Bold"/>
                <a:ea typeface="Outfit Bold"/>
                <a:cs typeface="Outfit Bold"/>
                <a:sym typeface="Outfit Bold"/>
              </a:rPr>
              <a:t>Header</a:t>
            </a:r>
          </a:p>
          <a:p>
            <a:pPr algn="l">
              <a:lnSpc>
                <a:spcPts val="2800"/>
              </a:lnSpc>
            </a:pPr>
            <a:r>
              <a:rPr lang="en-US" sz="2000" dirty="0">
                <a:solidFill>
                  <a:srgbClr val="FFFFFF"/>
                </a:solidFill>
                <a:latin typeface="Outfit"/>
                <a:ea typeface="Outfit"/>
                <a:cs typeface="Outfit"/>
                <a:sym typeface="Outfit"/>
              </a:rPr>
              <a:t>Lorem ipsum dolor sit </a:t>
            </a:r>
            <a:r>
              <a:rPr lang="en-US" sz="2000" dirty="0" err="1">
                <a:solidFill>
                  <a:srgbClr val="FFFFFF"/>
                </a:solidFill>
                <a:latin typeface="Outfit"/>
                <a:ea typeface="Outfit"/>
                <a:cs typeface="Outfit"/>
                <a:sym typeface="Outfit"/>
              </a:rPr>
              <a:t>amet</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consectetuer</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adipiscing</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elit</a:t>
            </a:r>
            <a:r>
              <a:rPr lang="en-US" sz="2000" dirty="0">
                <a:solidFill>
                  <a:srgbClr val="FFFFFF"/>
                </a:solidFill>
                <a:latin typeface="Outfit"/>
                <a:ea typeface="Outfit"/>
                <a:cs typeface="Outfit"/>
                <a:sym typeface="Outfit"/>
              </a:rPr>
              <a:t>. Maecenas </a:t>
            </a:r>
            <a:r>
              <a:rPr lang="en-US" sz="2000" dirty="0" err="1">
                <a:solidFill>
                  <a:srgbClr val="FFFFFF"/>
                </a:solidFill>
                <a:latin typeface="Outfit"/>
                <a:ea typeface="Outfit"/>
                <a:cs typeface="Outfit"/>
                <a:sym typeface="Outfit"/>
              </a:rPr>
              <a:t>porttitor</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congue</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massa</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Fusce</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posuere</a:t>
            </a:r>
            <a:r>
              <a:rPr lang="en-US" sz="2000" dirty="0">
                <a:solidFill>
                  <a:srgbClr val="FFFFFF"/>
                </a:solidFill>
                <a:latin typeface="Outfit"/>
                <a:ea typeface="Outfit"/>
                <a:cs typeface="Outfit"/>
                <a:sym typeface="Outfit"/>
              </a:rPr>
              <a:t>, magna sed pulvinar </a:t>
            </a:r>
            <a:r>
              <a:rPr lang="en-US" sz="2000" dirty="0" err="1">
                <a:solidFill>
                  <a:srgbClr val="FFFFFF"/>
                </a:solidFill>
                <a:latin typeface="Outfit"/>
                <a:ea typeface="Outfit"/>
                <a:cs typeface="Outfit"/>
                <a:sym typeface="Outfit"/>
              </a:rPr>
              <a:t>ultricies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purus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lectus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malesuada</a:t>
            </a:r>
            <a:r>
              <a:rPr lang="en-US" sz="2000" dirty="0">
                <a:solidFill>
                  <a:srgbClr val="FFFFFF"/>
                </a:solidFill>
                <a:latin typeface="Outfit"/>
                <a:ea typeface="Outfit"/>
                <a:cs typeface="Outfit"/>
                <a:sym typeface="Outfit"/>
              </a:rPr>
              <a:t> libero, sit </a:t>
            </a:r>
            <a:r>
              <a:rPr lang="en-US" sz="2000" dirty="0" err="1">
                <a:solidFill>
                  <a:srgbClr val="FFFFFF"/>
                </a:solidFill>
                <a:latin typeface="Outfit"/>
                <a:ea typeface="Outfit"/>
                <a:cs typeface="Outfit"/>
                <a:sym typeface="Outfit"/>
              </a:rPr>
              <a:t>amet</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commodo</a:t>
            </a:r>
            <a:r>
              <a:rPr lang="en-US" sz="2000" dirty="0">
                <a:solidFill>
                  <a:srgbClr val="FFFFFF"/>
                </a:solidFill>
                <a:latin typeface="Outfit"/>
                <a:ea typeface="Outfit"/>
                <a:cs typeface="Outfit"/>
                <a:sym typeface="Outfit"/>
              </a:rPr>
              <a:t> magna eros </a:t>
            </a:r>
            <a:r>
              <a:rPr lang="en-US" sz="2000" dirty="0" err="1">
                <a:solidFill>
                  <a:srgbClr val="FFFFFF"/>
                </a:solidFill>
                <a:latin typeface="Outfit"/>
                <a:ea typeface="Outfit"/>
                <a:cs typeface="Outfit"/>
                <a:sym typeface="Outfit"/>
              </a:rPr>
              <a:t>quis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urna</a:t>
            </a:r>
            <a:endParaRPr lang="en-US" sz="2000" dirty="0">
              <a:solidFill>
                <a:srgbClr val="FFFFFF"/>
              </a:solidFill>
              <a:latin typeface="Outfit"/>
              <a:ea typeface="Outfit"/>
              <a:cs typeface="Outfit"/>
              <a:sym typeface="Outfit"/>
            </a:endParaRPr>
          </a:p>
          <a:p>
            <a:pPr marL="431801" lvl="1" indent="-215900" algn="l">
              <a:lnSpc>
                <a:spcPts val="2800"/>
              </a:lnSpc>
              <a:buFont typeface="Arial"/>
              <a:buChar char="•"/>
            </a:pPr>
            <a:r>
              <a:rPr lang="en-US" sz="2000" dirty="0">
                <a:solidFill>
                  <a:srgbClr val="FFFFFF"/>
                </a:solidFill>
                <a:latin typeface="Outfit"/>
                <a:ea typeface="Outfit"/>
                <a:cs typeface="Outfit"/>
                <a:sym typeface="Outfit"/>
              </a:rPr>
              <a:t>Nunc </a:t>
            </a:r>
            <a:r>
              <a:rPr lang="en-US" sz="2000" dirty="0" err="1">
                <a:solidFill>
                  <a:srgbClr val="FFFFFF"/>
                </a:solidFill>
                <a:latin typeface="Outfit"/>
                <a:ea typeface="Outfit"/>
                <a:cs typeface="Outfit"/>
                <a:sym typeface="Outfit"/>
              </a:rPr>
              <a:t>viverra</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imperdiet</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enim</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Fusce</a:t>
            </a:r>
            <a:r>
              <a:rPr lang="en-US" sz="2000" dirty="0">
                <a:solidFill>
                  <a:srgbClr val="FFFFFF"/>
                </a:solidFill>
                <a:latin typeface="Outfit"/>
                <a:ea typeface="Outfit"/>
                <a:cs typeface="Outfit"/>
                <a:sym typeface="Outfit"/>
              </a:rPr>
              <a:t> est. </a:t>
            </a:r>
            <a:r>
              <a:rPr lang="en-US" sz="2000" dirty="0" err="1">
                <a:solidFill>
                  <a:srgbClr val="FFFFFF"/>
                </a:solidFill>
                <a:latin typeface="Outfit"/>
                <a:ea typeface="Outfit"/>
                <a:cs typeface="Outfit"/>
                <a:sym typeface="Outfit"/>
              </a:rPr>
              <a:t>Vivamus</a:t>
            </a:r>
            <a:r>
              <a:rPr lang="en-US" sz="2000" dirty="0">
                <a:solidFill>
                  <a:srgbClr val="FFFFFF"/>
                </a:solidFill>
                <a:latin typeface="Outfit"/>
                <a:ea typeface="Outfit"/>
                <a:cs typeface="Outfit"/>
                <a:sym typeface="Outfit"/>
              </a:rPr>
              <a:t> a </a:t>
            </a:r>
            <a:r>
              <a:rPr lang="en-US" sz="2000" dirty="0" err="1">
                <a:solidFill>
                  <a:srgbClr val="FFFFFF"/>
                </a:solidFill>
                <a:latin typeface="Outfit"/>
                <a:ea typeface="Outfit"/>
                <a:cs typeface="Outfit"/>
                <a:sym typeface="Outfit"/>
              </a:rPr>
              <a:t>tellus</a:t>
            </a:r>
            <a:endParaRPr lang="en-US" sz="2000" dirty="0">
              <a:solidFill>
                <a:srgbClr val="FFFFFF"/>
              </a:solidFill>
              <a:latin typeface="Outfit"/>
              <a:ea typeface="Outfit"/>
              <a:cs typeface="Outfit"/>
              <a:sym typeface="Outfit"/>
            </a:endParaRPr>
          </a:p>
          <a:p>
            <a:pPr marL="863601" lvl="2" indent="-287867" algn="l">
              <a:lnSpc>
                <a:spcPts val="2800"/>
              </a:lnSpc>
              <a:buFont typeface="Arial"/>
              <a:buChar char="⚬"/>
            </a:pPr>
            <a:r>
              <a:rPr lang="en-US" sz="2000" dirty="0" err="1">
                <a:solidFill>
                  <a:srgbClr val="FFFFFF"/>
                </a:solidFill>
                <a:latin typeface="Outfit"/>
                <a:ea typeface="Outfit"/>
                <a:cs typeface="Outfit"/>
                <a:sym typeface="Outfit"/>
              </a:rPr>
              <a:t>Pellentesque</a:t>
            </a:r>
            <a:r>
              <a:rPr lang="en-US" sz="2000" dirty="0">
                <a:solidFill>
                  <a:srgbClr val="FFFFFF"/>
                </a:solidFill>
                <a:latin typeface="Outfit"/>
                <a:ea typeface="Outfit"/>
                <a:cs typeface="Outfit"/>
                <a:sym typeface="Outfit"/>
              </a:rPr>
              <a:t> habitant </a:t>
            </a:r>
            <a:r>
              <a:rPr lang="en-US" sz="2000" dirty="0" err="1">
                <a:solidFill>
                  <a:srgbClr val="FFFFFF"/>
                </a:solidFill>
                <a:latin typeface="Outfit"/>
                <a:ea typeface="Outfit"/>
                <a:cs typeface="Outfit"/>
                <a:sym typeface="Outfit"/>
              </a:rPr>
              <a:t>morbi</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tristique</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senectus</a:t>
            </a:r>
            <a:r>
              <a:rPr lang="en-US" sz="2000" dirty="0">
                <a:solidFill>
                  <a:srgbClr val="FFFFFF"/>
                </a:solidFill>
                <a:latin typeface="Outfit"/>
                <a:ea typeface="Outfit"/>
                <a:cs typeface="Outfit"/>
                <a:sym typeface="Outfit"/>
              </a:rPr>
              <a:t> et </a:t>
            </a:r>
            <a:r>
              <a:rPr lang="en-US" sz="2000" dirty="0" err="1">
                <a:solidFill>
                  <a:srgbClr val="FFFFFF"/>
                </a:solidFill>
                <a:latin typeface="Outfit"/>
                <a:ea typeface="Outfit"/>
                <a:cs typeface="Outfit"/>
                <a:sym typeface="Outfit"/>
              </a:rPr>
              <a:t>netus</a:t>
            </a:r>
            <a:r>
              <a:rPr lang="en-US" sz="2000" dirty="0">
                <a:solidFill>
                  <a:srgbClr val="FFFFFF"/>
                </a:solidFill>
                <a:latin typeface="Outfit"/>
                <a:ea typeface="Outfit"/>
                <a:cs typeface="Outfit"/>
                <a:sym typeface="Outfit"/>
              </a:rPr>
              <a:t> et </a:t>
            </a:r>
            <a:r>
              <a:rPr lang="en-US" sz="2000" dirty="0" err="1">
                <a:solidFill>
                  <a:srgbClr val="FFFFFF"/>
                </a:solidFill>
                <a:latin typeface="Outfit"/>
                <a:ea typeface="Outfit"/>
                <a:cs typeface="Outfit"/>
                <a:sym typeface="Outfit"/>
              </a:rPr>
              <a:t>malesuada</a:t>
            </a:r>
            <a:r>
              <a:rPr lang="en-US" sz="2000" dirty="0">
                <a:solidFill>
                  <a:srgbClr val="FFFFFF"/>
                </a:solidFill>
                <a:latin typeface="Outfit"/>
                <a:ea typeface="Outfit"/>
                <a:cs typeface="Outfit"/>
                <a:sym typeface="Outfit"/>
              </a:rPr>
              <a:t> fames ac </a:t>
            </a:r>
            <a:r>
              <a:rPr lang="en-US" sz="2000" dirty="0" err="1">
                <a:solidFill>
                  <a:srgbClr val="FFFFFF"/>
                </a:solidFill>
                <a:latin typeface="Outfit"/>
                <a:ea typeface="Outfit"/>
                <a:cs typeface="Outfit"/>
                <a:sym typeface="Outfit"/>
              </a:rPr>
              <a:t>turpis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egestas</a:t>
            </a:r>
            <a:r>
              <a:rPr lang="en-US" sz="2000" dirty="0">
                <a:solidFill>
                  <a:srgbClr val="FFFFFF"/>
                </a:solidFill>
                <a:latin typeface="Outfit"/>
                <a:ea typeface="Outfit"/>
                <a:cs typeface="Outfit"/>
                <a:sym typeface="Outfit"/>
              </a:rPr>
              <a:t>. Proin pharetra </a:t>
            </a:r>
            <a:r>
              <a:rPr lang="en-US" sz="2000" dirty="0" err="1">
                <a:solidFill>
                  <a:srgbClr val="FFFFFF"/>
                </a:solidFill>
                <a:latin typeface="Outfit"/>
                <a:ea typeface="Outfit"/>
                <a:cs typeface="Outfit"/>
                <a:sym typeface="Outfit"/>
              </a:rPr>
              <a:t>nonummy</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pede</a:t>
            </a:r>
            <a:r>
              <a:rPr lang="en-US" sz="2000" dirty="0">
                <a:solidFill>
                  <a:srgbClr val="FFFFFF"/>
                </a:solidFill>
                <a:latin typeface="Outfit"/>
                <a:ea typeface="Outfit"/>
                <a:cs typeface="Outfit"/>
                <a:sym typeface="Outfit"/>
              </a:rPr>
              <a:t>. Mauris et </a:t>
            </a:r>
            <a:r>
              <a:rPr lang="en-US" sz="2000" dirty="0" err="1">
                <a:solidFill>
                  <a:srgbClr val="FFFFFF"/>
                </a:solidFill>
                <a:latin typeface="Outfit"/>
                <a:ea typeface="Outfit"/>
                <a:cs typeface="Outfit"/>
                <a:sym typeface="Outfit"/>
              </a:rPr>
              <a:t>orci</a:t>
            </a:r>
            <a:endParaRPr lang="en-US" sz="2000" dirty="0">
              <a:solidFill>
                <a:srgbClr val="FFFFFF"/>
              </a:solidFill>
              <a:latin typeface="Outfit"/>
              <a:ea typeface="Outfit"/>
              <a:cs typeface="Outfit"/>
              <a:sym typeface="Outfit"/>
            </a:endParaRPr>
          </a:p>
          <a:p>
            <a:pPr marL="863601" lvl="2" indent="-287867" algn="l">
              <a:lnSpc>
                <a:spcPts val="2800"/>
              </a:lnSpc>
              <a:buFont typeface="Arial"/>
              <a:buChar char="⚬"/>
            </a:pPr>
            <a:r>
              <a:rPr lang="en-US" sz="2000" dirty="0">
                <a:solidFill>
                  <a:srgbClr val="FFFFFF"/>
                </a:solidFill>
                <a:latin typeface="Outfit"/>
                <a:ea typeface="Outfit"/>
                <a:cs typeface="Outfit"/>
                <a:sym typeface="Outfit"/>
              </a:rPr>
              <a:t>Maecenas </a:t>
            </a:r>
            <a:r>
              <a:rPr lang="en-US" sz="2000" dirty="0" err="1">
                <a:solidFill>
                  <a:srgbClr val="FFFFFF"/>
                </a:solidFill>
                <a:latin typeface="Outfit"/>
                <a:ea typeface="Outfit"/>
                <a:cs typeface="Outfit"/>
                <a:sym typeface="Outfit"/>
              </a:rPr>
              <a:t>porttitor</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congue</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massa</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Fusce</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posuere</a:t>
            </a:r>
            <a:r>
              <a:rPr lang="en-US" sz="2000" dirty="0">
                <a:solidFill>
                  <a:srgbClr val="FFFFFF"/>
                </a:solidFill>
                <a:latin typeface="Outfit"/>
                <a:ea typeface="Outfit"/>
                <a:cs typeface="Outfit"/>
                <a:sym typeface="Outfit"/>
              </a:rPr>
              <a:t>, magna sed pulvinar </a:t>
            </a:r>
            <a:r>
              <a:rPr lang="en-US" sz="2000" dirty="0" err="1">
                <a:solidFill>
                  <a:srgbClr val="FFFFFF"/>
                </a:solidFill>
                <a:latin typeface="Outfit"/>
                <a:ea typeface="Outfit"/>
                <a:cs typeface="Outfit"/>
                <a:sym typeface="Outfit"/>
              </a:rPr>
              <a:t>ultricies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purus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lectus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malesuada</a:t>
            </a:r>
            <a:r>
              <a:rPr lang="en-US" sz="2000" dirty="0">
                <a:solidFill>
                  <a:srgbClr val="FFFFFF"/>
                </a:solidFill>
                <a:latin typeface="Outfit"/>
                <a:ea typeface="Outfit"/>
                <a:cs typeface="Outfit"/>
                <a:sym typeface="Outfit"/>
              </a:rPr>
              <a:t> libero, sit </a:t>
            </a:r>
            <a:r>
              <a:rPr lang="en-US" sz="2000" dirty="0" err="1">
                <a:solidFill>
                  <a:srgbClr val="FFFFFF"/>
                </a:solidFill>
                <a:latin typeface="Outfit"/>
                <a:ea typeface="Outfit"/>
                <a:cs typeface="Outfit"/>
                <a:sym typeface="Outfit"/>
              </a:rPr>
              <a:t>amet</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commodo</a:t>
            </a:r>
            <a:r>
              <a:rPr lang="en-US" sz="2000" dirty="0">
                <a:solidFill>
                  <a:srgbClr val="FFFFFF"/>
                </a:solidFill>
                <a:latin typeface="Outfit"/>
                <a:ea typeface="Outfit"/>
                <a:cs typeface="Outfit"/>
                <a:sym typeface="Outfit"/>
              </a:rPr>
              <a:t> magna eros </a:t>
            </a:r>
            <a:r>
              <a:rPr lang="en-US" sz="2000" dirty="0" err="1">
                <a:solidFill>
                  <a:srgbClr val="FFFFFF"/>
                </a:solidFill>
                <a:latin typeface="Outfit"/>
                <a:ea typeface="Outfit"/>
                <a:cs typeface="Outfit"/>
                <a:sym typeface="Outfit"/>
              </a:rPr>
              <a:t>quis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urna</a:t>
            </a:r>
            <a:endParaRPr lang="en-US" sz="2000" dirty="0">
              <a:solidFill>
                <a:srgbClr val="FFFFFF"/>
              </a:solidFill>
              <a:latin typeface="Outfit"/>
              <a:ea typeface="Outfit"/>
              <a:cs typeface="Outfit"/>
              <a:sym typeface="Outfit"/>
            </a:endParaRPr>
          </a:p>
          <a:p>
            <a:pPr marL="863601" lvl="2" indent="-287867" algn="l">
              <a:lnSpc>
                <a:spcPts val="2800"/>
              </a:lnSpc>
              <a:buFont typeface="Arial"/>
              <a:buChar char="⚬"/>
            </a:pPr>
            <a:r>
              <a:rPr lang="en-US" sz="2000" dirty="0">
                <a:solidFill>
                  <a:srgbClr val="FFFFFF"/>
                </a:solidFill>
                <a:latin typeface="Outfit"/>
                <a:ea typeface="Outfit"/>
                <a:cs typeface="Outfit"/>
                <a:sym typeface="Outfit"/>
              </a:rPr>
              <a:t>Nunc </a:t>
            </a:r>
            <a:r>
              <a:rPr lang="en-US" sz="2000" dirty="0" err="1">
                <a:solidFill>
                  <a:srgbClr val="FFFFFF"/>
                </a:solidFill>
                <a:latin typeface="Outfit"/>
                <a:ea typeface="Outfit"/>
                <a:cs typeface="Outfit"/>
                <a:sym typeface="Outfit"/>
              </a:rPr>
              <a:t>viverra</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imperdiet</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enim</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Fusce</a:t>
            </a:r>
            <a:r>
              <a:rPr lang="en-US" sz="2000" dirty="0">
                <a:solidFill>
                  <a:srgbClr val="FFFFFF"/>
                </a:solidFill>
                <a:latin typeface="Outfit"/>
                <a:ea typeface="Outfit"/>
                <a:cs typeface="Outfit"/>
                <a:sym typeface="Outfit"/>
              </a:rPr>
              <a:t> est. </a:t>
            </a:r>
            <a:r>
              <a:rPr lang="en-US" sz="2000" dirty="0" err="1">
                <a:solidFill>
                  <a:srgbClr val="FFFFFF"/>
                </a:solidFill>
                <a:latin typeface="Outfit"/>
                <a:ea typeface="Outfit"/>
                <a:cs typeface="Outfit"/>
                <a:sym typeface="Outfit"/>
              </a:rPr>
              <a:t>Vivamus</a:t>
            </a:r>
            <a:r>
              <a:rPr lang="en-US" sz="2000" dirty="0">
                <a:solidFill>
                  <a:srgbClr val="FFFFFF"/>
                </a:solidFill>
                <a:latin typeface="Outfit"/>
                <a:ea typeface="Outfit"/>
                <a:cs typeface="Outfit"/>
                <a:sym typeface="Outfit"/>
              </a:rPr>
              <a:t> a </a:t>
            </a:r>
            <a:r>
              <a:rPr lang="en-US" sz="2000" dirty="0" err="1">
                <a:solidFill>
                  <a:srgbClr val="FFFFFF"/>
                </a:solidFill>
                <a:latin typeface="Outfit"/>
                <a:ea typeface="Outfit"/>
                <a:cs typeface="Outfit"/>
                <a:sym typeface="Outfit"/>
              </a:rPr>
              <a:t>tellus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Pellentesque</a:t>
            </a:r>
            <a:r>
              <a:rPr lang="en-US" sz="2000" dirty="0">
                <a:solidFill>
                  <a:srgbClr val="FFFFFF"/>
                </a:solidFill>
                <a:latin typeface="Outfit"/>
                <a:ea typeface="Outfit"/>
                <a:cs typeface="Outfit"/>
                <a:sym typeface="Outfit"/>
              </a:rPr>
              <a:t> habitant </a:t>
            </a:r>
            <a:r>
              <a:rPr lang="en-US" sz="2000" dirty="0" err="1">
                <a:solidFill>
                  <a:srgbClr val="FFFFFF"/>
                </a:solidFill>
                <a:latin typeface="Outfit"/>
                <a:ea typeface="Outfit"/>
                <a:cs typeface="Outfit"/>
                <a:sym typeface="Outfit"/>
              </a:rPr>
              <a:t>morbi</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tristique</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senectus</a:t>
            </a:r>
            <a:r>
              <a:rPr lang="en-US" sz="2000" dirty="0">
                <a:solidFill>
                  <a:srgbClr val="FFFFFF"/>
                </a:solidFill>
                <a:latin typeface="Outfit"/>
                <a:ea typeface="Outfit"/>
                <a:cs typeface="Outfit"/>
                <a:sym typeface="Outfit"/>
              </a:rPr>
              <a:t> et </a:t>
            </a:r>
            <a:r>
              <a:rPr lang="en-US" sz="2000" dirty="0" err="1">
                <a:solidFill>
                  <a:srgbClr val="FFFFFF"/>
                </a:solidFill>
                <a:latin typeface="Outfit"/>
                <a:ea typeface="Outfit"/>
                <a:cs typeface="Outfit"/>
                <a:sym typeface="Outfit"/>
              </a:rPr>
              <a:t>netus</a:t>
            </a:r>
            <a:r>
              <a:rPr lang="en-US" sz="2000" dirty="0">
                <a:solidFill>
                  <a:srgbClr val="FFFFFF"/>
                </a:solidFill>
                <a:latin typeface="Outfit"/>
                <a:ea typeface="Outfit"/>
                <a:cs typeface="Outfit"/>
                <a:sym typeface="Outfit"/>
              </a:rPr>
              <a:t> et </a:t>
            </a:r>
            <a:r>
              <a:rPr lang="en-US" sz="2000" dirty="0" err="1">
                <a:solidFill>
                  <a:srgbClr val="FFFFFF"/>
                </a:solidFill>
                <a:latin typeface="Outfit"/>
                <a:ea typeface="Outfit"/>
                <a:cs typeface="Outfit"/>
                <a:sym typeface="Outfit"/>
              </a:rPr>
              <a:t>malesuada</a:t>
            </a:r>
            <a:r>
              <a:rPr lang="en-US" sz="2000" dirty="0">
                <a:solidFill>
                  <a:srgbClr val="FFFFFF"/>
                </a:solidFill>
                <a:latin typeface="Outfit"/>
                <a:ea typeface="Outfit"/>
                <a:cs typeface="Outfit"/>
                <a:sym typeface="Outfit"/>
              </a:rPr>
              <a:t> fames ac </a:t>
            </a:r>
            <a:r>
              <a:rPr lang="en-US" sz="2000" dirty="0" err="1">
                <a:solidFill>
                  <a:srgbClr val="FFFFFF"/>
                </a:solidFill>
                <a:latin typeface="Outfit"/>
                <a:ea typeface="Outfit"/>
                <a:cs typeface="Outfit"/>
                <a:sym typeface="Outfit"/>
              </a:rPr>
              <a:t>turpis</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egestas</a:t>
            </a:r>
            <a:r>
              <a:rPr lang="en-US" sz="2000" dirty="0">
                <a:solidFill>
                  <a:srgbClr val="FFFFFF"/>
                </a:solidFill>
                <a:latin typeface="Outfit"/>
                <a:ea typeface="Outfit"/>
                <a:cs typeface="Outfit"/>
                <a:sym typeface="Outfit"/>
              </a:rPr>
              <a:t>. Proin pharetra </a:t>
            </a:r>
            <a:r>
              <a:rPr lang="en-US" sz="2000" dirty="0" err="1">
                <a:solidFill>
                  <a:srgbClr val="FFFFFF"/>
                </a:solidFill>
                <a:latin typeface="Outfit"/>
                <a:ea typeface="Outfit"/>
                <a:cs typeface="Outfit"/>
                <a:sym typeface="Outfit"/>
              </a:rPr>
              <a:t>nonummy</a:t>
            </a:r>
            <a:r>
              <a:rPr lang="en-US" sz="2000" dirty="0">
                <a:solidFill>
                  <a:srgbClr val="FFFFFF"/>
                </a:solidFill>
                <a:latin typeface="Outfit"/>
                <a:ea typeface="Outfit"/>
                <a:cs typeface="Outfit"/>
                <a:sym typeface="Outfit"/>
              </a:rPr>
              <a:t> </a:t>
            </a:r>
            <a:r>
              <a:rPr lang="en-US" sz="2000" dirty="0" err="1">
                <a:solidFill>
                  <a:srgbClr val="FFFFFF"/>
                </a:solidFill>
                <a:latin typeface="Outfit"/>
                <a:ea typeface="Outfit"/>
                <a:cs typeface="Outfit"/>
                <a:sym typeface="Outfit"/>
              </a:rPr>
              <a:t>pede</a:t>
            </a:r>
            <a:r>
              <a:rPr lang="en-US" sz="2000" dirty="0">
                <a:solidFill>
                  <a:srgbClr val="FFFFFF"/>
                </a:solidFill>
                <a:latin typeface="Outfit"/>
                <a:ea typeface="Outfit"/>
                <a:cs typeface="Outfit"/>
                <a:sym typeface="Outfit"/>
              </a:rPr>
              <a:t>. Mauris et </a:t>
            </a:r>
            <a:r>
              <a:rPr lang="en-US" sz="2000" dirty="0" err="1">
                <a:solidFill>
                  <a:srgbClr val="FFFFFF"/>
                </a:solidFill>
                <a:latin typeface="Outfit"/>
                <a:ea typeface="Outfit"/>
                <a:cs typeface="Outfit"/>
                <a:sym typeface="Outfit"/>
              </a:rPr>
              <a:t>orci</a:t>
            </a:r>
            <a:endParaRPr lang="en-US" sz="2000" dirty="0">
              <a:solidFill>
                <a:srgbClr val="FFFFFF"/>
              </a:solidFill>
              <a:latin typeface="Outfit"/>
              <a:ea typeface="Outfit"/>
              <a:cs typeface="Outfit"/>
              <a:sym typeface="Outfit"/>
            </a:endParaRPr>
          </a:p>
          <a:p>
            <a:pPr algn="l">
              <a:lnSpc>
                <a:spcPts val="2800"/>
              </a:lnSpc>
            </a:pPr>
            <a:endParaRPr lang="en-US" sz="2000" dirty="0">
              <a:solidFill>
                <a:srgbClr val="FFFFFF"/>
              </a:solidFill>
              <a:latin typeface="Outfit"/>
              <a:ea typeface="Outfit"/>
              <a:cs typeface="Outfit"/>
              <a:sym typeface="Outfit"/>
            </a:endParaRPr>
          </a:p>
        </p:txBody>
      </p:sp>
      <p:sp>
        <p:nvSpPr>
          <p:cNvPr id="15" name="TextBox 15"/>
          <p:cNvSpPr txBox="1"/>
          <p:nvPr/>
        </p:nvSpPr>
        <p:spPr>
          <a:xfrm>
            <a:off x="10105580" y="3070225"/>
            <a:ext cx="7153720" cy="5988050"/>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863601" lvl="2" indent="-287867"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Pellentesque</a:t>
            </a:r>
            <a:r>
              <a:rPr lang="en-US" sz="2000" dirty="0">
                <a:solidFill>
                  <a:srgbClr val="000000"/>
                </a:solidFill>
                <a:latin typeface="Outfit"/>
                <a:ea typeface="Outfit"/>
                <a:cs typeface="Outfit"/>
                <a:sym typeface="Outfit"/>
              </a:rPr>
              <a:t> habitant </a:t>
            </a:r>
            <a:r>
              <a:rPr lang="en-US" sz="2000" dirty="0" err="1">
                <a:solidFill>
                  <a:srgbClr val="000000"/>
                </a:solidFill>
                <a:latin typeface="Outfit"/>
                <a:ea typeface="Outfit"/>
                <a:cs typeface="Outfit"/>
                <a:sym typeface="Outfit"/>
              </a:rPr>
              <a:t>morbi</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tristique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senectus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netus</a:t>
            </a:r>
            <a:r>
              <a:rPr lang="en-US" sz="2000" dirty="0">
                <a:solidFill>
                  <a:srgbClr val="000000"/>
                </a:solidFill>
                <a:latin typeface="Outfit"/>
                <a:ea typeface="Outfit"/>
                <a:cs typeface="Outfit"/>
                <a:sym typeface="Outfit"/>
              </a:rPr>
              <a:t> et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fames ac </a:t>
            </a:r>
            <a:r>
              <a:rPr lang="en-US" sz="2000" dirty="0" err="1">
                <a:solidFill>
                  <a:srgbClr val="000000"/>
                </a:solidFill>
                <a:latin typeface="Outfit"/>
                <a:ea typeface="Outfit"/>
                <a:cs typeface="Outfit"/>
                <a:sym typeface="Outfit"/>
              </a:rPr>
              <a:t>turpis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egestas</a:t>
            </a:r>
            <a:r>
              <a:rPr lang="en-US" sz="2000" dirty="0">
                <a:solidFill>
                  <a:srgbClr val="000000"/>
                </a:solidFill>
                <a:latin typeface="Outfit"/>
                <a:ea typeface="Outfit"/>
                <a:cs typeface="Outfit"/>
                <a:sym typeface="Outfit"/>
              </a:rPr>
              <a:t>. Proin pharetra </a:t>
            </a:r>
            <a:r>
              <a:rPr lang="en-US" sz="2000" dirty="0" err="1">
                <a:solidFill>
                  <a:srgbClr val="000000"/>
                </a:solidFill>
                <a:latin typeface="Outfit"/>
                <a:ea typeface="Outfit"/>
                <a:cs typeface="Outfit"/>
                <a:sym typeface="Outfit"/>
              </a:rPr>
              <a:t>nonummy</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pede</a:t>
            </a:r>
            <a:r>
              <a:rPr lang="en-US" sz="2000" dirty="0">
                <a:solidFill>
                  <a:srgbClr val="000000"/>
                </a:solidFill>
                <a:latin typeface="Outfit"/>
                <a:ea typeface="Outfit"/>
                <a:cs typeface="Outfit"/>
                <a:sym typeface="Outfit"/>
              </a:rPr>
              <a:t>. Mauris et </a:t>
            </a:r>
            <a:r>
              <a:rPr lang="en-US" sz="2000" dirty="0" err="1">
                <a:solidFill>
                  <a:srgbClr val="000000"/>
                </a:solidFill>
                <a:latin typeface="Outfit"/>
                <a:ea typeface="Outfit"/>
                <a:cs typeface="Outfit"/>
                <a:sym typeface="Outfit"/>
              </a:rPr>
              <a:t>orci</a:t>
            </a:r>
            <a:endParaRPr lang="en-US" sz="2000" dirty="0">
              <a:solidFill>
                <a:srgbClr val="000000"/>
              </a:solidFill>
              <a:latin typeface="Outfit"/>
              <a:ea typeface="Outfit"/>
              <a:cs typeface="Outfit"/>
              <a:sym typeface="Outfit"/>
            </a:endParaRPr>
          </a:p>
          <a:p>
            <a:pPr algn="l">
              <a:lnSpc>
                <a:spcPts val="2800"/>
              </a:lnSpc>
            </a:pPr>
            <a:endParaRPr lang="en-US" sz="2000" dirty="0">
              <a:solidFill>
                <a:srgbClr val="000000"/>
              </a:solidFill>
              <a:latin typeface="Outfit"/>
              <a:ea typeface="Outfit"/>
              <a:cs typeface="Outfit"/>
              <a:sym typeface="Outfit"/>
            </a:endParaRPr>
          </a:p>
        </p:txBody>
      </p:sp>
      <p:sp>
        <p:nvSpPr>
          <p:cNvPr id="16" name="AutoShape 16"/>
          <p:cNvSpPr/>
          <p:nvPr/>
        </p:nvSpPr>
        <p:spPr>
          <a:xfrm>
            <a:off x="1028700" y="9248775"/>
            <a:ext cx="8115300" cy="9525"/>
          </a:xfrm>
          <a:prstGeom prst="line">
            <a:avLst/>
          </a:prstGeom>
          <a:ln w="38100" cap="flat">
            <a:solidFill>
              <a:srgbClr val="FFFFFF"/>
            </a:solidFill>
            <a:prstDash val="solid"/>
            <a:headEnd type="none" w="sm" len="sm"/>
            <a:tailEnd type="none" w="sm" len="sm"/>
          </a:ln>
        </p:spPr>
        <p:txBody>
          <a:bodyPr/>
          <a:lstStyle/>
          <a:p>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1ED0C1-1DE5-57A7-F4D7-61DE1895D27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3D31AE8-46C8-A567-3302-21F5CBFFA2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dirty="0"/>
          </a:p>
        </p:txBody>
      </p:sp>
      <p:sp>
        <p:nvSpPr>
          <p:cNvPr id="3" name="TextBox 3">
            <a:extLst>
              <a:ext uri="{FF2B5EF4-FFF2-40B4-BE49-F238E27FC236}">
                <a16:creationId xmlns:a16="http://schemas.microsoft.com/office/drawing/2014/main" id="{EC87327C-A9A0-FAC8-8ECE-AE9D03C86DC0}"/>
              </a:ext>
            </a:extLst>
          </p:cNvPr>
          <p:cNvSpPr txBox="1"/>
          <p:nvPr/>
        </p:nvSpPr>
        <p:spPr>
          <a:xfrm>
            <a:off x="1028701" y="4479925"/>
            <a:ext cx="4838699" cy="1164806"/>
          </a:xfrm>
          <a:prstGeom prst="rect">
            <a:avLst/>
          </a:prstGeom>
        </p:spPr>
        <p:txBody>
          <a:bodyPr wrap="square" lIns="0" tIns="0" rIns="0" bIns="0" rtlCol="0" anchor="t">
            <a:spAutoFit/>
          </a:bodyPr>
          <a:lstStyle/>
          <a:p>
            <a:pPr algn="ctr">
              <a:lnSpc>
                <a:spcPts val="9799"/>
              </a:lnSpc>
            </a:pPr>
            <a:r>
              <a:rPr lang="en-US" sz="6999" dirty="0">
                <a:solidFill>
                  <a:srgbClr val="FFFFFF"/>
                </a:solidFill>
                <a:latin typeface="Outfit"/>
                <a:ea typeface="Outfit"/>
                <a:cs typeface="Outfit"/>
                <a:sym typeface="Outfit"/>
              </a:rPr>
              <a:t>POLL TIME!</a:t>
            </a:r>
          </a:p>
        </p:txBody>
      </p:sp>
      <p:sp>
        <p:nvSpPr>
          <p:cNvPr id="5" name="AutoShape 5">
            <a:extLst>
              <a:ext uri="{FF2B5EF4-FFF2-40B4-BE49-F238E27FC236}">
                <a16:creationId xmlns:a16="http://schemas.microsoft.com/office/drawing/2014/main" id="{F2129F29-F528-2478-20F3-491D5AE0A6CC}"/>
              </a:ext>
            </a:extLst>
          </p:cNvPr>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dirty="0"/>
          </a:p>
        </p:txBody>
      </p:sp>
      <p:sp>
        <p:nvSpPr>
          <p:cNvPr id="6" name="Freeform 6">
            <a:extLst>
              <a:ext uri="{FF2B5EF4-FFF2-40B4-BE49-F238E27FC236}">
                <a16:creationId xmlns:a16="http://schemas.microsoft.com/office/drawing/2014/main" id="{9E314A44-9A7B-E735-EE73-4110BBC19DDB}"/>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dirty="0"/>
          </a:p>
        </p:txBody>
      </p:sp>
    </p:spTree>
    <p:extLst>
      <p:ext uri="{BB962C8B-B14F-4D97-AF65-F5344CB8AC3E}">
        <p14:creationId xmlns:p14="http://schemas.microsoft.com/office/powerpoint/2010/main" val="8579621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3" name="Group 3"/>
          <p:cNvGrpSpPr>
            <a:grpSpLocks noChangeAspect="1"/>
          </p:cNvGrpSpPr>
          <p:nvPr/>
        </p:nvGrpSpPr>
        <p:grpSpPr>
          <a:xfrm>
            <a:off x="16331765" y="473688"/>
            <a:ext cx="927535" cy="555012"/>
            <a:chOff x="0" y="0"/>
            <a:chExt cx="1855064" cy="1110031"/>
          </a:xfrm>
        </p:grpSpPr>
        <p:sp>
          <p:nvSpPr>
            <p:cNvPr id="4" name="Freeform 4"/>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5" name="Freeform 5"/>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6" name="Freeform 6"/>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7" name="AutoShape 7"/>
          <p:cNvSpPr/>
          <p:nvPr/>
        </p:nvSpPr>
        <p:spPr>
          <a:xfrm>
            <a:off x="1028700" y="9248775"/>
            <a:ext cx="8115300" cy="9525"/>
          </a:xfrm>
          <a:prstGeom prst="line">
            <a:avLst/>
          </a:prstGeom>
          <a:ln w="38100" cap="flat">
            <a:solidFill>
              <a:srgbClr val="FFFFFF"/>
            </a:solidFill>
            <a:prstDash val="solid"/>
            <a:headEnd type="none" w="sm" len="sm"/>
            <a:tailEnd type="none" w="sm" len="sm"/>
          </a:ln>
        </p:spPr>
        <p:txBody>
          <a:bodyPr/>
          <a:lstStyle/>
          <a:p>
            <a:endParaRPr lang="en-US"/>
          </a:p>
        </p:txBody>
      </p:sp>
      <p:sp>
        <p:nvSpPr>
          <p:cNvPr id="8" name="Freeform 8"/>
          <p:cNvSpPr/>
          <p:nvPr/>
        </p:nvSpPr>
        <p:spPr>
          <a:xfrm>
            <a:off x="1559069" y="1485900"/>
            <a:ext cx="7146405" cy="7146405"/>
          </a:xfrm>
          <a:custGeom>
            <a:avLst/>
            <a:gdLst/>
            <a:ahLst/>
            <a:cxnLst/>
            <a:rect l="l" t="t" r="r" b="b"/>
            <a:pathLst>
              <a:path w="7146405" h="7146405">
                <a:moveTo>
                  <a:pt x="0" y="0"/>
                </a:moveTo>
                <a:lnTo>
                  <a:pt x="7146406" y="0"/>
                </a:lnTo>
                <a:lnTo>
                  <a:pt x="7146406" y="7146406"/>
                </a:lnTo>
                <a:lnTo>
                  <a:pt x="0" y="714640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9" name="TextBox 9"/>
          <p:cNvSpPr txBox="1"/>
          <p:nvPr/>
        </p:nvSpPr>
        <p:spPr>
          <a:xfrm>
            <a:off x="1104305" y="9397048"/>
            <a:ext cx="604729" cy="405765"/>
          </a:xfrm>
          <a:prstGeom prst="rect">
            <a:avLst/>
          </a:prstGeom>
        </p:spPr>
        <p:txBody>
          <a:bodyPr lIns="0" tIns="0" rIns="0" bIns="0" rtlCol="0" anchor="t">
            <a:spAutoFit/>
          </a:bodyPr>
          <a:lstStyle/>
          <a:p>
            <a:pPr algn="ctr">
              <a:lnSpc>
                <a:spcPts val="3359"/>
              </a:lnSpc>
            </a:pPr>
            <a:r>
              <a:rPr lang="en-US" sz="2400">
                <a:solidFill>
                  <a:srgbClr val="FFFFFF"/>
                </a:solidFill>
                <a:latin typeface="Outfit"/>
                <a:ea typeface="Outfit"/>
                <a:cs typeface="Outfit"/>
                <a:sym typeface="Outfit"/>
              </a:rPr>
              <a:t>Pg: 1</a:t>
            </a:r>
          </a:p>
        </p:txBody>
      </p:sp>
      <p:sp>
        <p:nvSpPr>
          <p:cNvPr id="10" name="TextBox 10"/>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1" name="TextBox 11"/>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2" name="TextBox 12"/>
          <p:cNvSpPr txBox="1"/>
          <p:nvPr/>
        </p:nvSpPr>
        <p:spPr>
          <a:xfrm>
            <a:off x="9526853" y="3621387"/>
            <a:ext cx="7355993" cy="863600"/>
          </a:xfrm>
          <a:prstGeom prst="rect">
            <a:avLst/>
          </a:prstGeom>
        </p:spPr>
        <p:txBody>
          <a:bodyPr lIns="0" tIns="0" rIns="0" bIns="0" rtlCol="0" anchor="t">
            <a:spAutoFit/>
          </a:bodyPr>
          <a:lstStyle/>
          <a:p>
            <a:pPr algn="ctr">
              <a:lnSpc>
                <a:spcPts val="7000"/>
              </a:lnSpc>
            </a:pPr>
            <a:r>
              <a:rPr lang="en-US" sz="5000" b="1">
                <a:solidFill>
                  <a:srgbClr val="000000"/>
                </a:solidFill>
                <a:latin typeface="Outfit Bold"/>
                <a:ea typeface="Outfit Bold"/>
                <a:cs typeface="Outfit Bold"/>
                <a:sym typeface="Outfit Bold"/>
              </a:rPr>
              <a:t>Left Side Photo with Text</a:t>
            </a:r>
          </a:p>
        </p:txBody>
      </p:sp>
      <p:sp>
        <p:nvSpPr>
          <p:cNvPr id="13" name="TextBox 13"/>
          <p:cNvSpPr txBox="1"/>
          <p:nvPr/>
        </p:nvSpPr>
        <p:spPr>
          <a:xfrm>
            <a:off x="9627989" y="4801888"/>
            <a:ext cx="7153720" cy="1758950"/>
          </a:xfrm>
          <a:prstGeom prst="rect">
            <a:avLst/>
          </a:prstGeom>
        </p:spPr>
        <p:txBody>
          <a:bodyPr lIns="0" tIns="0" rIns="0" bIns="0" rtlCol="0" anchor="t">
            <a:spAutoFit/>
          </a:bodyPr>
          <a:lstStyle/>
          <a:p>
            <a:pPr algn="l">
              <a:lnSpc>
                <a:spcPts val="2800"/>
              </a:lnSpc>
            </a:pPr>
            <a:r>
              <a:rPr lang="en-US" sz="2000" dirty="0">
                <a:solidFill>
                  <a:srgbClr val="000000"/>
                </a:solidFill>
                <a:latin typeface="Outfit Bold"/>
                <a:ea typeface="Outfit Bold"/>
                <a:cs typeface="Outfit Bold"/>
                <a:sym typeface="Outfit Bold"/>
              </a:rPr>
              <a:t>Lorem ipsum dolor sit </a:t>
            </a:r>
            <a:r>
              <a:rPr lang="en-US" sz="2000" dirty="0" err="1">
                <a:solidFill>
                  <a:srgbClr val="000000"/>
                </a:solidFill>
                <a:latin typeface="Outfit Bold"/>
                <a:ea typeface="Outfit Bold"/>
                <a:cs typeface="Outfit Bold"/>
                <a:sym typeface="Outfit Bold"/>
              </a:rPr>
              <a:t>amet</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consectetuer</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adipiscing</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elit</a:t>
            </a:r>
            <a:r>
              <a:rPr lang="en-US" sz="2000" dirty="0">
                <a:solidFill>
                  <a:srgbClr val="000000"/>
                </a:solidFill>
                <a:latin typeface="Outfit Bold"/>
                <a:ea typeface="Outfit Bold"/>
                <a:cs typeface="Outfit Bold"/>
                <a:sym typeface="Outfit Bold"/>
              </a:rPr>
              <a:t>. Maecenas. </a:t>
            </a:r>
            <a:r>
              <a:rPr lang="en-US" sz="2000" dirty="0" err="1">
                <a:solidFill>
                  <a:srgbClr val="000000"/>
                </a:solidFill>
                <a:latin typeface="Outfit Bold"/>
                <a:ea typeface="Outfit Bold"/>
                <a:cs typeface="Outfit Bold"/>
                <a:sym typeface="Outfit Bold"/>
              </a:rPr>
              <a:t>orttitor</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congue</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massa</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Fusce</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posuere</a:t>
            </a:r>
            <a:r>
              <a:rPr lang="en-US" sz="2000" dirty="0">
                <a:solidFill>
                  <a:srgbClr val="000000"/>
                </a:solidFill>
                <a:latin typeface="Outfit Bold"/>
                <a:ea typeface="Outfit Bold"/>
                <a:cs typeface="Outfit Bold"/>
                <a:sym typeface="Outfit Bold"/>
              </a:rPr>
              <a:t>, magna sed pulvinar </a:t>
            </a:r>
            <a:r>
              <a:rPr lang="en-US" sz="2000" dirty="0" err="1">
                <a:solidFill>
                  <a:srgbClr val="000000"/>
                </a:solidFill>
                <a:latin typeface="Outfit Bold"/>
                <a:ea typeface="Outfit Bold"/>
                <a:cs typeface="Outfit Bold"/>
                <a:sym typeface="Outfit Bold"/>
              </a:rPr>
              <a:t>ultricies</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purus</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lectus</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malesuada</a:t>
            </a:r>
            <a:r>
              <a:rPr lang="en-US" sz="2000" dirty="0">
                <a:solidFill>
                  <a:srgbClr val="000000"/>
                </a:solidFill>
                <a:latin typeface="Outfit Bold"/>
                <a:ea typeface="Outfit Bold"/>
                <a:cs typeface="Outfit Bold"/>
                <a:sym typeface="Outfit Bold"/>
              </a:rPr>
              <a:t> libero, sit </a:t>
            </a:r>
            <a:r>
              <a:rPr lang="en-US" sz="2000" dirty="0" err="1">
                <a:solidFill>
                  <a:srgbClr val="000000"/>
                </a:solidFill>
                <a:latin typeface="Outfit Bold"/>
                <a:ea typeface="Outfit Bold"/>
                <a:cs typeface="Outfit Bold"/>
                <a:sym typeface="Outfit Bold"/>
              </a:rPr>
              <a:t>amet</a:t>
            </a:r>
            <a:r>
              <a:rPr lang="en-US" sz="2000" dirty="0">
                <a:solidFill>
                  <a:srgbClr val="000000"/>
                </a:solidFill>
                <a:latin typeface="Outfit Bold"/>
                <a:ea typeface="Outfit Bold"/>
                <a:cs typeface="Outfit Bold"/>
                <a:sym typeface="Outfit Bold"/>
              </a:rPr>
              <a:t> </a:t>
            </a:r>
            <a:r>
              <a:rPr lang="en-US" sz="2000" dirty="0" err="1">
                <a:solidFill>
                  <a:srgbClr val="000000"/>
                </a:solidFill>
                <a:latin typeface="Outfit Bold"/>
                <a:ea typeface="Outfit Bold"/>
                <a:cs typeface="Outfit Bold"/>
                <a:sym typeface="Outfit Bold"/>
              </a:rPr>
              <a:t>commodo</a:t>
            </a:r>
            <a:r>
              <a:rPr lang="en-US" sz="2000" dirty="0">
                <a:solidFill>
                  <a:srgbClr val="000000"/>
                </a:solidFill>
                <a:latin typeface="Outfit Bold"/>
                <a:ea typeface="Outfit Bold"/>
                <a:cs typeface="Outfit Bold"/>
                <a:sym typeface="Outfit Bold"/>
              </a:rPr>
              <a:t> magna eros . .is </a:t>
            </a:r>
            <a:r>
              <a:rPr lang="en-US" sz="2000" dirty="0" err="1">
                <a:solidFill>
                  <a:srgbClr val="000000"/>
                </a:solidFill>
                <a:latin typeface="Outfit Bold"/>
                <a:ea typeface="Outfit Bold"/>
                <a:cs typeface="Outfit Bold"/>
                <a:sym typeface="Outfit Bold"/>
              </a:rPr>
              <a:t>urna</a:t>
            </a:r>
            <a:endParaRPr lang="en-US" sz="2000" dirty="0">
              <a:solidFill>
                <a:srgbClr val="000000"/>
              </a:solidFill>
              <a:latin typeface="Outfit Bold"/>
              <a:ea typeface="Outfit Bold"/>
              <a:cs typeface="Outfit Bold"/>
              <a:sym typeface="Outfit Bold"/>
            </a:endParaRPr>
          </a:p>
          <a:p>
            <a:pPr algn="l">
              <a:lnSpc>
                <a:spcPts val="2800"/>
              </a:lnSpc>
            </a:pPr>
            <a:endParaRPr lang="en-US" sz="2000" b="1" dirty="0">
              <a:solidFill>
                <a:srgbClr val="000000"/>
              </a:solidFill>
              <a:latin typeface="Outfit Bold"/>
              <a:ea typeface="Outfit Bold"/>
              <a:cs typeface="Outfit Bold"/>
              <a:sym typeface="Outfit Bold"/>
            </a:endParaRPr>
          </a:p>
        </p:txBody>
      </p:sp>
      <p:sp>
        <p:nvSpPr>
          <p:cNvPr id="14" name="AutoShape 14"/>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15" name="TextBox 15"/>
          <p:cNvSpPr txBox="1"/>
          <p:nvPr/>
        </p:nvSpPr>
        <p:spPr>
          <a:xfrm>
            <a:off x="1256705" y="9549449"/>
            <a:ext cx="800695" cy="405764"/>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3" name="Group 3"/>
          <p:cNvGrpSpPr>
            <a:grpSpLocks noChangeAspect="1"/>
          </p:cNvGrpSpPr>
          <p:nvPr/>
        </p:nvGrpSpPr>
        <p:grpSpPr>
          <a:xfrm>
            <a:off x="16331765" y="473688"/>
            <a:ext cx="927535" cy="555012"/>
            <a:chOff x="0" y="0"/>
            <a:chExt cx="1855064" cy="1110031"/>
          </a:xfrm>
        </p:grpSpPr>
        <p:sp>
          <p:nvSpPr>
            <p:cNvPr id="4" name="Freeform 4"/>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5" name="Freeform 5"/>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6" name="Freeform 6"/>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7" name="AutoShape 7"/>
          <p:cNvSpPr/>
          <p:nvPr/>
        </p:nvSpPr>
        <p:spPr>
          <a:xfrm>
            <a:off x="1028700" y="9248775"/>
            <a:ext cx="8115300" cy="9525"/>
          </a:xfrm>
          <a:prstGeom prst="line">
            <a:avLst/>
          </a:prstGeom>
          <a:ln w="38100" cap="flat">
            <a:solidFill>
              <a:srgbClr val="FFFFFF"/>
            </a:solidFill>
            <a:prstDash val="solid"/>
            <a:headEnd type="none" w="sm" len="sm"/>
            <a:tailEnd type="none" w="sm" len="sm"/>
          </a:ln>
        </p:spPr>
        <p:txBody>
          <a:bodyPr/>
          <a:lstStyle/>
          <a:p>
            <a:endParaRPr lang="en-US"/>
          </a:p>
        </p:txBody>
      </p:sp>
      <p:sp>
        <p:nvSpPr>
          <p:cNvPr id="8" name="Freeform 8"/>
          <p:cNvSpPr/>
          <p:nvPr/>
        </p:nvSpPr>
        <p:spPr>
          <a:xfrm>
            <a:off x="9185360" y="1570297"/>
            <a:ext cx="7146405" cy="7146405"/>
          </a:xfrm>
          <a:custGeom>
            <a:avLst/>
            <a:gdLst/>
            <a:ahLst/>
            <a:cxnLst/>
            <a:rect l="l" t="t" r="r" b="b"/>
            <a:pathLst>
              <a:path w="7146405" h="7146405">
                <a:moveTo>
                  <a:pt x="0" y="0"/>
                </a:moveTo>
                <a:lnTo>
                  <a:pt x="7146405" y="0"/>
                </a:lnTo>
                <a:lnTo>
                  <a:pt x="7146405" y="7146406"/>
                </a:lnTo>
                <a:lnTo>
                  <a:pt x="0" y="714640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TextBox 9"/>
          <p:cNvSpPr txBox="1"/>
          <p:nvPr/>
        </p:nvSpPr>
        <p:spPr>
          <a:xfrm>
            <a:off x="1104305" y="9397048"/>
            <a:ext cx="604729" cy="405765"/>
          </a:xfrm>
          <a:prstGeom prst="rect">
            <a:avLst/>
          </a:prstGeom>
        </p:spPr>
        <p:txBody>
          <a:bodyPr lIns="0" tIns="0" rIns="0" bIns="0" rtlCol="0" anchor="t">
            <a:spAutoFit/>
          </a:bodyPr>
          <a:lstStyle/>
          <a:p>
            <a:pPr algn="ctr">
              <a:lnSpc>
                <a:spcPts val="3359"/>
              </a:lnSpc>
            </a:pPr>
            <a:r>
              <a:rPr lang="en-US" sz="2400">
                <a:solidFill>
                  <a:srgbClr val="FFFFFF"/>
                </a:solidFill>
                <a:latin typeface="Outfit"/>
                <a:ea typeface="Outfit"/>
                <a:cs typeface="Outfit"/>
                <a:sym typeface="Outfit"/>
              </a:rPr>
              <a:t>Pg: 1</a:t>
            </a:r>
          </a:p>
        </p:txBody>
      </p:sp>
      <p:sp>
        <p:nvSpPr>
          <p:cNvPr id="10" name="TextBox 10"/>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1" name="TextBox 11"/>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2" name="TextBox 12"/>
          <p:cNvSpPr txBox="1"/>
          <p:nvPr/>
        </p:nvSpPr>
        <p:spPr>
          <a:xfrm>
            <a:off x="1104305" y="3621387"/>
            <a:ext cx="7734895" cy="863600"/>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Right Side Photo with Text</a:t>
            </a:r>
          </a:p>
        </p:txBody>
      </p:sp>
      <p:sp>
        <p:nvSpPr>
          <p:cNvPr id="13" name="TextBox 13"/>
          <p:cNvSpPr txBox="1"/>
          <p:nvPr/>
        </p:nvSpPr>
        <p:spPr>
          <a:xfrm>
            <a:off x="1205441" y="4801888"/>
            <a:ext cx="7153720" cy="1758950"/>
          </a:xfrm>
          <a:prstGeom prst="rect">
            <a:avLst/>
          </a:prstGeom>
        </p:spPr>
        <p:txBody>
          <a:bodyPr lIns="0" tIns="0" rIns="0" bIns="0" rtlCol="0" anchor="t">
            <a:spAutoFit/>
          </a:bodyPr>
          <a:lstStyle/>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 .is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algn="l">
              <a:lnSpc>
                <a:spcPts val="2800"/>
              </a:lnSpc>
            </a:pPr>
            <a:endParaRPr lang="en-US" sz="2000" dirty="0">
              <a:solidFill>
                <a:srgbClr val="000000"/>
              </a:solidFill>
              <a:latin typeface="Outfit"/>
              <a:ea typeface="Outfit"/>
              <a:cs typeface="Outfit"/>
              <a:sym typeface="Outfit"/>
            </a:endParaRPr>
          </a:p>
        </p:txBody>
      </p:sp>
      <p:sp>
        <p:nvSpPr>
          <p:cNvPr id="14" name="AutoShape 14"/>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15" name="TextBox 15"/>
          <p:cNvSpPr txBox="1"/>
          <p:nvPr/>
        </p:nvSpPr>
        <p:spPr>
          <a:xfrm>
            <a:off x="1256705" y="9549448"/>
            <a:ext cx="7244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3" name="Group 3"/>
          <p:cNvGrpSpPr>
            <a:grpSpLocks noChangeAspect="1"/>
          </p:cNvGrpSpPr>
          <p:nvPr/>
        </p:nvGrpSpPr>
        <p:grpSpPr>
          <a:xfrm>
            <a:off x="16331765" y="473688"/>
            <a:ext cx="927535" cy="555012"/>
            <a:chOff x="0" y="0"/>
            <a:chExt cx="1855064" cy="1110031"/>
          </a:xfrm>
        </p:grpSpPr>
        <p:sp>
          <p:nvSpPr>
            <p:cNvPr id="4" name="Freeform 4"/>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5" name="Freeform 5"/>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6" name="Freeform 6"/>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7" name="AutoShape 7"/>
          <p:cNvSpPr/>
          <p:nvPr/>
        </p:nvSpPr>
        <p:spPr>
          <a:xfrm>
            <a:off x="1028700" y="9248775"/>
            <a:ext cx="8115300" cy="9525"/>
          </a:xfrm>
          <a:prstGeom prst="line">
            <a:avLst/>
          </a:prstGeom>
          <a:ln w="38100" cap="flat">
            <a:solidFill>
              <a:srgbClr val="FFFFFF"/>
            </a:solidFill>
            <a:prstDash val="solid"/>
            <a:headEnd type="none" w="sm" len="sm"/>
            <a:tailEnd type="none" w="sm" len="sm"/>
          </a:ln>
        </p:spPr>
        <p:txBody>
          <a:bodyPr/>
          <a:lstStyle/>
          <a:p>
            <a:endParaRPr lang="en-US"/>
          </a:p>
        </p:txBody>
      </p:sp>
      <p:sp>
        <p:nvSpPr>
          <p:cNvPr id="8" name="Freeform 8"/>
          <p:cNvSpPr/>
          <p:nvPr/>
        </p:nvSpPr>
        <p:spPr>
          <a:xfrm>
            <a:off x="5908585" y="2835630"/>
            <a:ext cx="5687776" cy="5687776"/>
          </a:xfrm>
          <a:custGeom>
            <a:avLst/>
            <a:gdLst/>
            <a:ahLst/>
            <a:cxnLst/>
            <a:rect l="l" t="t" r="r" b="b"/>
            <a:pathLst>
              <a:path w="5687776" h="5687776">
                <a:moveTo>
                  <a:pt x="0" y="0"/>
                </a:moveTo>
                <a:lnTo>
                  <a:pt x="5687776" y="0"/>
                </a:lnTo>
                <a:lnTo>
                  <a:pt x="5687776" y="5687777"/>
                </a:lnTo>
                <a:lnTo>
                  <a:pt x="0" y="56877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TextBox 9"/>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10" name="AutoShape 10"/>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11" name="TextBox 11"/>
          <p:cNvSpPr txBox="1"/>
          <p:nvPr/>
        </p:nvSpPr>
        <p:spPr>
          <a:xfrm>
            <a:off x="1104305" y="9397048"/>
            <a:ext cx="604729" cy="405765"/>
          </a:xfrm>
          <a:prstGeom prst="rect">
            <a:avLst/>
          </a:prstGeom>
        </p:spPr>
        <p:txBody>
          <a:bodyPr lIns="0" tIns="0" rIns="0" bIns="0" rtlCol="0" anchor="t">
            <a:spAutoFit/>
          </a:bodyPr>
          <a:lstStyle/>
          <a:p>
            <a:pPr algn="ctr">
              <a:lnSpc>
                <a:spcPts val="3359"/>
              </a:lnSpc>
            </a:pPr>
            <a:r>
              <a:rPr lang="en-US" sz="2400">
                <a:solidFill>
                  <a:srgbClr val="FFFFFF"/>
                </a:solidFill>
                <a:latin typeface="Outfit"/>
                <a:ea typeface="Outfit"/>
                <a:cs typeface="Outfit"/>
                <a:sym typeface="Outfit"/>
              </a:rPr>
              <a:t>Pg: 1</a:t>
            </a:r>
          </a:p>
        </p:txBody>
      </p:sp>
      <p:sp>
        <p:nvSpPr>
          <p:cNvPr id="12" name="TextBox 12"/>
          <p:cNvSpPr txBox="1"/>
          <p:nvPr/>
        </p:nvSpPr>
        <p:spPr>
          <a:xfrm>
            <a:off x="1028700" y="426063"/>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3" name="TextBox 13"/>
          <p:cNvSpPr txBox="1"/>
          <p:nvPr/>
        </p:nvSpPr>
        <p:spPr>
          <a:xfrm>
            <a:off x="1028700" y="1748200"/>
            <a:ext cx="6219798"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Photo with Title Only</a:t>
            </a:r>
          </a:p>
        </p:txBody>
      </p:sp>
      <p:sp>
        <p:nvSpPr>
          <p:cNvPr id="14" name="TextBox 14"/>
          <p:cNvSpPr txBox="1"/>
          <p:nvPr/>
        </p:nvSpPr>
        <p:spPr>
          <a:xfrm>
            <a:off x="1256705" y="9549448"/>
            <a:ext cx="7244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2172619" y="1449479"/>
            <a:ext cx="13942762" cy="7407092"/>
          </a:xfrm>
          <a:custGeom>
            <a:avLst/>
            <a:gdLst/>
            <a:ahLst/>
            <a:cxnLst/>
            <a:rect l="l" t="t" r="r" b="b"/>
            <a:pathLst>
              <a:path w="13942762" h="7407092">
                <a:moveTo>
                  <a:pt x="0" y="0"/>
                </a:moveTo>
                <a:lnTo>
                  <a:pt x="13942762" y="0"/>
                </a:lnTo>
                <a:lnTo>
                  <a:pt x="13942762" y="7407092"/>
                </a:lnTo>
                <a:lnTo>
                  <a:pt x="0" y="74070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4753856" y="1808407"/>
            <a:ext cx="1300718" cy="1667587"/>
          </a:xfrm>
          <a:custGeom>
            <a:avLst/>
            <a:gdLst/>
            <a:ahLst/>
            <a:cxnLst/>
            <a:rect l="l" t="t" r="r" b="b"/>
            <a:pathLst>
              <a:path w="1300718" h="1667587">
                <a:moveTo>
                  <a:pt x="0" y="0"/>
                </a:moveTo>
                <a:lnTo>
                  <a:pt x="1300718" y="0"/>
                </a:lnTo>
                <a:lnTo>
                  <a:pt x="1300718" y="1667587"/>
                </a:lnTo>
                <a:lnTo>
                  <a:pt x="0" y="166758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6149428" y="1722682"/>
            <a:ext cx="2538821" cy="330146"/>
          </a:xfrm>
          <a:prstGeom prst="rect">
            <a:avLst/>
          </a:prstGeom>
        </p:spPr>
        <p:txBody>
          <a:bodyPr lIns="0" tIns="0" rIns="0" bIns="0" rtlCol="0" anchor="t">
            <a:spAutoFit/>
          </a:bodyPr>
          <a:lstStyle/>
          <a:p>
            <a:pPr marL="0" lvl="1" indent="0" algn="l">
              <a:lnSpc>
                <a:spcPts val="2711"/>
              </a:lnSpc>
              <a:spcBef>
                <a:spcPct val="0"/>
              </a:spcBef>
            </a:pPr>
            <a:r>
              <a:rPr lang="en-US" sz="1936" b="1" spc="61" dirty="0">
                <a:latin typeface="Outfit Semi-Bold"/>
                <a:ea typeface="Outfit Semi-Bold"/>
                <a:cs typeface="Outfit Semi-Bold"/>
                <a:sym typeface="Outfit Semi-Bold"/>
              </a:rPr>
              <a:t>Break-even analysis</a:t>
            </a:r>
          </a:p>
        </p:txBody>
      </p:sp>
      <p:sp>
        <p:nvSpPr>
          <p:cNvPr id="5" name="TextBox 5"/>
          <p:cNvSpPr txBox="1"/>
          <p:nvPr/>
        </p:nvSpPr>
        <p:spPr>
          <a:xfrm>
            <a:off x="6149428" y="2149985"/>
            <a:ext cx="2326361" cy="721171"/>
          </a:xfrm>
          <a:prstGeom prst="rect">
            <a:avLst/>
          </a:prstGeom>
        </p:spPr>
        <p:txBody>
          <a:bodyPr lIns="0" tIns="0" rIns="0" bIns="0" rtlCol="0" anchor="t">
            <a:spAutoFit/>
          </a:bodyPr>
          <a:lstStyle/>
          <a:p>
            <a:pPr marL="0" lvl="0" indent="0" algn="l">
              <a:lnSpc>
                <a:spcPts val="2904"/>
              </a:lnSpc>
              <a:spcBef>
                <a:spcPct val="0"/>
              </a:spcBef>
            </a:pPr>
            <a:r>
              <a:rPr lang="en-US" sz="1936" dirty="0">
                <a:solidFill>
                  <a:srgbClr val="000000"/>
                </a:solidFill>
                <a:latin typeface="Outfit"/>
                <a:ea typeface="Outfit"/>
                <a:cs typeface="Outfit"/>
                <a:sym typeface="Outfit"/>
              </a:rPr>
              <a:t>Lorem ipsum dolor sit </a:t>
            </a:r>
            <a:r>
              <a:rPr lang="en-US" sz="1936" dirty="0" err="1">
                <a:solidFill>
                  <a:srgbClr val="000000"/>
                </a:solidFill>
                <a:latin typeface="Outfit"/>
                <a:ea typeface="Outfit"/>
                <a:cs typeface="Outfit"/>
                <a:sym typeface="Outfit"/>
              </a:rPr>
              <a:t>amet</a:t>
            </a:r>
            <a:r>
              <a:rPr lang="en-US" sz="1936" dirty="0">
                <a:solidFill>
                  <a:srgbClr val="000000"/>
                </a:solidFill>
                <a:latin typeface="Outfit"/>
                <a:ea typeface="Outfit"/>
                <a:cs typeface="Outfit"/>
                <a:sym typeface="Outfit"/>
              </a:rPr>
              <a:t>.</a:t>
            </a:r>
          </a:p>
        </p:txBody>
      </p:sp>
      <p:grpSp>
        <p:nvGrpSpPr>
          <p:cNvPr id="6" name="Group 6"/>
          <p:cNvGrpSpPr/>
          <p:nvPr/>
        </p:nvGrpSpPr>
        <p:grpSpPr>
          <a:xfrm>
            <a:off x="4981829" y="2012017"/>
            <a:ext cx="844772" cy="84477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399"/>
                </a:lnSpc>
              </a:pPr>
              <a:endParaRPr/>
            </a:p>
          </p:txBody>
        </p:sp>
      </p:grpSp>
      <p:sp>
        <p:nvSpPr>
          <p:cNvPr id="9" name="Freeform 9"/>
          <p:cNvSpPr/>
          <p:nvPr/>
        </p:nvSpPr>
        <p:spPr>
          <a:xfrm>
            <a:off x="5133909" y="2226605"/>
            <a:ext cx="540612" cy="415595"/>
          </a:xfrm>
          <a:custGeom>
            <a:avLst/>
            <a:gdLst/>
            <a:ahLst/>
            <a:cxnLst/>
            <a:rect l="l" t="t" r="r" b="b"/>
            <a:pathLst>
              <a:path w="540612" h="415595">
                <a:moveTo>
                  <a:pt x="0" y="0"/>
                </a:moveTo>
                <a:lnTo>
                  <a:pt x="540612" y="0"/>
                </a:lnTo>
                <a:lnTo>
                  <a:pt x="540612" y="415595"/>
                </a:lnTo>
                <a:lnTo>
                  <a:pt x="0" y="41559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7258547" y="3501404"/>
            <a:ext cx="1300718" cy="1667587"/>
          </a:xfrm>
          <a:custGeom>
            <a:avLst/>
            <a:gdLst/>
            <a:ahLst/>
            <a:cxnLst/>
            <a:rect l="l" t="t" r="r" b="b"/>
            <a:pathLst>
              <a:path w="1300718" h="1667587">
                <a:moveTo>
                  <a:pt x="0" y="0"/>
                </a:moveTo>
                <a:lnTo>
                  <a:pt x="1300718" y="0"/>
                </a:lnTo>
                <a:lnTo>
                  <a:pt x="1300718" y="1667587"/>
                </a:lnTo>
                <a:lnTo>
                  <a:pt x="0" y="16675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1" name="Group 11"/>
          <p:cNvGrpSpPr/>
          <p:nvPr/>
        </p:nvGrpSpPr>
        <p:grpSpPr>
          <a:xfrm>
            <a:off x="7486520" y="3705014"/>
            <a:ext cx="844772" cy="84477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399"/>
                </a:lnSpc>
              </a:pPr>
              <a:endParaRPr/>
            </a:p>
          </p:txBody>
        </p:sp>
      </p:grpSp>
      <p:sp>
        <p:nvSpPr>
          <p:cNvPr id="14" name="Freeform 14"/>
          <p:cNvSpPr/>
          <p:nvPr/>
        </p:nvSpPr>
        <p:spPr>
          <a:xfrm>
            <a:off x="7696446" y="3857180"/>
            <a:ext cx="424921" cy="540440"/>
          </a:xfrm>
          <a:custGeom>
            <a:avLst/>
            <a:gdLst/>
            <a:ahLst/>
            <a:cxnLst/>
            <a:rect l="l" t="t" r="r" b="b"/>
            <a:pathLst>
              <a:path w="424921" h="540440">
                <a:moveTo>
                  <a:pt x="0" y="0"/>
                </a:moveTo>
                <a:lnTo>
                  <a:pt x="424920" y="0"/>
                </a:lnTo>
                <a:lnTo>
                  <a:pt x="424920" y="540440"/>
                </a:lnTo>
                <a:lnTo>
                  <a:pt x="0" y="54044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5" name="TextBox 15"/>
          <p:cNvSpPr txBox="1"/>
          <p:nvPr/>
        </p:nvSpPr>
        <p:spPr>
          <a:xfrm>
            <a:off x="8754924" y="3395564"/>
            <a:ext cx="2807536" cy="330146"/>
          </a:xfrm>
          <a:prstGeom prst="rect">
            <a:avLst/>
          </a:prstGeom>
        </p:spPr>
        <p:txBody>
          <a:bodyPr lIns="0" tIns="0" rIns="0" bIns="0" rtlCol="0" anchor="t">
            <a:spAutoFit/>
          </a:bodyPr>
          <a:lstStyle/>
          <a:p>
            <a:pPr marL="0" lvl="1" indent="0" algn="l">
              <a:lnSpc>
                <a:spcPts val="2711"/>
              </a:lnSpc>
              <a:spcBef>
                <a:spcPct val="0"/>
              </a:spcBef>
            </a:pPr>
            <a:r>
              <a:rPr lang="en-US" sz="1936" b="1" spc="61" dirty="0">
                <a:solidFill>
                  <a:srgbClr val="000000"/>
                </a:solidFill>
                <a:latin typeface="Outfit Semi-Bold"/>
                <a:ea typeface="Outfit Semi-Bold"/>
                <a:cs typeface="Outfit Semi-Bold"/>
                <a:sym typeface="Outfit Semi-Bold"/>
              </a:rPr>
              <a:t>Operations plan</a:t>
            </a:r>
          </a:p>
        </p:txBody>
      </p:sp>
      <p:sp>
        <p:nvSpPr>
          <p:cNvPr id="16" name="TextBox 16"/>
          <p:cNvSpPr txBox="1"/>
          <p:nvPr/>
        </p:nvSpPr>
        <p:spPr>
          <a:xfrm>
            <a:off x="8754924" y="3823188"/>
            <a:ext cx="2157177" cy="721171"/>
          </a:xfrm>
          <a:prstGeom prst="rect">
            <a:avLst/>
          </a:prstGeom>
        </p:spPr>
        <p:txBody>
          <a:bodyPr lIns="0" tIns="0" rIns="0" bIns="0" rtlCol="0" anchor="t">
            <a:spAutoFit/>
          </a:bodyPr>
          <a:lstStyle/>
          <a:p>
            <a:pPr marL="0" lvl="0" indent="0" algn="l">
              <a:lnSpc>
                <a:spcPts val="2904"/>
              </a:lnSpc>
              <a:spcBef>
                <a:spcPct val="0"/>
              </a:spcBef>
            </a:pPr>
            <a:r>
              <a:rPr lang="en-US" sz="1936" dirty="0">
                <a:solidFill>
                  <a:srgbClr val="000000"/>
                </a:solidFill>
                <a:latin typeface="Outfit"/>
                <a:ea typeface="Outfit"/>
                <a:cs typeface="Outfit"/>
                <a:sym typeface="Outfit"/>
              </a:rPr>
              <a:t>Lorem ipsum dolor sit </a:t>
            </a:r>
            <a:r>
              <a:rPr lang="en-US" sz="1936" dirty="0" err="1">
                <a:solidFill>
                  <a:srgbClr val="000000"/>
                </a:solidFill>
                <a:latin typeface="Outfit"/>
                <a:ea typeface="Outfit"/>
                <a:cs typeface="Outfit"/>
                <a:sym typeface="Outfit"/>
              </a:rPr>
              <a:t>amet</a:t>
            </a:r>
            <a:r>
              <a:rPr lang="en-US" sz="1936" dirty="0">
                <a:solidFill>
                  <a:srgbClr val="000000"/>
                </a:solidFill>
                <a:latin typeface="Outfit"/>
                <a:ea typeface="Outfit"/>
                <a:cs typeface="Outfit"/>
                <a:sym typeface="Outfit"/>
              </a:rPr>
              <a:t>.</a:t>
            </a:r>
          </a:p>
        </p:txBody>
      </p:sp>
      <p:sp>
        <p:nvSpPr>
          <p:cNvPr id="17" name="Freeform 17"/>
          <p:cNvSpPr/>
          <p:nvPr/>
        </p:nvSpPr>
        <p:spPr>
          <a:xfrm>
            <a:off x="10443113" y="6955888"/>
            <a:ext cx="1300718" cy="1667587"/>
          </a:xfrm>
          <a:custGeom>
            <a:avLst/>
            <a:gdLst/>
            <a:ahLst/>
            <a:cxnLst/>
            <a:rect l="l" t="t" r="r" b="b"/>
            <a:pathLst>
              <a:path w="1300718" h="1667587">
                <a:moveTo>
                  <a:pt x="0" y="0"/>
                </a:moveTo>
                <a:lnTo>
                  <a:pt x="1300718" y="0"/>
                </a:lnTo>
                <a:lnTo>
                  <a:pt x="1300718" y="1667587"/>
                </a:lnTo>
                <a:lnTo>
                  <a:pt x="0" y="166758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p:cNvSpPr/>
          <p:nvPr/>
        </p:nvSpPr>
        <p:spPr>
          <a:xfrm>
            <a:off x="10832777" y="7317833"/>
            <a:ext cx="540440" cy="521524"/>
          </a:xfrm>
          <a:custGeom>
            <a:avLst/>
            <a:gdLst/>
            <a:ahLst/>
            <a:cxnLst/>
            <a:rect l="l" t="t" r="r" b="b"/>
            <a:pathLst>
              <a:path w="540440" h="521524">
                <a:moveTo>
                  <a:pt x="0" y="0"/>
                </a:moveTo>
                <a:lnTo>
                  <a:pt x="540440" y="0"/>
                </a:lnTo>
                <a:lnTo>
                  <a:pt x="540440" y="521524"/>
                </a:lnTo>
                <a:lnTo>
                  <a:pt x="0" y="52152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TextBox 19"/>
          <p:cNvSpPr txBox="1"/>
          <p:nvPr/>
        </p:nvSpPr>
        <p:spPr>
          <a:xfrm>
            <a:off x="9907523" y="5788037"/>
            <a:ext cx="2333799" cy="330146"/>
          </a:xfrm>
          <a:prstGeom prst="rect">
            <a:avLst/>
          </a:prstGeom>
        </p:spPr>
        <p:txBody>
          <a:bodyPr lIns="0" tIns="0" rIns="0" bIns="0" rtlCol="0" anchor="t">
            <a:spAutoFit/>
          </a:bodyPr>
          <a:lstStyle/>
          <a:p>
            <a:pPr marL="0" lvl="1" indent="0" algn="l">
              <a:lnSpc>
                <a:spcPts val="2711"/>
              </a:lnSpc>
              <a:spcBef>
                <a:spcPct val="0"/>
              </a:spcBef>
            </a:pPr>
            <a:r>
              <a:rPr lang="en-US" sz="1936" b="1" spc="61">
                <a:solidFill>
                  <a:srgbClr val="000000"/>
                </a:solidFill>
                <a:latin typeface="Outfit Semi-Bold"/>
                <a:ea typeface="Outfit Semi-Bold"/>
                <a:cs typeface="Outfit Semi-Bold"/>
                <a:sym typeface="Outfit Semi-Bold"/>
              </a:rPr>
              <a:t>Sales forecasting</a:t>
            </a:r>
          </a:p>
        </p:txBody>
      </p:sp>
      <p:sp>
        <p:nvSpPr>
          <p:cNvPr id="20" name="TextBox 20"/>
          <p:cNvSpPr txBox="1"/>
          <p:nvPr/>
        </p:nvSpPr>
        <p:spPr>
          <a:xfrm>
            <a:off x="9907523" y="6215662"/>
            <a:ext cx="2099780" cy="721171"/>
          </a:xfrm>
          <a:prstGeom prst="rect">
            <a:avLst/>
          </a:prstGeom>
        </p:spPr>
        <p:txBody>
          <a:bodyPr lIns="0" tIns="0" rIns="0" bIns="0" rtlCol="0" anchor="t">
            <a:spAutoFit/>
          </a:bodyPr>
          <a:lstStyle/>
          <a:p>
            <a:pPr marL="0" lvl="0" indent="0" algn="l">
              <a:lnSpc>
                <a:spcPts val="2904"/>
              </a:lnSpc>
              <a:spcBef>
                <a:spcPct val="0"/>
              </a:spcBef>
            </a:pPr>
            <a:r>
              <a:rPr lang="en-US" sz="1936" dirty="0">
                <a:solidFill>
                  <a:srgbClr val="000000"/>
                </a:solidFill>
                <a:latin typeface="Outfit"/>
                <a:ea typeface="Outfit"/>
                <a:cs typeface="Outfit"/>
                <a:sym typeface="Outfit"/>
              </a:rPr>
              <a:t>Lorem ipsum dolor sit </a:t>
            </a:r>
            <a:r>
              <a:rPr lang="en-US" sz="1936" dirty="0" err="1">
                <a:solidFill>
                  <a:srgbClr val="000000"/>
                </a:solidFill>
                <a:latin typeface="Outfit"/>
                <a:ea typeface="Outfit"/>
                <a:cs typeface="Outfit"/>
                <a:sym typeface="Outfit"/>
              </a:rPr>
              <a:t>amet</a:t>
            </a:r>
            <a:r>
              <a:rPr lang="en-US" sz="1936" dirty="0">
                <a:solidFill>
                  <a:srgbClr val="000000"/>
                </a:solidFill>
                <a:latin typeface="Outfit"/>
                <a:ea typeface="Outfit"/>
                <a:cs typeface="Outfit"/>
                <a:sym typeface="Outfit"/>
              </a:rPr>
              <a:t>.</a:t>
            </a:r>
          </a:p>
        </p:txBody>
      </p:sp>
      <p:sp>
        <p:nvSpPr>
          <p:cNvPr id="21" name="Freeform 21"/>
          <p:cNvSpPr/>
          <p:nvPr/>
        </p:nvSpPr>
        <p:spPr>
          <a:xfrm>
            <a:off x="13724198" y="3490426"/>
            <a:ext cx="1300718" cy="1667587"/>
          </a:xfrm>
          <a:custGeom>
            <a:avLst/>
            <a:gdLst/>
            <a:ahLst/>
            <a:cxnLst/>
            <a:rect l="l" t="t" r="r" b="b"/>
            <a:pathLst>
              <a:path w="1300718" h="1667587">
                <a:moveTo>
                  <a:pt x="0" y="0"/>
                </a:moveTo>
                <a:lnTo>
                  <a:pt x="1300718" y="0"/>
                </a:lnTo>
                <a:lnTo>
                  <a:pt x="1300718" y="1667587"/>
                </a:lnTo>
                <a:lnTo>
                  <a:pt x="0" y="1667587"/>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22" name="Group 22"/>
          <p:cNvGrpSpPr/>
          <p:nvPr/>
        </p:nvGrpSpPr>
        <p:grpSpPr>
          <a:xfrm>
            <a:off x="13952171" y="3705014"/>
            <a:ext cx="844772" cy="844772"/>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399"/>
                </a:lnSpc>
              </a:pPr>
              <a:endParaRPr/>
            </a:p>
          </p:txBody>
        </p:sp>
      </p:grpSp>
      <p:sp>
        <p:nvSpPr>
          <p:cNvPr id="25" name="TextBox 25"/>
          <p:cNvSpPr txBox="1"/>
          <p:nvPr/>
        </p:nvSpPr>
        <p:spPr>
          <a:xfrm>
            <a:off x="13724198" y="2144003"/>
            <a:ext cx="2304853" cy="330146"/>
          </a:xfrm>
          <a:prstGeom prst="rect">
            <a:avLst/>
          </a:prstGeom>
        </p:spPr>
        <p:txBody>
          <a:bodyPr lIns="0" tIns="0" rIns="0" bIns="0" rtlCol="0" anchor="t">
            <a:spAutoFit/>
          </a:bodyPr>
          <a:lstStyle/>
          <a:p>
            <a:pPr marL="0" lvl="1" indent="0" algn="l">
              <a:lnSpc>
                <a:spcPts val="2711"/>
              </a:lnSpc>
              <a:spcBef>
                <a:spcPct val="0"/>
              </a:spcBef>
            </a:pPr>
            <a:r>
              <a:rPr lang="en-US" sz="1936" b="1" spc="61" dirty="0">
                <a:solidFill>
                  <a:srgbClr val="000000"/>
                </a:solidFill>
                <a:latin typeface="Outfit Semi-Bold"/>
                <a:ea typeface="Outfit Semi-Bold"/>
                <a:cs typeface="Outfit Semi-Bold"/>
                <a:sym typeface="Outfit Semi-Bold"/>
              </a:rPr>
              <a:t>Expense outlay</a:t>
            </a:r>
          </a:p>
        </p:txBody>
      </p:sp>
      <p:sp>
        <p:nvSpPr>
          <p:cNvPr id="26" name="TextBox 26"/>
          <p:cNvSpPr txBox="1"/>
          <p:nvPr/>
        </p:nvSpPr>
        <p:spPr>
          <a:xfrm>
            <a:off x="13724198" y="2571627"/>
            <a:ext cx="2304853" cy="721171"/>
          </a:xfrm>
          <a:prstGeom prst="rect">
            <a:avLst/>
          </a:prstGeom>
        </p:spPr>
        <p:txBody>
          <a:bodyPr lIns="0" tIns="0" rIns="0" bIns="0" rtlCol="0" anchor="t">
            <a:spAutoFit/>
          </a:bodyPr>
          <a:lstStyle/>
          <a:p>
            <a:pPr marL="0" lvl="0" indent="0" algn="l">
              <a:lnSpc>
                <a:spcPts val="2904"/>
              </a:lnSpc>
              <a:spcBef>
                <a:spcPct val="0"/>
              </a:spcBef>
            </a:pPr>
            <a:r>
              <a:rPr lang="en-US" sz="1936" dirty="0">
                <a:solidFill>
                  <a:srgbClr val="000000"/>
                </a:solidFill>
                <a:latin typeface="Outfit"/>
                <a:ea typeface="Outfit"/>
                <a:cs typeface="Outfit"/>
                <a:sym typeface="Outfit"/>
              </a:rPr>
              <a:t>Lorem ipsum dolor sit </a:t>
            </a:r>
            <a:r>
              <a:rPr lang="en-US" sz="1936" dirty="0" err="1">
                <a:solidFill>
                  <a:srgbClr val="000000"/>
                </a:solidFill>
                <a:latin typeface="Outfit"/>
                <a:ea typeface="Outfit"/>
                <a:cs typeface="Outfit"/>
                <a:sym typeface="Outfit"/>
              </a:rPr>
              <a:t>amet</a:t>
            </a:r>
            <a:r>
              <a:rPr lang="en-US" sz="1936" dirty="0">
                <a:solidFill>
                  <a:srgbClr val="000000"/>
                </a:solidFill>
                <a:latin typeface="Outfit"/>
                <a:ea typeface="Outfit"/>
                <a:cs typeface="Outfit"/>
                <a:sym typeface="Outfit"/>
              </a:rPr>
              <a:t>,</a:t>
            </a:r>
          </a:p>
        </p:txBody>
      </p:sp>
      <p:sp>
        <p:nvSpPr>
          <p:cNvPr id="27" name="Freeform 27"/>
          <p:cNvSpPr/>
          <p:nvPr/>
        </p:nvSpPr>
        <p:spPr>
          <a:xfrm>
            <a:off x="14104337" y="3836038"/>
            <a:ext cx="540440" cy="560767"/>
          </a:xfrm>
          <a:custGeom>
            <a:avLst/>
            <a:gdLst/>
            <a:ahLst/>
            <a:cxnLst/>
            <a:rect l="l" t="t" r="r" b="b"/>
            <a:pathLst>
              <a:path w="540440" h="560767">
                <a:moveTo>
                  <a:pt x="0" y="0"/>
                </a:moveTo>
                <a:lnTo>
                  <a:pt x="540440" y="0"/>
                </a:lnTo>
                <a:lnTo>
                  <a:pt x="540440" y="560767"/>
                </a:lnTo>
                <a:lnTo>
                  <a:pt x="0" y="560767"/>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28" name="AutoShape 28"/>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29" name="AutoShape 29"/>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0" name="TextBox 30"/>
          <p:cNvSpPr txBox="1"/>
          <p:nvPr/>
        </p:nvSpPr>
        <p:spPr>
          <a:xfrm>
            <a:off x="1028700" y="5882960"/>
            <a:ext cx="2934044"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Roadmap</a:t>
            </a:r>
          </a:p>
        </p:txBody>
      </p:sp>
      <p:sp>
        <p:nvSpPr>
          <p:cNvPr id="31" name="TextBox 31"/>
          <p:cNvSpPr txBox="1"/>
          <p:nvPr/>
        </p:nvSpPr>
        <p:spPr>
          <a:xfrm>
            <a:off x="1028700" y="6919147"/>
            <a:ext cx="5749848" cy="1133475"/>
          </a:xfrm>
          <a:prstGeom prst="rect">
            <a:avLst/>
          </a:prstGeom>
        </p:spPr>
        <p:txBody>
          <a:bodyPr lIns="0" tIns="0" rIns="0" bIns="0" rtlCol="0" anchor="t">
            <a:spAutoFit/>
          </a:bodyPr>
          <a:lstStyle/>
          <a:p>
            <a:pPr marL="0" lvl="0" indent="0" algn="l">
              <a:lnSpc>
                <a:spcPts val="3000"/>
              </a:lnSpc>
              <a:spcBef>
                <a:spcPct val="0"/>
              </a:spcBef>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a:t>
            </a:r>
          </a:p>
        </p:txBody>
      </p:sp>
      <p:sp>
        <p:nvSpPr>
          <p:cNvPr id="32" name="TextBox 32"/>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33" name="TextBox 33"/>
          <p:cNvSpPr txBox="1"/>
          <p:nvPr/>
        </p:nvSpPr>
        <p:spPr>
          <a:xfrm>
            <a:off x="1256705" y="9549449"/>
            <a:ext cx="6482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34" name="Group 34"/>
          <p:cNvGrpSpPr>
            <a:grpSpLocks noChangeAspect="1"/>
          </p:cNvGrpSpPr>
          <p:nvPr/>
        </p:nvGrpSpPr>
        <p:grpSpPr>
          <a:xfrm>
            <a:off x="16331765" y="473688"/>
            <a:ext cx="927535" cy="555012"/>
            <a:chOff x="0" y="0"/>
            <a:chExt cx="1855064" cy="1110031"/>
          </a:xfrm>
        </p:grpSpPr>
        <p:sp>
          <p:nvSpPr>
            <p:cNvPr id="35" name="Freeform 35"/>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36" name="Freeform 36"/>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37" name="Freeform 37"/>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38" name="TextBox 38"/>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028700" y="1461010"/>
            <a:ext cx="5161015" cy="863600"/>
          </a:xfrm>
          <a:prstGeom prst="rect">
            <a:avLst/>
          </a:prstGeom>
        </p:spPr>
        <p:txBody>
          <a:bodyPr lIns="0" tIns="0" rIns="0" bIns="0" rtlCol="0" anchor="t">
            <a:spAutoFit/>
          </a:bodyPr>
          <a:lstStyle/>
          <a:p>
            <a:pPr algn="ctr">
              <a:lnSpc>
                <a:spcPts val="7000"/>
              </a:lnSpc>
            </a:pPr>
            <a:r>
              <a:rPr lang="en-US" sz="5000" b="1">
                <a:solidFill>
                  <a:srgbClr val="000000"/>
                </a:solidFill>
                <a:latin typeface="Outfit Bold"/>
                <a:ea typeface="Outfit Bold"/>
                <a:cs typeface="Outfit Bold"/>
                <a:sym typeface="Outfit Bold"/>
              </a:rPr>
              <a:t>Timeline - Slide 1</a:t>
            </a:r>
          </a:p>
        </p:txBody>
      </p:sp>
      <p:sp>
        <p:nvSpPr>
          <p:cNvPr id="5" name="TextBox 5"/>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6" name="TextBox 6"/>
          <p:cNvSpPr txBox="1"/>
          <p:nvPr/>
        </p:nvSpPr>
        <p:spPr>
          <a:xfrm>
            <a:off x="1256705" y="9549448"/>
            <a:ext cx="690768" cy="418956"/>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7" name="Group 7"/>
          <p:cNvGrpSpPr>
            <a:grpSpLocks noChangeAspect="1"/>
          </p:cNvGrpSpPr>
          <p:nvPr/>
        </p:nvGrpSpPr>
        <p:grpSpPr>
          <a:xfrm>
            <a:off x="16331765" y="473688"/>
            <a:ext cx="927535" cy="555012"/>
            <a:chOff x="0" y="0"/>
            <a:chExt cx="1855064" cy="1110031"/>
          </a:xfrm>
        </p:grpSpPr>
        <p:sp>
          <p:nvSpPr>
            <p:cNvPr id="8" name="Freeform 8"/>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9" name="Freeform 9"/>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10" name="Freeform 10"/>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11" name="TextBox 11"/>
          <p:cNvSpPr txBox="1"/>
          <p:nvPr/>
        </p:nvSpPr>
        <p:spPr>
          <a:xfrm>
            <a:off x="1028699" y="426063"/>
            <a:ext cx="184726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2" name="AutoShape 12"/>
          <p:cNvSpPr/>
          <p:nvPr/>
        </p:nvSpPr>
        <p:spPr>
          <a:xfrm>
            <a:off x="3200011" y="5148517"/>
            <a:ext cx="1284917" cy="0"/>
          </a:xfrm>
          <a:prstGeom prst="line">
            <a:avLst/>
          </a:prstGeom>
          <a:ln w="57150" cap="flat">
            <a:solidFill>
              <a:srgbClr val="86EAE9"/>
            </a:solidFill>
            <a:prstDash val="solid"/>
            <a:headEnd type="none" w="sm" len="sm"/>
            <a:tailEnd type="none" w="sm" len="sm"/>
          </a:ln>
        </p:spPr>
        <p:txBody>
          <a:bodyPr/>
          <a:lstStyle/>
          <a:p>
            <a:endParaRPr lang="en-US"/>
          </a:p>
        </p:txBody>
      </p:sp>
      <p:sp>
        <p:nvSpPr>
          <p:cNvPr id="13" name="AutoShape 13"/>
          <p:cNvSpPr/>
          <p:nvPr/>
        </p:nvSpPr>
        <p:spPr>
          <a:xfrm>
            <a:off x="5867039" y="5148517"/>
            <a:ext cx="1260757" cy="0"/>
          </a:xfrm>
          <a:prstGeom prst="line">
            <a:avLst/>
          </a:prstGeom>
          <a:ln w="57150" cap="flat">
            <a:solidFill>
              <a:srgbClr val="3EDAD8"/>
            </a:solidFill>
            <a:prstDash val="solid"/>
            <a:headEnd type="none" w="sm" len="sm"/>
            <a:tailEnd type="none" w="sm" len="sm"/>
          </a:ln>
        </p:spPr>
        <p:txBody>
          <a:bodyPr/>
          <a:lstStyle/>
          <a:p>
            <a:endParaRPr lang="en-US"/>
          </a:p>
        </p:txBody>
      </p:sp>
      <p:sp>
        <p:nvSpPr>
          <p:cNvPr id="14" name="AutoShape 14"/>
          <p:cNvSpPr/>
          <p:nvPr/>
        </p:nvSpPr>
        <p:spPr>
          <a:xfrm>
            <a:off x="8509907" y="5148517"/>
            <a:ext cx="1285875" cy="0"/>
          </a:xfrm>
          <a:prstGeom prst="line">
            <a:avLst/>
          </a:prstGeom>
          <a:ln w="57150" cap="flat">
            <a:solidFill>
              <a:srgbClr val="18AFD6"/>
            </a:solidFill>
            <a:prstDash val="solid"/>
            <a:headEnd type="none" w="sm" len="sm"/>
            <a:tailEnd type="none" w="sm" len="sm"/>
          </a:ln>
        </p:spPr>
        <p:txBody>
          <a:bodyPr/>
          <a:lstStyle/>
          <a:p>
            <a:endParaRPr lang="en-US"/>
          </a:p>
        </p:txBody>
      </p:sp>
      <p:sp>
        <p:nvSpPr>
          <p:cNvPr id="15" name="AutoShape 15"/>
          <p:cNvSpPr/>
          <p:nvPr/>
        </p:nvSpPr>
        <p:spPr>
          <a:xfrm>
            <a:off x="11177893" y="5148517"/>
            <a:ext cx="1201605" cy="0"/>
          </a:xfrm>
          <a:prstGeom prst="line">
            <a:avLst/>
          </a:prstGeom>
          <a:ln w="57150" cap="flat">
            <a:solidFill>
              <a:srgbClr val="1C88CF"/>
            </a:solidFill>
            <a:prstDash val="solid"/>
            <a:headEnd type="none" w="sm" len="sm"/>
            <a:tailEnd type="none" w="sm" len="sm"/>
          </a:ln>
        </p:spPr>
        <p:txBody>
          <a:bodyPr/>
          <a:lstStyle/>
          <a:p>
            <a:endParaRPr lang="en-US"/>
          </a:p>
        </p:txBody>
      </p:sp>
      <p:sp>
        <p:nvSpPr>
          <p:cNvPr id="16" name="AutoShape 16"/>
          <p:cNvSpPr/>
          <p:nvPr/>
        </p:nvSpPr>
        <p:spPr>
          <a:xfrm>
            <a:off x="13761610" y="5148517"/>
            <a:ext cx="1317078" cy="0"/>
          </a:xfrm>
          <a:prstGeom prst="line">
            <a:avLst/>
          </a:prstGeom>
          <a:ln w="57150" cap="flat">
            <a:solidFill>
              <a:srgbClr val="13538A"/>
            </a:solidFill>
            <a:prstDash val="solid"/>
            <a:headEnd type="none" w="sm" len="sm"/>
            <a:tailEnd type="none" w="sm" len="sm"/>
          </a:ln>
        </p:spPr>
        <p:txBody>
          <a:bodyPr/>
          <a:lstStyle/>
          <a:p>
            <a:endParaRPr lang="en-US"/>
          </a:p>
        </p:txBody>
      </p:sp>
      <p:grpSp>
        <p:nvGrpSpPr>
          <p:cNvPr id="17" name="Group 17"/>
          <p:cNvGrpSpPr/>
          <p:nvPr/>
        </p:nvGrpSpPr>
        <p:grpSpPr>
          <a:xfrm>
            <a:off x="1817900" y="4457462"/>
            <a:ext cx="1382111" cy="1382111"/>
            <a:chOff x="0" y="0"/>
            <a:chExt cx="1842815" cy="1842815"/>
          </a:xfrm>
        </p:grpSpPr>
        <p:grpSp>
          <p:nvGrpSpPr>
            <p:cNvPr id="18" name="Group 18"/>
            <p:cNvGrpSpPr/>
            <p:nvPr/>
          </p:nvGrpSpPr>
          <p:grpSpPr>
            <a:xfrm>
              <a:off x="0" y="0"/>
              <a:ext cx="1842815" cy="1842815"/>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EAE9"/>
              </a:solidFill>
            </p:spPr>
            <p:txBody>
              <a:bodyPr/>
              <a:lstStyle/>
              <a:p>
                <a:endParaRPr lang="en-US"/>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100"/>
                  </a:lnSpc>
                </a:pPr>
                <a:endParaRPr/>
              </a:p>
            </p:txBody>
          </p:sp>
        </p:grpSp>
        <p:grpSp>
          <p:nvGrpSpPr>
            <p:cNvPr id="21" name="Group 21"/>
            <p:cNvGrpSpPr>
              <a:grpSpLocks noChangeAspect="1"/>
            </p:cNvGrpSpPr>
            <p:nvPr/>
          </p:nvGrpSpPr>
          <p:grpSpPr>
            <a:xfrm>
              <a:off x="460931" y="470885"/>
              <a:ext cx="945759" cy="901045"/>
              <a:chOff x="0" y="0"/>
              <a:chExt cx="1772920" cy="1689100"/>
            </a:xfrm>
          </p:grpSpPr>
          <p:sp>
            <p:nvSpPr>
              <p:cNvPr id="22" name="Freeform 22"/>
              <p:cNvSpPr/>
              <p:nvPr/>
            </p:nvSpPr>
            <p:spPr>
              <a:xfrm>
                <a:off x="-8890" y="-5080"/>
                <a:ext cx="1789430" cy="1701800"/>
              </a:xfrm>
              <a:custGeom>
                <a:avLst/>
                <a:gdLst/>
                <a:ahLst/>
                <a:cxnLst/>
                <a:rect l="l" t="t" r="r" b="b"/>
                <a:pathLst>
                  <a:path w="1789430" h="1701800">
                    <a:moveTo>
                      <a:pt x="922020" y="21590"/>
                    </a:moveTo>
                    <a:lnTo>
                      <a:pt x="1172210" y="529590"/>
                    </a:lnTo>
                    <a:cubicBezTo>
                      <a:pt x="1176020" y="538480"/>
                      <a:pt x="1184910" y="544830"/>
                      <a:pt x="1195070" y="546100"/>
                    </a:cubicBezTo>
                    <a:lnTo>
                      <a:pt x="1755140" y="627380"/>
                    </a:lnTo>
                    <a:cubicBezTo>
                      <a:pt x="1779270" y="631190"/>
                      <a:pt x="1789430" y="661670"/>
                      <a:pt x="1771650" y="678180"/>
                    </a:cubicBezTo>
                    <a:lnTo>
                      <a:pt x="1366520" y="1073150"/>
                    </a:lnTo>
                    <a:cubicBezTo>
                      <a:pt x="1358900" y="1079500"/>
                      <a:pt x="1356360" y="1089660"/>
                      <a:pt x="1357630" y="1099820"/>
                    </a:cubicBezTo>
                    <a:lnTo>
                      <a:pt x="1452880" y="1658620"/>
                    </a:lnTo>
                    <a:cubicBezTo>
                      <a:pt x="1456690" y="1682750"/>
                      <a:pt x="1431290" y="1701800"/>
                      <a:pt x="1409700" y="1690370"/>
                    </a:cubicBezTo>
                    <a:lnTo>
                      <a:pt x="908050" y="1426210"/>
                    </a:lnTo>
                    <a:cubicBezTo>
                      <a:pt x="899160" y="1421130"/>
                      <a:pt x="889000" y="1421130"/>
                      <a:pt x="880110" y="1426210"/>
                    </a:cubicBezTo>
                    <a:lnTo>
                      <a:pt x="378460" y="1690370"/>
                    </a:lnTo>
                    <a:cubicBezTo>
                      <a:pt x="356870" y="1701800"/>
                      <a:pt x="331470" y="1682750"/>
                      <a:pt x="335280" y="1658620"/>
                    </a:cubicBezTo>
                    <a:lnTo>
                      <a:pt x="430530" y="1099820"/>
                    </a:lnTo>
                    <a:cubicBezTo>
                      <a:pt x="431800" y="1089660"/>
                      <a:pt x="429260" y="1080770"/>
                      <a:pt x="421640" y="1073150"/>
                    </a:cubicBezTo>
                    <a:lnTo>
                      <a:pt x="17780" y="678180"/>
                    </a:lnTo>
                    <a:cubicBezTo>
                      <a:pt x="0" y="660400"/>
                      <a:pt x="10160" y="631190"/>
                      <a:pt x="34290" y="627380"/>
                    </a:cubicBezTo>
                    <a:lnTo>
                      <a:pt x="594360" y="546100"/>
                    </a:lnTo>
                    <a:cubicBezTo>
                      <a:pt x="604520" y="544830"/>
                      <a:pt x="612140" y="538480"/>
                      <a:pt x="617220" y="529590"/>
                    </a:cubicBezTo>
                    <a:lnTo>
                      <a:pt x="867410" y="21590"/>
                    </a:lnTo>
                    <a:cubicBezTo>
                      <a:pt x="878840" y="0"/>
                      <a:pt x="910590" y="0"/>
                      <a:pt x="922020" y="21590"/>
                    </a:cubicBezTo>
                    <a:close/>
                  </a:path>
                </a:pathLst>
              </a:custGeom>
              <a:solidFill>
                <a:srgbClr val="FFFFFF"/>
              </a:solidFill>
            </p:spPr>
            <p:txBody>
              <a:bodyPr/>
              <a:lstStyle/>
              <a:p>
                <a:endParaRPr lang="en-US"/>
              </a:p>
            </p:txBody>
          </p:sp>
        </p:grpSp>
      </p:grpSp>
      <p:grpSp>
        <p:nvGrpSpPr>
          <p:cNvPr id="23" name="Group 23"/>
          <p:cNvGrpSpPr/>
          <p:nvPr/>
        </p:nvGrpSpPr>
        <p:grpSpPr>
          <a:xfrm>
            <a:off x="4484928" y="4457462"/>
            <a:ext cx="1382111" cy="1382111"/>
            <a:chOff x="0" y="0"/>
            <a:chExt cx="1842815" cy="1842815"/>
          </a:xfrm>
        </p:grpSpPr>
        <p:grpSp>
          <p:nvGrpSpPr>
            <p:cNvPr id="24" name="Group 24"/>
            <p:cNvGrpSpPr/>
            <p:nvPr/>
          </p:nvGrpSpPr>
          <p:grpSpPr>
            <a:xfrm>
              <a:off x="0" y="0"/>
              <a:ext cx="1842815" cy="1842815"/>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DAD8"/>
              </a:solidFill>
            </p:spPr>
            <p:txBody>
              <a:bodyPr/>
              <a:lstStyle/>
              <a:p>
                <a:endParaRPr lang="en-US"/>
              </a:p>
            </p:txBody>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100"/>
                  </a:lnSpc>
                </a:pPr>
                <a:endParaRPr/>
              </a:p>
            </p:txBody>
          </p:sp>
        </p:grpSp>
        <p:sp>
          <p:nvSpPr>
            <p:cNvPr id="27" name="Freeform 27"/>
            <p:cNvSpPr/>
            <p:nvPr/>
          </p:nvSpPr>
          <p:spPr>
            <a:xfrm>
              <a:off x="416564" y="577196"/>
              <a:ext cx="1009686" cy="688422"/>
            </a:xfrm>
            <a:custGeom>
              <a:avLst/>
              <a:gdLst/>
              <a:ahLst/>
              <a:cxnLst/>
              <a:rect l="l" t="t" r="r" b="b"/>
              <a:pathLst>
                <a:path w="1009686" h="688422">
                  <a:moveTo>
                    <a:pt x="0" y="0"/>
                  </a:moveTo>
                  <a:lnTo>
                    <a:pt x="1009686" y="0"/>
                  </a:lnTo>
                  <a:lnTo>
                    <a:pt x="1009686" y="688423"/>
                  </a:lnTo>
                  <a:lnTo>
                    <a:pt x="0" y="6884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grpSp>
        <p:nvGrpSpPr>
          <p:cNvPr id="28" name="Group 28"/>
          <p:cNvGrpSpPr/>
          <p:nvPr/>
        </p:nvGrpSpPr>
        <p:grpSpPr>
          <a:xfrm>
            <a:off x="7127796" y="4457462"/>
            <a:ext cx="1382111" cy="1382111"/>
            <a:chOff x="0" y="0"/>
            <a:chExt cx="1842815" cy="1842815"/>
          </a:xfrm>
        </p:grpSpPr>
        <p:grpSp>
          <p:nvGrpSpPr>
            <p:cNvPr id="29" name="Group 29"/>
            <p:cNvGrpSpPr/>
            <p:nvPr/>
          </p:nvGrpSpPr>
          <p:grpSpPr>
            <a:xfrm>
              <a:off x="0" y="0"/>
              <a:ext cx="1842815" cy="1842815"/>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C9EF"/>
              </a:solidFill>
            </p:spPr>
            <p:txBody>
              <a:bodyPr/>
              <a:lstStyle/>
              <a:p>
                <a:endParaRPr lang="en-US"/>
              </a:p>
            </p:txBody>
          </p:sp>
          <p:sp>
            <p:nvSpPr>
              <p:cNvPr id="31" name="TextBox 31"/>
              <p:cNvSpPr txBox="1"/>
              <p:nvPr/>
            </p:nvSpPr>
            <p:spPr>
              <a:xfrm>
                <a:off x="76200" y="38100"/>
                <a:ext cx="660400" cy="698500"/>
              </a:xfrm>
              <a:prstGeom prst="rect">
                <a:avLst/>
              </a:prstGeom>
            </p:spPr>
            <p:txBody>
              <a:bodyPr lIns="50800" tIns="50800" rIns="50800" bIns="50800" rtlCol="0" anchor="ctr"/>
              <a:lstStyle/>
              <a:p>
                <a:pPr algn="ctr">
                  <a:lnSpc>
                    <a:spcPts val="2100"/>
                  </a:lnSpc>
                </a:pPr>
                <a:endParaRPr/>
              </a:p>
            </p:txBody>
          </p:sp>
        </p:grpSp>
        <p:sp>
          <p:nvSpPr>
            <p:cNvPr id="32" name="Freeform 32"/>
            <p:cNvSpPr/>
            <p:nvPr/>
          </p:nvSpPr>
          <p:spPr>
            <a:xfrm>
              <a:off x="483646" y="483646"/>
              <a:ext cx="875523" cy="875523"/>
            </a:xfrm>
            <a:custGeom>
              <a:avLst/>
              <a:gdLst/>
              <a:ahLst/>
              <a:cxnLst/>
              <a:rect l="l" t="t" r="r" b="b"/>
              <a:pathLst>
                <a:path w="875523" h="875523">
                  <a:moveTo>
                    <a:pt x="0" y="0"/>
                  </a:moveTo>
                  <a:lnTo>
                    <a:pt x="875523" y="0"/>
                  </a:lnTo>
                  <a:lnTo>
                    <a:pt x="875523" y="875523"/>
                  </a:lnTo>
                  <a:lnTo>
                    <a:pt x="0" y="87552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33" name="Group 33"/>
          <p:cNvGrpSpPr/>
          <p:nvPr/>
        </p:nvGrpSpPr>
        <p:grpSpPr>
          <a:xfrm>
            <a:off x="9795782" y="4457462"/>
            <a:ext cx="1382111" cy="1382111"/>
            <a:chOff x="0" y="0"/>
            <a:chExt cx="1842815" cy="1842815"/>
          </a:xfrm>
        </p:grpSpPr>
        <p:grpSp>
          <p:nvGrpSpPr>
            <p:cNvPr id="34" name="Group 34"/>
            <p:cNvGrpSpPr/>
            <p:nvPr/>
          </p:nvGrpSpPr>
          <p:grpSpPr>
            <a:xfrm>
              <a:off x="0" y="0"/>
              <a:ext cx="1842815" cy="1842815"/>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AFD6"/>
              </a:solidFill>
            </p:spPr>
            <p:txBody>
              <a:bodyPr/>
              <a:lstStyle/>
              <a:p>
                <a:endParaRPr lang="en-US"/>
              </a:p>
            </p:txBody>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100"/>
                  </a:lnSpc>
                </a:pPr>
                <a:endParaRPr/>
              </a:p>
            </p:txBody>
          </p:sp>
        </p:grpSp>
        <p:sp>
          <p:nvSpPr>
            <p:cNvPr id="37" name="Freeform 37"/>
            <p:cNvSpPr/>
            <p:nvPr/>
          </p:nvSpPr>
          <p:spPr>
            <a:xfrm>
              <a:off x="529899" y="569050"/>
              <a:ext cx="783017" cy="704715"/>
            </a:xfrm>
            <a:custGeom>
              <a:avLst/>
              <a:gdLst/>
              <a:ahLst/>
              <a:cxnLst/>
              <a:rect l="l" t="t" r="r" b="b"/>
              <a:pathLst>
                <a:path w="783017" h="704715">
                  <a:moveTo>
                    <a:pt x="0" y="0"/>
                  </a:moveTo>
                  <a:lnTo>
                    <a:pt x="783017" y="0"/>
                  </a:lnTo>
                  <a:lnTo>
                    <a:pt x="783017" y="704715"/>
                  </a:lnTo>
                  <a:lnTo>
                    <a:pt x="0" y="70471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38" name="Group 38"/>
          <p:cNvGrpSpPr/>
          <p:nvPr/>
        </p:nvGrpSpPr>
        <p:grpSpPr>
          <a:xfrm>
            <a:off x="12379498" y="4457462"/>
            <a:ext cx="1382111" cy="1382111"/>
            <a:chOff x="0" y="0"/>
            <a:chExt cx="1842815" cy="1842815"/>
          </a:xfrm>
        </p:grpSpPr>
        <p:grpSp>
          <p:nvGrpSpPr>
            <p:cNvPr id="39" name="Group 39"/>
            <p:cNvGrpSpPr/>
            <p:nvPr/>
          </p:nvGrpSpPr>
          <p:grpSpPr>
            <a:xfrm>
              <a:off x="0" y="0"/>
              <a:ext cx="1842815" cy="1842815"/>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88CF"/>
              </a:solidFill>
            </p:spPr>
            <p:txBody>
              <a:bodyPr/>
              <a:lstStyle/>
              <a:p>
                <a:endParaRPr lang="en-US"/>
              </a:p>
            </p:txBody>
          </p:sp>
          <p:sp>
            <p:nvSpPr>
              <p:cNvPr id="41" name="TextBox 41"/>
              <p:cNvSpPr txBox="1"/>
              <p:nvPr/>
            </p:nvSpPr>
            <p:spPr>
              <a:xfrm>
                <a:off x="76200" y="38100"/>
                <a:ext cx="660400" cy="698500"/>
              </a:xfrm>
              <a:prstGeom prst="rect">
                <a:avLst/>
              </a:prstGeom>
            </p:spPr>
            <p:txBody>
              <a:bodyPr lIns="50800" tIns="50800" rIns="50800" bIns="50800" rtlCol="0" anchor="ctr"/>
              <a:lstStyle/>
              <a:p>
                <a:pPr algn="ctr">
                  <a:lnSpc>
                    <a:spcPts val="2100"/>
                  </a:lnSpc>
                </a:pPr>
                <a:endParaRPr/>
              </a:p>
            </p:txBody>
          </p:sp>
        </p:grpSp>
        <p:sp>
          <p:nvSpPr>
            <p:cNvPr id="42" name="Freeform 42"/>
            <p:cNvSpPr/>
            <p:nvPr/>
          </p:nvSpPr>
          <p:spPr>
            <a:xfrm>
              <a:off x="656634" y="526348"/>
              <a:ext cx="529548" cy="790119"/>
            </a:xfrm>
            <a:custGeom>
              <a:avLst/>
              <a:gdLst/>
              <a:ahLst/>
              <a:cxnLst/>
              <a:rect l="l" t="t" r="r" b="b"/>
              <a:pathLst>
                <a:path w="529548" h="790119">
                  <a:moveTo>
                    <a:pt x="0" y="0"/>
                  </a:moveTo>
                  <a:lnTo>
                    <a:pt x="529547" y="0"/>
                  </a:lnTo>
                  <a:lnTo>
                    <a:pt x="529547" y="790119"/>
                  </a:lnTo>
                  <a:lnTo>
                    <a:pt x="0" y="79011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grpSp>
        <p:nvGrpSpPr>
          <p:cNvPr id="43" name="Group 43"/>
          <p:cNvGrpSpPr/>
          <p:nvPr/>
        </p:nvGrpSpPr>
        <p:grpSpPr>
          <a:xfrm>
            <a:off x="15078687" y="4457462"/>
            <a:ext cx="1382111" cy="1382111"/>
            <a:chOff x="0" y="0"/>
            <a:chExt cx="1842815" cy="1842815"/>
          </a:xfrm>
        </p:grpSpPr>
        <p:grpSp>
          <p:nvGrpSpPr>
            <p:cNvPr id="44" name="Group 44"/>
            <p:cNvGrpSpPr/>
            <p:nvPr/>
          </p:nvGrpSpPr>
          <p:grpSpPr>
            <a:xfrm>
              <a:off x="0" y="0"/>
              <a:ext cx="1842815" cy="1842815"/>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38A"/>
              </a:solidFill>
            </p:spPr>
            <p:txBody>
              <a:bodyPr/>
              <a:lstStyle/>
              <a:p>
                <a:endParaRPr lang="en-US"/>
              </a:p>
            </p:txBody>
          </p:sp>
          <p:sp>
            <p:nvSpPr>
              <p:cNvPr id="46" name="TextBox 46"/>
              <p:cNvSpPr txBox="1"/>
              <p:nvPr/>
            </p:nvSpPr>
            <p:spPr>
              <a:xfrm>
                <a:off x="76200" y="38100"/>
                <a:ext cx="660400" cy="698500"/>
              </a:xfrm>
              <a:prstGeom prst="rect">
                <a:avLst/>
              </a:prstGeom>
            </p:spPr>
            <p:txBody>
              <a:bodyPr lIns="50800" tIns="50800" rIns="50800" bIns="50800" rtlCol="0" anchor="ctr"/>
              <a:lstStyle/>
              <a:p>
                <a:pPr algn="ctr">
                  <a:lnSpc>
                    <a:spcPts val="2100"/>
                  </a:lnSpc>
                </a:pPr>
                <a:endParaRPr/>
              </a:p>
            </p:txBody>
          </p:sp>
        </p:grpSp>
        <p:sp>
          <p:nvSpPr>
            <p:cNvPr id="47" name="Freeform 47"/>
            <p:cNvSpPr/>
            <p:nvPr/>
          </p:nvSpPr>
          <p:spPr>
            <a:xfrm>
              <a:off x="577832" y="426002"/>
              <a:ext cx="687150" cy="933167"/>
            </a:xfrm>
            <a:custGeom>
              <a:avLst/>
              <a:gdLst/>
              <a:ahLst/>
              <a:cxnLst/>
              <a:rect l="l" t="t" r="r" b="b"/>
              <a:pathLst>
                <a:path w="687150" h="933167">
                  <a:moveTo>
                    <a:pt x="0" y="0"/>
                  </a:moveTo>
                  <a:lnTo>
                    <a:pt x="687151" y="0"/>
                  </a:lnTo>
                  <a:lnTo>
                    <a:pt x="687151" y="933167"/>
                  </a:lnTo>
                  <a:lnTo>
                    <a:pt x="0" y="93316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48" name="TextBox 48"/>
          <p:cNvSpPr txBox="1"/>
          <p:nvPr/>
        </p:nvSpPr>
        <p:spPr>
          <a:xfrm>
            <a:off x="1497096" y="6230098"/>
            <a:ext cx="2042322" cy="674370"/>
          </a:xfrm>
          <a:prstGeom prst="rect">
            <a:avLst/>
          </a:prstGeom>
        </p:spPr>
        <p:txBody>
          <a:bodyPr lIns="0" tIns="0" rIns="0" bIns="0" rtlCol="0" anchor="t">
            <a:spAutoFit/>
          </a:bodyPr>
          <a:lstStyle/>
          <a:p>
            <a:pPr algn="ctr">
              <a:lnSpc>
                <a:spcPts val="2700"/>
              </a:lnSpc>
            </a:pPr>
            <a:r>
              <a:rPr lang="en-US" sz="1800" spc="26" dirty="0">
                <a:solidFill>
                  <a:srgbClr val="191919"/>
                </a:solidFill>
                <a:latin typeface="Outfit" panose="020B0604020202020204" charset="0"/>
                <a:ea typeface="Aileron"/>
                <a:cs typeface="Aileron"/>
                <a:sym typeface="Aileron"/>
              </a:rPr>
              <a:t>Lorem ipsum dolor sit </a:t>
            </a:r>
            <a:r>
              <a:rPr lang="en-US" sz="1800" spc="26" dirty="0" err="1">
                <a:solidFill>
                  <a:srgbClr val="191919"/>
                </a:solidFill>
                <a:latin typeface="Outfit" panose="020B0604020202020204" charset="0"/>
                <a:ea typeface="Aileron"/>
                <a:cs typeface="Aileron"/>
                <a:sym typeface="Aileron"/>
              </a:rPr>
              <a:t>amet</a:t>
            </a:r>
            <a:r>
              <a:rPr lang="en-US" sz="1800" spc="26" dirty="0">
                <a:solidFill>
                  <a:srgbClr val="191919"/>
                </a:solidFill>
                <a:latin typeface="Outfit" panose="020B0604020202020204" charset="0"/>
                <a:ea typeface="Aileron"/>
                <a:cs typeface="Aileron"/>
                <a:sym typeface="Aileron"/>
              </a:rPr>
              <a:t>.</a:t>
            </a:r>
          </a:p>
        </p:txBody>
      </p:sp>
      <p:sp>
        <p:nvSpPr>
          <p:cNvPr id="49" name="TextBox 49"/>
          <p:cNvSpPr txBox="1"/>
          <p:nvPr/>
        </p:nvSpPr>
        <p:spPr>
          <a:xfrm>
            <a:off x="1497096" y="3620278"/>
            <a:ext cx="2042322" cy="388620"/>
          </a:xfrm>
          <a:prstGeom prst="rect">
            <a:avLst/>
          </a:prstGeom>
        </p:spPr>
        <p:txBody>
          <a:bodyPr lIns="0" tIns="0" rIns="0" bIns="0" rtlCol="0" anchor="t">
            <a:spAutoFit/>
          </a:bodyPr>
          <a:lstStyle/>
          <a:p>
            <a:pPr algn="ctr">
              <a:lnSpc>
                <a:spcPts val="3120"/>
              </a:lnSpc>
            </a:pPr>
            <a:r>
              <a:rPr lang="en-US" sz="2400" b="1" dirty="0">
                <a:solidFill>
                  <a:srgbClr val="191919"/>
                </a:solidFill>
                <a:latin typeface="Outfit" panose="020B0604020202020204" charset="0"/>
                <a:ea typeface="Aileron Bold"/>
                <a:cs typeface="Aileron Bold"/>
                <a:sym typeface="Aileron Bold"/>
              </a:rPr>
              <a:t>1980</a:t>
            </a:r>
          </a:p>
        </p:txBody>
      </p:sp>
      <p:sp>
        <p:nvSpPr>
          <p:cNvPr id="50" name="TextBox 50"/>
          <p:cNvSpPr txBox="1"/>
          <p:nvPr/>
        </p:nvSpPr>
        <p:spPr>
          <a:xfrm>
            <a:off x="4133780" y="6230987"/>
            <a:ext cx="2069549" cy="674370"/>
          </a:xfrm>
          <a:prstGeom prst="rect">
            <a:avLst/>
          </a:prstGeom>
        </p:spPr>
        <p:txBody>
          <a:bodyPr lIns="0" tIns="0" rIns="0" bIns="0" rtlCol="0" anchor="t">
            <a:spAutoFit/>
          </a:bodyPr>
          <a:lstStyle/>
          <a:p>
            <a:pPr algn="ctr">
              <a:lnSpc>
                <a:spcPts val="2700"/>
              </a:lnSpc>
            </a:pPr>
            <a:r>
              <a:rPr lang="en-US" sz="1800" spc="26" dirty="0">
                <a:solidFill>
                  <a:srgbClr val="191919"/>
                </a:solidFill>
                <a:latin typeface="Outfit" panose="020B0604020202020204" charset="0"/>
                <a:ea typeface="Aileron"/>
                <a:cs typeface="Aileron"/>
                <a:sym typeface="Aileron"/>
              </a:rPr>
              <a:t>Lorem ipsum dolor sit </a:t>
            </a:r>
            <a:r>
              <a:rPr lang="en-US" sz="1800" spc="26" dirty="0" err="1">
                <a:solidFill>
                  <a:srgbClr val="191919"/>
                </a:solidFill>
                <a:latin typeface="Outfit" panose="020B0604020202020204" charset="0"/>
                <a:ea typeface="Aileron"/>
                <a:cs typeface="Aileron"/>
                <a:sym typeface="Aileron"/>
              </a:rPr>
              <a:t>amet</a:t>
            </a:r>
            <a:r>
              <a:rPr lang="en-US" sz="1800" spc="26" dirty="0">
                <a:solidFill>
                  <a:srgbClr val="191919"/>
                </a:solidFill>
                <a:latin typeface="Outfit" panose="020B0604020202020204" charset="0"/>
                <a:ea typeface="Aileron"/>
                <a:cs typeface="Aileron"/>
                <a:sym typeface="Aileron"/>
              </a:rPr>
              <a:t>.</a:t>
            </a:r>
          </a:p>
        </p:txBody>
      </p:sp>
      <p:sp>
        <p:nvSpPr>
          <p:cNvPr id="51" name="TextBox 51"/>
          <p:cNvSpPr txBox="1"/>
          <p:nvPr/>
        </p:nvSpPr>
        <p:spPr>
          <a:xfrm>
            <a:off x="4147393" y="3620278"/>
            <a:ext cx="2042322" cy="388620"/>
          </a:xfrm>
          <a:prstGeom prst="rect">
            <a:avLst/>
          </a:prstGeom>
        </p:spPr>
        <p:txBody>
          <a:bodyPr lIns="0" tIns="0" rIns="0" bIns="0" rtlCol="0" anchor="t">
            <a:spAutoFit/>
          </a:bodyPr>
          <a:lstStyle/>
          <a:p>
            <a:pPr algn="ctr">
              <a:lnSpc>
                <a:spcPts val="3120"/>
              </a:lnSpc>
            </a:pPr>
            <a:r>
              <a:rPr lang="en-US" sz="2400" b="1">
                <a:solidFill>
                  <a:srgbClr val="191919"/>
                </a:solidFill>
                <a:latin typeface="Outfit" panose="020B0604020202020204" charset="0"/>
                <a:ea typeface="Aileron Bold"/>
                <a:cs typeface="Aileron Bold"/>
                <a:sym typeface="Aileron Bold"/>
              </a:rPr>
              <a:t>1981</a:t>
            </a:r>
          </a:p>
        </p:txBody>
      </p:sp>
      <p:sp>
        <p:nvSpPr>
          <p:cNvPr id="52" name="TextBox 52"/>
          <p:cNvSpPr txBox="1"/>
          <p:nvPr/>
        </p:nvSpPr>
        <p:spPr>
          <a:xfrm>
            <a:off x="6797690" y="6230098"/>
            <a:ext cx="2042322" cy="674370"/>
          </a:xfrm>
          <a:prstGeom prst="rect">
            <a:avLst/>
          </a:prstGeom>
        </p:spPr>
        <p:txBody>
          <a:bodyPr lIns="0" tIns="0" rIns="0" bIns="0" rtlCol="0" anchor="t">
            <a:spAutoFit/>
          </a:bodyPr>
          <a:lstStyle/>
          <a:p>
            <a:pPr algn="ctr">
              <a:lnSpc>
                <a:spcPts val="2700"/>
              </a:lnSpc>
            </a:pPr>
            <a:r>
              <a:rPr lang="en-US" sz="1800" spc="26" dirty="0">
                <a:solidFill>
                  <a:srgbClr val="191919"/>
                </a:solidFill>
                <a:latin typeface="Outfit" panose="020B0604020202020204" charset="0"/>
                <a:ea typeface="Aileron"/>
                <a:cs typeface="Aileron"/>
                <a:sym typeface="Aileron"/>
              </a:rPr>
              <a:t>Lorem ipsum dolor sit </a:t>
            </a:r>
            <a:r>
              <a:rPr lang="en-US" sz="1800" spc="26" dirty="0" err="1">
                <a:solidFill>
                  <a:srgbClr val="191919"/>
                </a:solidFill>
                <a:latin typeface="Outfit" panose="020B0604020202020204" charset="0"/>
                <a:ea typeface="Aileron"/>
                <a:cs typeface="Aileron"/>
                <a:sym typeface="Aileron"/>
              </a:rPr>
              <a:t>amet</a:t>
            </a:r>
            <a:r>
              <a:rPr lang="en-US" sz="1800" spc="26" dirty="0">
                <a:solidFill>
                  <a:srgbClr val="191919"/>
                </a:solidFill>
                <a:latin typeface="Outfit" panose="020B0604020202020204" charset="0"/>
                <a:ea typeface="Aileron"/>
                <a:cs typeface="Aileron"/>
                <a:sym typeface="Aileron"/>
              </a:rPr>
              <a:t>.</a:t>
            </a:r>
          </a:p>
        </p:txBody>
      </p:sp>
      <p:sp>
        <p:nvSpPr>
          <p:cNvPr id="53" name="TextBox 53"/>
          <p:cNvSpPr txBox="1"/>
          <p:nvPr/>
        </p:nvSpPr>
        <p:spPr>
          <a:xfrm>
            <a:off x="6797690" y="3620278"/>
            <a:ext cx="2042322" cy="388620"/>
          </a:xfrm>
          <a:prstGeom prst="rect">
            <a:avLst/>
          </a:prstGeom>
        </p:spPr>
        <p:txBody>
          <a:bodyPr lIns="0" tIns="0" rIns="0" bIns="0" rtlCol="0" anchor="t">
            <a:spAutoFit/>
          </a:bodyPr>
          <a:lstStyle/>
          <a:p>
            <a:pPr algn="ctr">
              <a:lnSpc>
                <a:spcPts val="3120"/>
              </a:lnSpc>
            </a:pPr>
            <a:r>
              <a:rPr lang="en-US" sz="2400" b="1">
                <a:solidFill>
                  <a:srgbClr val="191919"/>
                </a:solidFill>
                <a:latin typeface="Outfit" panose="020B0604020202020204" charset="0"/>
                <a:ea typeface="Aileron Bold"/>
                <a:cs typeface="Aileron Bold"/>
                <a:sym typeface="Aileron Bold"/>
              </a:rPr>
              <a:t>2011</a:t>
            </a:r>
          </a:p>
        </p:txBody>
      </p:sp>
      <p:sp>
        <p:nvSpPr>
          <p:cNvPr id="54" name="TextBox 54"/>
          <p:cNvSpPr txBox="1"/>
          <p:nvPr/>
        </p:nvSpPr>
        <p:spPr>
          <a:xfrm>
            <a:off x="9465677" y="6230987"/>
            <a:ext cx="2042322" cy="674370"/>
          </a:xfrm>
          <a:prstGeom prst="rect">
            <a:avLst/>
          </a:prstGeom>
        </p:spPr>
        <p:txBody>
          <a:bodyPr lIns="0" tIns="0" rIns="0" bIns="0" rtlCol="0" anchor="t">
            <a:spAutoFit/>
          </a:bodyPr>
          <a:lstStyle/>
          <a:p>
            <a:pPr algn="ctr">
              <a:lnSpc>
                <a:spcPts val="2700"/>
              </a:lnSpc>
            </a:pPr>
            <a:r>
              <a:rPr lang="en-US" sz="1800" spc="26" dirty="0">
                <a:solidFill>
                  <a:srgbClr val="191919"/>
                </a:solidFill>
                <a:latin typeface="Outfit" panose="020B0604020202020204" charset="0"/>
                <a:ea typeface="Aileron"/>
                <a:cs typeface="Aileron"/>
                <a:sym typeface="Aileron"/>
              </a:rPr>
              <a:t>Lorem ipsum dolor sit </a:t>
            </a:r>
            <a:r>
              <a:rPr lang="en-US" sz="1800" spc="26" dirty="0" err="1">
                <a:solidFill>
                  <a:srgbClr val="191919"/>
                </a:solidFill>
                <a:latin typeface="Outfit" panose="020B0604020202020204" charset="0"/>
                <a:ea typeface="Aileron"/>
                <a:cs typeface="Aileron"/>
                <a:sym typeface="Aileron"/>
              </a:rPr>
              <a:t>amet</a:t>
            </a:r>
            <a:r>
              <a:rPr lang="en-US" sz="1800" spc="26" dirty="0">
                <a:solidFill>
                  <a:srgbClr val="191919"/>
                </a:solidFill>
                <a:latin typeface="Outfit" panose="020B0604020202020204" charset="0"/>
                <a:ea typeface="Aileron"/>
                <a:cs typeface="Aileron"/>
                <a:sym typeface="Aileron"/>
              </a:rPr>
              <a:t>.</a:t>
            </a:r>
          </a:p>
        </p:txBody>
      </p:sp>
      <p:sp>
        <p:nvSpPr>
          <p:cNvPr id="55" name="TextBox 55"/>
          <p:cNvSpPr txBox="1"/>
          <p:nvPr/>
        </p:nvSpPr>
        <p:spPr>
          <a:xfrm>
            <a:off x="9447987" y="3620278"/>
            <a:ext cx="2042322" cy="388620"/>
          </a:xfrm>
          <a:prstGeom prst="rect">
            <a:avLst/>
          </a:prstGeom>
        </p:spPr>
        <p:txBody>
          <a:bodyPr lIns="0" tIns="0" rIns="0" bIns="0" rtlCol="0" anchor="t">
            <a:spAutoFit/>
          </a:bodyPr>
          <a:lstStyle/>
          <a:p>
            <a:pPr algn="ctr">
              <a:lnSpc>
                <a:spcPts val="3120"/>
              </a:lnSpc>
            </a:pPr>
            <a:r>
              <a:rPr lang="en-US" sz="2400" b="1">
                <a:solidFill>
                  <a:srgbClr val="191919"/>
                </a:solidFill>
                <a:latin typeface="Outfit" panose="020B0604020202020204" charset="0"/>
                <a:ea typeface="Aileron Bold"/>
                <a:cs typeface="Aileron Bold"/>
                <a:sym typeface="Aileron Bold"/>
              </a:rPr>
              <a:t>2015</a:t>
            </a:r>
          </a:p>
        </p:txBody>
      </p:sp>
      <p:sp>
        <p:nvSpPr>
          <p:cNvPr id="56" name="TextBox 56"/>
          <p:cNvSpPr txBox="1"/>
          <p:nvPr/>
        </p:nvSpPr>
        <p:spPr>
          <a:xfrm>
            <a:off x="12024947" y="6230098"/>
            <a:ext cx="2091214" cy="674370"/>
          </a:xfrm>
          <a:prstGeom prst="rect">
            <a:avLst/>
          </a:prstGeom>
        </p:spPr>
        <p:txBody>
          <a:bodyPr lIns="0" tIns="0" rIns="0" bIns="0" rtlCol="0" anchor="t">
            <a:spAutoFit/>
          </a:bodyPr>
          <a:lstStyle/>
          <a:p>
            <a:pPr algn="ctr">
              <a:lnSpc>
                <a:spcPts val="2700"/>
              </a:lnSpc>
            </a:pPr>
            <a:r>
              <a:rPr lang="en-US" sz="1800" spc="26" dirty="0">
                <a:solidFill>
                  <a:srgbClr val="191919"/>
                </a:solidFill>
                <a:latin typeface="Outfit" panose="020B0604020202020204" charset="0"/>
                <a:ea typeface="Aileron"/>
                <a:cs typeface="Aileron"/>
                <a:sym typeface="Aileron"/>
              </a:rPr>
              <a:t>Lorem ipsum dolor sit </a:t>
            </a:r>
            <a:r>
              <a:rPr lang="en-US" sz="1800" spc="26" dirty="0" err="1">
                <a:solidFill>
                  <a:srgbClr val="191919"/>
                </a:solidFill>
                <a:latin typeface="Outfit" panose="020B0604020202020204" charset="0"/>
                <a:ea typeface="Aileron"/>
                <a:cs typeface="Aileron"/>
                <a:sym typeface="Aileron"/>
              </a:rPr>
              <a:t>amet</a:t>
            </a:r>
            <a:r>
              <a:rPr lang="en-US" sz="1800" spc="26" dirty="0">
                <a:solidFill>
                  <a:srgbClr val="191919"/>
                </a:solidFill>
                <a:latin typeface="Outfit" panose="020B0604020202020204" charset="0"/>
                <a:ea typeface="Aileron"/>
                <a:cs typeface="Aileron"/>
                <a:sym typeface="Aileron"/>
              </a:rPr>
              <a:t>.</a:t>
            </a:r>
          </a:p>
        </p:txBody>
      </p:sp>
      <p:sp>
        <p:nvSpPr>
          <p:cNvPr id="57" name="TextBox 57"/>
          <p:cNvSpPr txBox="1"/>
          <p:nvPr/>
        </p:nvSpPr>
        <p:spPr>
          <a:xfrm>
            <a:off x="12049393" y="3620278"/>
            <a:ext cx="2042322" cy="388620"/>
          </a:xfrm>
          <a:prstGeom prst="rect">
            <a:avLst/>
          </a:prstGeom>
        </p:spPr>
        <p:txBody>
          <a:bodyPr lIns="0" tIns="0" rIns="0" bIns="0" rtlCol="0" anchor="t">
            <a:spAutoFit/>
          </a:bodyPr>
          <a:lstStyle/>
          <a:p>
            <a:pPr algn="ctr">
              <a:lnSpc>
                <a:spcPts val="3120"/>
              </a:lnSpc>
            </a:pPr>
            <a:r>
              <a:rPr lang="en-US" sz="2400" b="1">
                <a:solidFill>
                  <a:srgbClr val="191919"/>
                </a:solidFill>
                <a:latin typeface="Outfit" panose="020B0604020202020204" charset="0"/>
                <a:ea typeface="Aileron Bold"/>
                <a:cs typeface="Aileron Bold"/>
                <a:sym typeface="Aileron Bold"/>
              </a:rPr>
              <a:t>2016</a:t>
            </a:r>
          </a:p>
        </p:txBody>
      </p:sp>
      <p:sp>
        <p:nvSpPr>
          <p:cNvPr id="58" name="TextBox 58"/>
          <p:cNvSpPr txBox="1"/>
          <p:nvPr/>
        </p:nvSpPr>
        <p:spPr>
          <a:xfrm>
            <a:off x="14748582" y="6230987"/>
            <a:ext cx="2042322" cy="674370"/>
          </a:xfrm>
          <a:prstGeom prst="rect">
            <a:avLst/>
          </a:prstGeom>
        </p:spPr>
        <p:txBody>
          <a:bodyPr lIns="0" tIns="0" rIns="0" bIns="0" rtlCol="0" anchor="t">
            <a:spAutoFit/>
          </a:bodyPr>
          <a:lstStyle/>
          <a:p>
            <a:pPr algn="ctr">
              <a:lnSpc>
                <a:spcPts val="2700"/>
              </a:lnSpc>
            </a:pPr>
            <a:r>
              <a:rPr lang="en-US" sz="1800" spc="26" dirty="0">
                <a:solidFill>
                  <a:srgbClr val="191919"/>
                </a:solidFill>
                <a:latin typeface="Outfit" panose="020B0604020202020204" charset="0"/>
                <a:ea typeface="Aileron"/>
                <a:cs typeface="Aileron"/>
                <a:sym typeface="Aileron"/>
              </a:rPr>
              <a:t>Lorem ipsum dolor sit </a:t>
            </a:r>
            <a:r>
              <a:rPr lang="en-US" sz="1800" spc="26" dirty="0" err="1">
                <a:solidFill>
                  <a:srgbClr val="191919"/>
                </a:solidFill>
                <a:latin typeface="Outfit" panose="020B0604020202020204" charset="0"/>
                <a:ea typeface="Aileron"/>
                <a:cs typeface="Aileron"/>
                <a:sym typeface="Aileron"/>
              </a:rPr>
              <a:t>amet</a:t>
            </a:r>
            <a:r>
              <a:rPr lang="en-US" sz="1800" spc="26" dirty="0">
                <a:solidFill>
                  <a:srgbClr val="191919"/>
                </a:solidFill>
                <a:latin typeface="Outfit" panose="020B0604020202020204" charset="0"/>
                <a:ea typeface="Aileron"/>
                <a:cs typeface="Aileron"/>
                <a:sym typeface="Aileron"/>
              </a:rPr>
              <a:t>.</a:t>
            </a:r>
          </a:p>
        </p:txBody>
      </p:sp>
      <p:sp>
        <p:nvSpPr>
          <p:cNvPr id="59" name="TextBox 59"/>
          <p:cNvSpPr txBox="1"/>
          <p:nvPr/>
        </p:nvSpPr>
        <p:spPr>
          <a:xfrm>
            <a:off x="14748582" y="3621167"/>
            <a:ext cx="2042322" cy="388620"/>
          </a:xfrm>
          <a:prstGeom prst="rect">
            <a:avLst/>
          </a:prstGeom>
        </p:spPr>
        <p:txBody>
          <a:bodyPr lIns="0" tIns="0" rIns="0" bIns="0" rtlCol="0" anchor="t">
            <a:spAutoFit/>
          </a:bodyPr>
          <a:lstStyle/>
          <a:p>
            <a:pPr algn="ctr">
              <a:lnSpc>
                <a:spcPts val="3120"/>
              </a:lnSpc>
            </a:pPr>
            <a:r>
              <a:rPr lang="en-US" sz="2400" b="1" dirty="0">
                <a:solidFill>
                  <a:srgbClr val="191919"/>
                </a:solidFill>
                <a:latin typeface="Outfit" panose="020B0604020202020204" charset="0"/>
                <a:ea typeface="Aileron Bold"/>
                <a:cs typeface="Aileron Bold"/>
                <a:sym typeface="Aileron Bold"/>
              </a:rPr>
              <a:t>PRESENT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028700" y="1461010"/>
            <a:ext cx="5161015"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Timeline - Slide 2</a:t>
            </a:r>
          </a:p>
        </p:txBody>
      </p:sp>
      <p:sp>
        <p:nvSpPr>
          <p:cNvPr id="5" name="TextBox 5"/>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6" name="TextBox 6"/>
          <p:cNvSpPr txBox="1"/>
          <p:nvPr/>
        </p:nvSpPr>
        <p:spPr>
          <a:xfrm>
            <a:off x="1256705" y="9549448"/>
            <a:ext cx="737841"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7" name="Group 7"/>
          <p:cNvGrpSpPr>
            <a:grpSpLocks noChangeAspect="1"/>
          </p:cNvGrpSpPr>
          <p:nvPr/>
        </p:nvGrpSpPr>
        <p:grpSpPr>
          <a:xfrm>
            <a:off x="16331765" y="473688"/>
            <a:ext cx="927535" cy="555012"/>
            <a:chOff x="0" y="0"/>
            <a:chExt cx="1855064" cy="1110031"/>
          </a:xfrm>
        </p:grpSpPr>
        <p:sp>
          <p:nvSpPr>
            <p:cNvPr id="8" name="Freeform 8"/>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9" name="Freeform 9"/>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10" name="Freeform 10"/>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11" name="TextBox 11"/>
          <p:cNvSpPr txBox="1"/>
          <p:nvPr/>
        </p:nvSpPr>
        <p:spPr>
          <a:xfrm>
            <a:off x="1028700" y="426064"/>
            <a:ext cx="18669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graphicFrame>
        <p:nvGraphicFramePr>
          <p:cNvPr id="12" name="Table 12"/>
          <p:cNvGraphicFramePr>
            <a:graphicFrameLocks noGrp="1"/>
          </p:cNvGraphicFramePr>
          <p:nvPr>
            <p:extLst>
              <p:ext uri="{D42A27DB-BD31-4B8C-83A1-F6EECF244321}">
                <p14:modId xmlns:p14="http://schemas.microsoft.com/office/powerpoint/2010/main" val="2642571702"/>
              </p:ext>
            </p:extLst>
          </p:nvPr>
        </p:nvGraphicFramePr>
        <p:xfrm>
          <a:off x="906884" y="2838960"/>
          <a:ext cx="16464708" cy="5691827"/>
        </p:xfrm>
        <a:graphic>
          <a:graphicData uri="http://schemas.openxmlformats.org/drawingml/2006/table">
            <a:tbl>
              <a:tblPr/>
              <a:tblGrid>
                <a:gridCol w="2744118">
                  <a:extLst>
                    <a:ext uri="{9D8B030D-6E8A-4147-A177-3AD203B41FA5}">
                      <a16:colId xmlns:a16="http://schemas.microsoft.com/office/drawing/2014/main" val="20000"/>
                    </a:ext>
                  </a:extLst>
                </a:gridCol>
                <a:gridCol w="2744118">
                  <a:extLst>
                    <a:ext uri="{9D8B030D-6E8A-4147-A177-3AD203B41FA5}">
                      <a16:colId xmlns:a16="http://schemas.microsoft.com/office/drawing/2014/main" val="20001"/>
                    </a:ext>
                  </a:extLst>
                </a:gridCol>
                <a:gridCol w="2748889">
                  <a:extLst>
                    <a:ext uri="{9D8B030D-6E8A-4147-A177-3AD203B41FA5}">
                      <a16:colId xmlns:a16="http://schemas.microsoft.com/office/drawing/2014/main" val="20002"/>
                    </a:ext>
                  </a:extLst>
                </a:gridCol>
                <a:gridCol w="2739347">
                  <a:extLst>
                    <a:ext uri="{9D8B030D-6E8A-4147-A177-3AD203B41FA5}">
                      <a16:colId xmlns:a16="http://schemas.microsoft.com/office/drawing/2014/main" val="20003"/>
                    </a:ext>
                  </a:extLst>
                </a:gridCol>
                <a:gridCol w="2744118">
                  <a:extLst>
                    <a:ext uri="{9D8B030D-6E8A-4147-A177-3AD203B41FA5}">
                      <a16:colId xmlns:a16="http://schemas.microsoft.com/office/drawing/2014/main" val="20004"/>
                    </a:ext>
                  </a:extLst>
                </a:gridCol>
                <a:gridCol w="2744118">
                  <a:extLst>
                    <a:ext uri="{9D8B030D-6E8A-4147-A177-3AD203B41FA5}">
                      <a16:colId xmlns:a16="http://schemas.microsoft.com/office/drawing/2014/main" val="20005"/>
                    </a:ext>
                  </a:extLst>
                </a:gridCol>
              </a:tblGrid>
              <a:tr h="1019175">
                <a:tc>
                  <a:txBody>
                    <a:bodyPr/>
                    <a:lstStyle/>
                    <a:p>
                      <a:pPr algn="l">
                        <a:lnSpc>
                          <a:spcPts val="3120"/>
                        </a:lnSpc>
                        <a:defRPr/>
                      </a:pPr>
                      <a:r>
                        <a:rPr lang="en-US" sz="2400" b="1">
                          <a:solidFill>
                            <a:srgbClr val="191919"/>
                          </a:solidFill>
                          <a:latin typeface="Outfit" panose="020B0604020202020204" charset="0"/>
                          <a:ea typeface="Aileron Bold"/>
                          <a:cs typeface="Aileron Bold"/>
                          <a:sym typeface="Aileron Bold"/>
                        </a:rPr>
                        <a:t>1980</a:t>
                      </a:r>
                      <a:endParaRPr lang="en-US" sz="1100">
                        <a:latin typeface="Outfit" panose="020B0604020202020204" charset="0"/>
                      </a:endParaRPr>
                    </a:p>
                  </a:txBody>
                  <a:tcPr marL="190500" marR="190500" marT="190500" marB="190500" anchor="ctr">
                    <a:lnL w="57150" cap="flat" cmpd="sng" algn="ctr">
                      <a:solidFill>
                        <a:srgbClr val="EDF0F2"/>
                      </a:solidFill>
                      <a:prstDash val="solid"/>
                      <a:round/>
                      <a:headEnd type="none" w="med" len="med"/>
                      <a:tailEnd type="none" w="med" len="med"/>
                    </a:lnL>
                    <a:lnR w="47625" cap="flat" cmpd="sng" algn="ctr">
                      <a:solidFill>
                        <a:srgbClr val="EDF0F2"/>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3120"/>
                        </a:lnSpc>
                        <a:defRPr/>
                      </a:pPr>
                      <a:r>
                        <a:rPr lang="en-US" sz="2400" b="1">
                          <a:solidFill>
                            <a:srgbClr val="191919"/>
                          </a:solidFill>
                          <a:latin typeface="Outfit" panose="020B0604020202020204" charset="0"/>
                          <a:ea typeface="Aileron Bold"/>
                          <a:cs typeface="Aileron Bold"/>
                          <a:sym typeface="Aileron Bold"/>
                        </a:rPr>
                        <a:t>1981</a:t>
                      </a:r>
                      <a:endParaRPr lang="en-US" sz="1100">
                        <a:latin typeface="Outfit" panose="020B0604020202020204" charset="0"/>
                      </a:endParaRPr>
                    </a:p>
                  </a:txBody>
                  <a:tcPr marL="190500" marR="190500" marT="190500" marB="190500" anchor="ctr">
                    <a:lnL w="47625" cap="flat" cmpd="sng" algn="ctr">
                      <a:solidFill>
                        <a:srgbClr val="EDF0F2"/>
                      </a:solidFill>
                      <a:prstDash val="solid"/>
                      <a:round/>
                      <a:headEnd type="none" w="med" len="med"/>
                      <a:tailEnd type="none" w="med" len="med"/>
                    </a:lnL>
                    <a:lnR w="47625" cap="flat" cmpd="sng" algn="ctr">
                      <a:solidFill>
                        <a:srgbClr val="EDF0F2"/>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3120"/>
                        </a:lnSpc>
                        <a:defRPr/>
                      </a:pPr>
                      <a:r>
                        <a:rPr lang="en-US" sz="2400" b="1">
                          <a:solidFill>
                            <a:srgbClr val="191919"/>
                          </a:solidFill>
                          <a:latin typeface="Outfit" panose="020B0604020202020204" charset="0"/>
                          <a:ea typeface="Aileron Bold"/>
                          <a:cs typeface="Aileron Bold"/>
                          <a:sym typeface="Aileron Bold"/>
                        </a:rPr>
                        <a:t>2011</a:t>
                      </a:r>
                      <a:endParaRPr lang="en-US" sz="1100">
                        <a:latin typeface="Outfit" panose="020B0604020202020204" charset="0"/>
                      </a:endParaRPr>
                    </a:p>
                  </a:txBody>
                  <a:tcPr marL="190500" marR="190500" marT="190500" marB="190500" anchor="ctr">
                    <a:lnL w="47625" cap="flat" cmpd="sng" algn="ctr">
                      <a:solidFill>
                        <a:srgbClr val="EDF0F2"/>
                      </a:solidFill>
                      <a:prstDash val="solid"/>
                      <a:round/>
                      <a:headEnd type="none" w="med" len="med"/>
                      <a:tailEnd type="none" w="med" len="med"/>
                    </a:lnL>
                    <a:lnR w="47625" cap="flat" cmpd="sng" algn="ctr">
                      <a:solidFill>
                        <a:srgbClr val="EDF0F2"/>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3120"/>
                        </a:lnSpc>
                        <a:defRPr/>
                      </a:pPr>
                      <a:r>
                        <a:rPr lang="en-US" sz="2400" b="1">
                          <a:solidFill>
                            <a:srgbClr val="191919"/>
                          </a:solidFill>
                          <a:latin typeface="Outfit" panose="020B0604020202020204" charset="0"/>
                          <a:ea typeface="Aileron Bold"/>
                          <a:cs typeface="Aileron Bold"/>
                          <a:sym typeface="Aileron Bold"/>
                        </a:rPr>
                        <a:t>2015</a:t>
                      </a:r>
                      <a:endParaRPr lang="en-US" sz="1100">
                        <a:latin typeface="Outfit" panose="020B0604020202020204" charset="0"/>
                      </a:endParaRPr>
                    </a:p>
                  </a:txBody>
                  <a:tcPr marL="190500" marR="190500" marT="190500" marB="190500" anchor="ctr">
                    <a:lnL w="47625" cap="flat" cmpd="sng" algn="ctr">
                      <a:solidFill>
                        <a:srgbClr val="EDF0F2"/>
                      </a:solidFill>
                      <a:prstDash val="solid"/>
                      <a:round/>
                      <a:headEnd type="none" w="med" len="med"/>
                      <a:tailEnd type="none" w="med" len="med"/>
                    </a:lnL>
                    <a:lnR w="47625" cap="flat" cmpd="sng" algn="ctr">
                      <a:solidFill>
                        <a:srgbClr val="EDF0F2"/>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3120"/>
                        </a:lnSpc>
                        <a:defRPr/>
                      </a:pPr>
                      <a:r>
                        <a:rPr lang="en-US" sz="2400" b="1">
                          <a:solidFill>
                            <a:srgbClr val="191919"/>
                          </a:solidFill>
                          <a:latin typeface="Outfit" panose="020B0604020202020204" charset="0"/>
                          <a:ea typeface="Aileron Bold"/>
                          <a:cs typeface="Aileron Bold"/>
                          <a:sym typeface="Aileron Bold"/>
                        </a:rPr>
                        <a:t>2016</a:t>
                      </a:r>
                      <a:endParaRPr lang="en-US" sz="1100">
                        <a:latin typeface="Outfit" panose="020B0604020202020204" charset="0"/>
                      </a:endParaRPr>
                    </a:p>
                  </a:txBody>
                  <a:tcPr marL="190500" marR="190500" marT="190500" marB="190500" anchor="ctr">
                    <a:lnL w="47625" cap="flat" cmpd="sng" algn="ctr">
                      <a:solidFill>
                        <a:srgbClr val="EDF0F2"/>
                      </a:solidFill>
                      <a:prstDash val="solid"/>
                      <a:round/>
                      <a:headEnd type="none" w="med" len="med"/>
                      <a:tailEnd type="none" w="med" len="med"/>
                    </a:lnL>
                    <a:lnR w="47625" cap="flat" cmpd="sng" algn="ctr">
                      <a:solidFill>
                        <a:srgbClr val="EDF0F2"/>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3120"/>
                        </a:lnSpc>
                        <a:defRPr/>
                      </a:pPr>
                      <a:r>
                        <a:rPr lang="en-US" sz="2400" b="1" dirty="0">
                          <a:solidFill>
                            <a:srgbClr val="191919"/>
                          </a:solidFill>
                          <a:latin typeface="Outfit" panose="020B0604020202020204" charset="0"/>
                          <a:ea typeface="Aileron Bold"/>
                          <a:cs typeface="Aileron Bold"/>
                          <a:sym typeface="Aileron Bold"/>
                        </a:rPr>
                        <a:t>Present</a:t>
                      </a:r>
                      <a:endParaRPr lang="en-US" sz="1100" dirty="0">
                        <a:latin typeface="Outfit" panose="020B0604020202020204" charset="0"/>
                      </a:endParaRPr>
                    </a:p>
                  </a:txBody>
                  <a:tcPr marL="190500" marR="190500" marT="190500" marB="190500" anchor="ctr">
                    <a:lnL w="47625" cap="flat" cmpd="sng" algn="ctr">
                      <a:solidFill>
                        <a:srgbClr val="EDF0F2"/>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72652">
                <a:tc>
                  <a:txBody>
                    <a:bodyPr/>
                    <a:lstStyle/>
                    <a:p>
                      <a:pPr algn="l">
                        <a:lnSpc>
                          <a:spcPts val="2700"/>
                        </a:lnSpc>
                        <a:defRPr/>
                      </a:pPr>
                      <a:r>
                        <a:rPr lang="en-US" sz="1800" spc="26" dirty="0">
                          <a:solidFill>
                            <a:srgbClr val="191919"/>
                          </a:solidFill>
                          <a:latin typeface="Outfit" panose="020B0604020202020204" charset="0"/>
                          <a:ea typeface="Aileron"/>
                          <a:cs typeface="Aileron"/>
                          <a:sym typeface="Aileron"/>
                        </a:rPr>
                        <a:t>Lorem ipsum dolor sit </a:t>
                      </a:r>
                      <a:r>
                        <a:rPr lang="en-US" sz="1800" spc="26" dirty="0" err="1">
                          <a:solidFill>
                            <a:srgbClr val="191919"/>
                          </a:solidFill>
                          <a:latin typeface="Outfit" panose="020B0604020202020204" charset="0"/>
                          <a:ea typeface="Aileron"/>
                          <a:cs typeface="Aileron"/>
                          <a:sym typeface="Aileron"/>
                        </a:rPr>
                        <a:t>amet</a:t>
                      </a:r>
                      <a:r>
                        <a:rPr lang="en-US" sz="1800" spc="26" dirty="0">
                          <a:solidFill>
                            <a:srgbClr val="191919"/>
                          </a:solidFill>
                          <a:latin typeface="Outfit" panose="020B0604020202020204" charset="0"/>
                          <a:ea typeface="Aileron"/>
                          <a:cs typeface="Aileron"/>
                          <a:sym typeface="Aileron"/>
                        </a:rPr>
                        <a:t>.</a:t>
                      </a:r>
                      <a:endParaRPr lang="en-US" sz="1100" dirty="0">
                        <a:latin typeface="Outfit" panose="020B0604020202020204" charset="0"/>
                      </a:endParaRPr>
                    </a:p>
                  </a:txBody>
                  <a:tcPr marL="190500" marR="190500" marT="190500" marB="190500">
                    <a:lnL w="57150" cap="flat" cmpd="sng" algn="ctr">
                      <a:solidFill>
                        <a:srgbClr val="EDF0F2"/>
                      </a:solidFill>
                      <a:prstDash val="solid"/>
                      <a:round/>
                      <a:headEnd type="none" w="med" len="med"/>
                      <a:tailEnd type="none" w="med" len="med"/>
                    </a:lnL>
                    <a:lnR w="47625" cap="flat" cmpd="sng" algn="ctr">
                      <a:solidFill>
                        <a:srgbClr val="EDF0F2"/>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700"/>
                        </a:lnSpc>
                        <a:defRPr/>
                      </a:pPr>
                      <a:r>
                        <a:rPr lang="en-US" sz="1800" spc="26">
                          <a:solidFill>
                            <a:srgbClr val="191919"/>
                          </a:solidFill>
                          <a:latin typeface="Outfit" panose="020B0604020202020204" charset="0"/>
                          <a:ea typeface="Aileron"/>
                          <a:cs typeface="Aileron"/>
                          <a:sym typeface="Aileron"/>
                        </a:rPr>
                        <a:t>Lorem ipsum dolor sit amet.</a:t>
                      </a:r>
                      <a:endParaRPr lang="en-US" sz="1100">
                        <a:latin typeface="Outfit" panose="020B0604020202020204" charset="0"/>
                      </a:endParaRPr>
                    </a:p>
                  </a:txBody>
                  <a:tcPr marL="190500" marR="190500" marT="190500" marB="190500">
                    <a:lnL w="47625" cap="flat" cmpd="sng" algn="ctr">
                      <a:solidFill>
                        <a:srgbClr val="EDF0F2"/>
                      </a:solidFill>
                      <a:prstDash val="solid"/>
                      <a:round/>
                      <a:headEnd type="none" w="med" len="med"/>
                      <a:tailEnd type="none" w="med" len="med"/>
                    </a:lnL>
                    <a:lnR w="47625" cap="flat" cmpd="sng" algn="ctr">
                      <a:solidFill>
                        <a:srgbClr val="EDF0F2"/>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700"/>
                        </a:lnSpc>
                        <a:defRPr/>
                      </a:pPr>
                      <a:r>
                        <a:rPr lang="en-US" sz="1800" spc="26">
                          <a:solidFill>
                            <a:srgbClr val="191919"/>
                          </a:solidFill>
                          <a:latin typeface="Outfit" panose="020B0604020202020204" charset="0"/>
                          <a:ea typeface="Aileron"/>
                          <a:cs typeface="Aileron"/>
                          <a:sym typeface="Aileron"/>
                        </a:rPr>
                        <a:t>Lorem ipsum dolor sit amet.</a:t>
                      </a:r>
                      <a:endParaRPr lang="en-US" sz="1100">
                        <a:latin typeface="Outfit" panose="020B0604020202020204" charset="0"/>
                      </a:endParaRPr>
                    </a:p>
                  </a:txBody>
                  <a:tcPr marL="190500" marR="190500" marT="190500" marB="190500">
                    <a:lnL w="47625" cap="flat" cmpd="sng" algn="ctr">
                      <a:solidFill>
                        <a:srgbClr val="EDF0F2"/>
                      </a:solidFill>
                      <a:prstDash val="solid"/>
                      <a:round/>
                      <a:headEnd type="none" w="med" len="med"/>
                      <a:tailEnd type="none" w="med" len="med"/>
                    </a:lnL>
                    <a:lnR w="47625" cap="flat" cmpd="sng" algn="ctr">
                      <a:solidFill>
                        <a:srgbClr val="EDF0F2"/>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700"/>
                        </a:lnSpc>
                        <a:defRPr/>
                      </a:pPr>
                      <a:r>
                        <a:rPr lang="en-US" sz="1800" spc="26">
                          <a:solidFill>
                            <a:srgbClr val="191919"/>
                          </a:solidFill>
                          <a:latin typeface="Outfit" panose="020B0604020202020204" charset="0"/>
                          <a:ea typeface="Aileron"/>
                          <a:cs typeface="Aileron"/>
                          <a:sym typeface="Aileron"/>
                        </a:rPr>
                        <a:t>Lorem ipsum dolor sit amet.</a:t>
                      </a:r>
                      <a:endParaRPr lang="en-US" sz="1100">
                        <a:latin typeface="Outfit" panose="020B0604020202020204" charset="0"/>
                      </a:endParaRPr>
                    </a:p>
                  </a:txBody>
                  <a:tcPr marL="190500" marR="190500" marT="190500" marB="190500">
                    <a:lnL w="47625" cap="flat" cmpd="sng" algn="ctr">
                      <a:solidFill>
                        <a:srgbClr val="EDF0F2"/>
                      </a:solidFill>
                      <a:prstDash val="solid"/>
                      <a:round/>
                      <a:headEnd type="none" w="med" len="med"/>
                      <a:tailEnd type="none" w="med" len="med"/>
                    </a:lnL>
                    <a:lnR w="47625" cap="flat" cmpd="sng" algn="ctr">
                      <a:solidFill>
                        <a:srgbClr val="EDF0F2"/>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700"/>
                        </a:lnSpc>
                        <a:defRPr/>
                      </a:pPr>
                      <a:r>
                        <a:rPr lang="en-US" sz="1800" spc="26">
                          <a:solidFill>
                            <a:srgbClr val="191919"/>
                          </a:solidFill>
                          <a:latin typeface="Outfit" panose="020B0604020202020204" charset="0"/>
                          <a:ea typeface="Aileron"/>
                          <a:cs typeface="Aileron"/>
                          <a:sym typeface="Aileron"/>
                        </a:rPr>
                        <a:t>Lorem ipsum dolor sit amet.</a:t>
                      </a:r>
                      <a:endParaRPr lang="en-US" sz="1100">
                        <a:latin typeface="Outfit" panose="020B0604020202020204" charset="0"/>
                      </a:endParaRPr>
                    </a:p>
                  </a:txBody>
                  <a:tcPr marL="190500" marR="190500" marT="190500" marB="190500">
                    <a:lnL w="47625" cap="flat" cmpd="sng" algn="ctr">
                      <a:solidFill>
                        <a:srgbClr val="EDF0F2"/>
                      </a:solidFill>
                      <a:prstDash val="solid"/>
                      <a:round/>
                      <a:headEnd type="none" w="med" len="med"/>
                      <a:tailEnd type="none" w="med" len="med"/>
                    </a:lnL>
                    <a:lnR w="47625" cap="flat" cmpd="sng" algn="ctr">
                      <a:solidFill>
                        <a:srgbClr val="EDF0F2"/>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700"/>
                        </a:lnSpc>
                        <a:defRPr/>
                      </a:pPr>
                      <a:r>
                        <a:rPr lang="en-US" sz="1800" spc="26" dirty="0">
                          <a:solidFill>
                            <a:srgbClr val="191919"/>
                          </a:solidFill>
                          <a:latin typeface="Outfit" panose="020B0604020202020204" charset="0"/>
                          <a:ea typeface="Aileron"/>
                          <a:cs typeface="Aileron"/>
                          <a:sym typeface="Aileron"/>
                        </a:rPr>
                        <a:t>Lorem ipsum dolor sit </a:t>
                      </a:r>
                      <a:r>
                        <a:rPr lang="en-US" sz="1800" spc="26" dirty="0" err="1">
                          <a:solidFill>
                            <a:srgbClr val="191919"/>
                          </a:solidFill>
                          <a:latin typeface="Outfit" panose="020B0604020202020204" charset="0"/>
                          <a:ea typeface="Aileron"/>
                          <a:cs typeface="Aileron"/>
                          <a:sym typeface="Aileron"/>
                        </a:rPr>
                        <a:t>amet</a:t>
                      </a:r>
                      <a:r>
                        <a:rPr lang="en-US" sz="1800" spc="26" dirty="0">
                          <a:solidFill>
                            <a:srgbClr val="191919"/>
                          </a:solidFill>
                          <a:latin typeface="Outfit" panose="020B0604020202020204" charset="0"/>
                          <a:ea typeface="Aileron"/>
                          <a:cs typeface="Aileron"/>
                          <a:sym typeface="Aileron"/>
                        </a:rPr>
                        <a:t>.</a:t>
                      </a:r>
                      <a:endParaRPr lang="en-US" sz="1100" dirty="0">
                        <a:latin typeface="Outfit" panose="020B0604020202020204" charset="0"/>
                      </a:endParaRPr>
                    </a:p>
                  </a:txBody>
                  <a:tcPr marL="190500" marR="190500" marT="190500" marB="190500">
                    <a:lnL w="47625" cap="flat" cmpd="sng" algn="ctr">
                      <a:solidFill>
                        <a:srgbClr val="EDF0F2"/>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13" name="Group 13"/>
          <p:cNvGrpSpPr/>
          <p:nvPr/>
        </p:nvGrpSpPr>
        <p:grpSpPr>
          <a:xfrm>
            <a:off x="935459" y="7364870"/>
            <a:ext cx="16445657" cy="1165916"/>
            <a:chOff x="0" y="0"/>
            <a:chExt cx="4331367" cy="307073"/>
          </a:xfrm>
        </p:grpSpPr>
        <p:sp>
          <p:nvSpPr>
            <p:cNvPr id="14" name="Freeform 14"/>
            <p:cNvSpPr/>
            <p:nvPr/>
          </p:nvSpPr>
          <p:spPr>
            <a:xfrm>
              <a:off x="0" y="0"/>
              <a:ext cx="4331367" cy="307073"/>
            </a:xfrm>
            <a:custGeom>
              <a:avLst/>
              <a:gdLst/>
              <a:ahLst/>
              <a:cxnLst/>
              <a:rect l="l" t="t" r="r" b="b"/>
              <a:pathLst>
                <a:path w="4331367" h="307073">
                  <a:moveTo>
                    <a:pt x="7061" y="0"/>
                  </a:moveTo>
                  <a:lnTo>
                    <a:pt x="4324305" y="0"/>
                  </a:lnTo>
                  <a:cubicBezTo>
                    <a:pt x="4328205" y="0"/>
                    <a:pt x="4331367" y="3161"/>
                    <a:pt x="4331367" y="7061"/>
                  </a:cubicBezTo>
                  <a:lnTo>
                    <a:pt x="4331367" y="300011"/>
                  </a:lnTo>
                  <a:cubicBezTo>
                    <a:pt x="4331367" y="301884"/>
                    <a:pt x="4330622" y="303680"/>
                    <a:pt x="4329299" y="305004"/>
                  </a:cubicBezTo>
                  <a:cubicBezTo>
                    <a:pt x="4327974" y="306329"/>
                    <a:pt x="4326178" y="307073"/>
                    <a:pt x="4324305" y="307073"/>
                  </a:cubicBezTo>
                  <a:lnTo>
                    <a:pt x="7061" y="307073"/>
                  </a:lnTo>
                  <a:cubicBezTo>
                    <a:pt x="5189" y="307073"/>
                    <a:pt x="3392" y="306329"/>
                    <a:pt x="2068" y="305004"/>
                  </a:cubicBezTo>
                  <a:cubicBezTo>
                    <a:pt x="744" y="303680"/>
                    <a:pt x="0" y="301884"/>
                    <a:pt x="0" y="300011"/>
                  </a:cubicBezTo>
                  <a:lnTo>
                    <a:pt x="0" y="7061"/>
                  </a:lnTo>
                  <a:cubicBezTo>
                    <a:pt x="0" y="5189"/>
                    <a:pt x="744" y="3392"/>
                    <a:pt x="2068" y="2068"/>
                  </a:cubicBezTo>
                  <a:cubicBezTo>
                    <a:pt x="3392" y="744"/>
                    <a:pt x="5189" y="0"/>
                    <a:pt x="7061" y="0"/>
                  </a:cubicBezTo>
                  <a:close/>
                </a:path>
              </a:pathLst>
            </a:custGeom>
            <a:solidFill>
              <a:srgbClr val="EDF0F2"/>
            </a:solidFill>
          </p:spPr>
          <p:txBody>
            <a:bodyPr/>
            <a:lstStyle/>
            <a:p>
              <a:endParaRPr lang="en-US"/>
            </a:p>
          </p:txBody>
        </p:sp>
        <p:sp>
          <p:nvSpPr>
            <p:cNvPr id="15" name="TextBox 15"/>
            <p:cNvSpPr txBox="1"/>
            <p:nvPr/>
          </p:nvSpPr>
          <p:spPr>
            <a:xfrm>
              <a:off x="0" y="-28575"/>
              <a:ext cx="4331367" cy="335648"/>
            </a:xfrm>
            <a:prstGeom prst="rect">
              <a:avLst/>
            </a:prstGeom>
          </p:spPr>
          <p:txBody>
            <a:bodyPr lIns="254000" tIns="254000" rIns="254000" bIns="254000" rtlCol="0" anchor="ctr"/>
            <a:lstStyle/>
            <a:p>
              <a:pPr algn="ctr">
                <a:lnSpc>
                  <a:spcPts val="3120"/>
                </a:lnSpc>
              </a:pPr>
              <a:endParaRPr/>
            </a:p>
          </p:txBody>
        </p:sp>
      </p:grpSp>
      <p:grpSp>
        <p:nvGrpSpPr>
          <p:cNvPr id="16" name="Group 16"/>
          <p:cNvGrpSpPr/>
          <p:nvPr/>
        </p:nvGrpSpPr>
        <p:grpSpPr>
          <a:xfrm>
            <a:off x="906884" y="7364870"/>
            <a:ext cx="1505623" cy="1165916"/>
            <a:chOff x="0" y="0"/>
            <a:chExt cx="396543" cy="307073"/>
          </a:xfrm>
        </p:grpSpPr>
        <p:sp>
          <p:nvSpPr>
            <p:cNvPr id="17" name="Freeform 17"/>
            <p:cNvSpPr/>
            <p:nvPr/>
          </p:nvSpPr>
          <p:spPr>
            <a:xfrm>
              <a:off x="0" y="0"/>
              <a:ext cx="396543" cy="307073"/>
            </a:xfrm>
            <a:custGeom>
              <a:avLst/>
              <a:gdLst/>
              <a:ahLst/>
              <a:cxnLst/>
              <a:rect l="l" t="t" r="r" b="b"/>
              <a:pathLst>
                <a:path w="396543" h="307073">
                  <a:moveTo>
                    <a:pt x="77130" y="0"/>
                  </a:moveTo>
                  <a:lnTo>
                    <a:pt x="319413" y="0"/>
                  </a:lnTo>
                  <a:cubicBezTo>
                    <a:pt x="339869" y="0"/>
                    <a:pt x="359487" y="8126"/>
                    <a:pt x="373952" y="22591"/>
                  </a:cubicBezTo>
                  <a:cubicBezTo>
                    <a:pt x="388417" y="37056"/>
                    <a:pt x="396543" y="56674"/>
                    <a:pt x="396543" y="77130"/>
                  </a:cubicBezTo>
                  <a:lnTo>
                    <a:pt x="396543" y="229943"/>
                  </a:lnTo>
                  <a:cubicBezTo>
                    <a:pt x="396543" y="250399"/>
                    <a:pt x="388417" y="270017"/>
                    <a:pt x="373952" y="284482"/>
                  </a:cubicBezTo>
                  <a:cubicBezTo>
                    <a:pt x="359487" y="298946"/>
                    <a:pt x="339869" y="307073"/>
                    <a:pt x="319413" y="307073"/>
                  </a:cubicBezTo>
                  <a:lnTo>
                    <a:pt x="77130" y="307073"/>
                  </a:lnTo>
                  <a:cubicBezTo>
                    <a:pt x="56674" y="307073"/>
                    <a:pt x="37056" y="298946"/>
                    <a:pt x="22591" y="284482"/>
                  </a:cubicBezTo>
                  <a:cubicBezTo>
                    <a:pt x="8126" y="270017"/>
                    <a:pt x="0" y="250399"/>
                    <a:pt x="0" y="229943"/>
                  </a:cubicBezTo>
                  <a:lnTo>
                    <a:pt x="0" y="77130"/>
                  </a:lnTo>
                  <a:cubicBezTo>
                    <a:pt x="0" y="56674"/>
                    <a:pt x="8126" y="37056"/>
                    <a:pt x="22591" y="22591"/>
                  </a:cubicBezTo>
                  <a:cubicBezTo>
                    <a:pt x="37056" y="8126"/>
                    <a:pt x="56674" y="0"/>
                    <a:pt x="77130" y="0"/>
                  </a:cubicBezTo>
                  <a:close/>
                </a:path>
              </a:pathLst>
            </a:custGeom>
            <a:solidFill>
              <a:srgbClr val="86EAE9"/>
            </a:solidFill>
          </p:spPr>
          <p:txBody>
            <a:bodyPr/>
            <a:lstStyle/>
            <a:p>
              <a:endParaRPr lang="en-US"/>
            </a:p>
          </p:txBody>
        </p:sp>
        <p:sp>
          <p:nvSpPr>
            <p:cNvPr id="18" name="TextBox 18"/>
            <p:cNvSpPr txBox="1"/>
            <p:nvPr/>
          </p:nvSpPr>
          <p:spPr>
            <a:xfrm>
              <a:off x="0" y="-28575"/>
              <a:ext cx="396543" cy="335648"/>
            </a:xfrm>
            <a:prstGeom prst="rect">
              <a:avLst/>
            </a:prstGeom>
          </p:spPr>
          <p:txBody>
            <a:bodyPr lIns="254000" tIns="254000" rIns="254000" bIns="254000" rtlCol="0" anchor="ctr"/>
            <a:lstStyle/>
            <a:p>
              <a:pPr algn="ctr">
                <a:lnSpc>
                  <a:spcPts val="3120"/>
                </a:lnSpc>
              </a:pPr>
              <a:endParaRPr/>
            </a:p>
          </p:txBody>
        </p:sp>
      </p:grpSp>
      <p:grpSp>
        <p:nvGrpSpPr>
          <p:cNvPr id="19" name="Group 19"/>
          <p:cNvGrpSpPr/>
          <p:nvPr/>
        </p:nvGrpSpPr>
        <p:grpSpPr>
          <a:xfrm>
            <a:off x="14664285" y="7364870"/>
            <a:ext cx="1505623" cy="1165916"/>
            <a:chOff x="0" y="0"/>
            <a:chExt cx="396543" cy="307073"/>
          </a:xfrm>
        </p:grpSpPr>
        <p:sp>
          <p:nvSpPr>
            <p:cNvPr id="20" name="Freeform 20"/>
            <p:cNvSpPr/>
            <p:nvPr/>
          </p:nvSpPr>
          <p:spPr>
            <a:xfrm>
              <a:off x="0" y="0"/>
              <a:ext cx="396543" cy="307073"/>
            </a:xfrm>
            <a:custGeom>
              <a:avLst/>
              <a:gdLst/>
              <a:ahLst/>
              <a:cxnLst/>
              <a:rect l="l" t="t" r="r" b="b"/>
              <a:pathLst>
                <a:path w="396543" h="307073">
                  <a:moveTo>
                    <a:pt x="77130" y="0"/>
                  </a:moveTo>
                  <a:lnTo>
                    <a:pt x="319413" y="0"/>
                  </a:lnTo>
                  <a:cubicBezTo>
                    <a:pt x="339869" y="0"/>
                    <a:pt x="359487" y="8126"/>
                    <a:pt x="373952" y="22591"/>
                  </a:cubicBezTo>
                  <a:cubicBezTo>
                    <a:pt x="388417" y="37056"/>
                    <a:pt x="396543" y="56674"/>
                    <a:pt x="396543" y="77130"/>
                  </a:cubicBezTo>
                  <a:lnTo>
                    <a:pt x="396543" y="229943"/>
                  </a:lnTo>
                  <a:cubicBezTo>
                    <a:pt x="396543" y="250399"/>
                    <a:pt x="388417" y="270017"/>
                    <a:pt x="373952" y="284482"/>
                  </a:cubicBezTo>
                  <a:cubicBezTo>
                    <a:pt x="359487" y="298946"/>
                    <a:pt x="339869" y="307073"/>
                    <a:pt x="319413" y="307073"/>
                  </a:cubicBezTo>
                  <a:lnTo>
                    <a:pt x="77130" y="307073"/>
                  </a:lnTo>
                  <a:cubicBezTo>
                    <a:pt x="56674" y="307073"/>
                    <a:pt x="37056" y="298946"/>
                    <a:pt x="22591" y="284482"/>
                  </a:cubicBezTo>
                  <a:cubicBezTo>
                    <a:pt x="8126" y="270017"/>
                    <a:pt x="0" y="250399"/>
                    <a:pt x="0" y="229943"/>
                  </a:cubicBezTo>
                  <a:lnTo>
                    <a:pt x="0" y="77130"/>
                  </a:lnTo>
                  <a:cubicBezTo>
                    <a:pt x="0" y="56674"/>
                    <a:pt x="8126" y="37056"/>
                    <a:pt x="22591" y="22591"/>
                  </a:cubicBezTo>
                  <a:cubicBezTo>
                    <a:pt x="37056" y="8126"/>
                    <a:pt x="56674" y="0"/>
                    <a:pt x="77130" y="0"/>
                  </a:cubicBezTo>
                  <a:close/>
                </a:path>
              </a:pathLst>
            </a:custGeom>
            <a:solidFill>
              <a:srgbClr val="86EAE9"/>
            </a:solidFill>
          </p:spPr>
          <p:txBody>
            <a:bodyPr/>
            <a:lstStyle/>
            <a:p>
              <a:endParaRPr lang="en-US"/>
            </a:p>
          </p:txBody>
        </p:sp>
        <p:sp>
          <p:nvSpPr>
            <p:cNvPr id="21" name="TextBox 21"/>
            <p:cNvSpPr txBox="1"/>
            <p:nvPr/>
          </p:nvSpPr>
          <p:spPr>
            <a:xfrm>
              <a:off x="0" y="-28575"/>
              <a:ext cx="396543" cy="335648"/>
            </a:xfrm>
            <a:prstGeom prst="rect">
              <a:avLst/>
            </a:prstGeom>
          </p:spPr>
          <p:txBody>
            <a:bodyPr lIns="254000" tIns="254000" rIns="254000" bIns="254000" rtlCol="0" anchor="ctr"/>
            <a:lstStyle/>
            <a:p>
              <a:pPr algn="ctr">
                <a:lnSpc>
                  <a:spcPts val="3120"/>
                </a:lnSpc>
              </a:pPr>
              <a:endParaRPr/>
            </a:p>
          </p:txBody>
        </p:sp>
      </p:grpSp>
      <p:grpSp>
        <p:nvGrpSpPr>
          <p:cNvPr id="22" name="Group 22"/>
          <p:cNvGrpSpPr/>
          <p:nvPr/>
        </p:nvGrpSpPr>
        <p:grpSpPr>
          <a:xfrm>
            <a:off x="14664285" y="7364870"/>
            <a:ext cx="1505623" cy="1165916"/>
            <a:chOff x="0" y="0"/>
            <a:chExt cx="1737215" cy="1345255"/>
          </a:xfrm>
        </p:grpSpPr>
        <p:sp>
          <p:nvSpPr>
            <p:cNvPr id="23" name="Freeform 23"/>
            <p:cNvSpPr/>
            <p:nvPr/>
          </p:nvSpPr>
          <p:spPr>
            <a:xfrm>
              <a:off x="0" y="0"/>
              <a:ext cx="1737215" cy="1345255"/>
            </a:xfrm>
            <a:custGeom>
              <a:avLst/>
              <a:gdLst/>
              <a:ahLst/>
              <a:cxnLst/>
              <a:rect l="l" t="t" r="r" b="b"/>
              <a:pathLst>
                <a:path w="1737215" h="1345255">
                  <a:moveTo>
                    <a:pt x="1612755" y="1345255"/>
                  </a:moveTo>
                  <a:lnTo>
                    <a:pt x="124460" y="1345255"/>
                  </a:lnTo>
                  <a:cubicBezTo>
                    <a:pt x="55880" y="1345255"/>
                    <a:pt x="0" y="1289375"/>
                    <a:pt x="0" y="1220795"/>
                  </a:cubicBezTo>
                  <a:lnTo>
                    <a:pt x="0" y="124460"/>
                  </a:lnTo>
                  <a:cubicBezTo>
                    <a:pt x="0" y="55880"/>
                    <a:pt x="55880" y="0"/>
                    <a:pt x="124460" y="0"/>
                  </a:cubicBezTo>
                  <a:lnTo>
                    <a:pt x="1612755" y="0"/>
                  </a:lnTo>
                  <a:cubicBezTo>
                    <a:pt x="1681335" y="0"/>
                    <a:pt x="1737215" y="55880"/>
                    <a:pt x="1737215" y="124460"/>
                  </a:cubicBezTo>
                  <a:lnTo>
                    <a:pt x="1737215" y="1220795"/>
                  </a:lnTo>
                  <a:cubicBezTo>
                    <a:pt x="1737215" y="1289375"/>
                    <a:pt x="1681335" y="1345255"/>
                    <a:pt x="1612755" y="1345255"/>
                  </a:cubicBezTo>
                  <a:close/>
                </a:path>
              </a:pathLst>
            </a:custGeom>
            <a:solidFill>
              <a:srgbClr val="13538A"/>
            </a:solidFill>
          </p:spPr>
          <p:txBody>
            <a:bodyPr/>
            <a:lstStyle/>
            <a:p>
              <a:endParaRPr lang="en-US"/>
            </a:p>
          </p:txBody>
        </p:sp>
      </p:grpSp>
      <p:grpSp>
        <p:nvGrpSpPr>
          <p:cNvPr id="24" name="Group 24"/>
          <p:cNvGrpSpPr/>
          <p:nvPr/>
        </p:nvGrpSpPr>
        <p:grpSpPr>
          <a:xfrm>
            <a:off x="3658364" y="7364870"/>
            <a:ext cx="1505623" cy="1165916"/>
            <a:chOff x="0" y="0"/>
            <a:chExt cx="396543" cy="307073"/>
          </a:xfrm>
        </p:grpSpPr>
        <p:sp>
          <p:nvSpPr>
            <p:cNvPr id="25" name="Freeform 25"/>
            <p:cNvSpPr/>
            <p:nvPr/>
          </p:nvSpPr>
          <p:spPr>
            <a:xfrm>
              <a:off x="0" y="0"/>
              <a:ext cx="396543" cy="307073"/>
            </a:xfrm>
            <a:custGeom>
              <a:avLst/>
              <a:gdLst/>
              <a:ahLst/>
              <a:cxnLst/>
              <a:rect l="l" t="t" r="r" b="b"/>
              <a:pathLst>
                <a:path w="396543" h="307073">
                  <a:moveTo>
                    <a:pt x="77130" y="0"/>
                  </a:moveTo>
                  <a:lnTo>
                    <a:pt x="319413" y="0"/>
                  </a:lnTo>
                  <a:cubicBezTo>
                    <a:pt x="339869" y="0"/>
                    <a:pt x="359487" y="8126"/>
                    <a:pt x="373952" y="22591"/>
                  </a:cubicBezTo>
                  <a:cubicBezTo>
                    <a:pt x="388417" y="37056"/>
                    <a:pt x="396543" y="56674"/>
                    <a:pt x="396543" y="77130"/>
                  </a:cubicBezTo>
                  <a:lnTo>
                    <a:pt x="396543" y="229943"/>
                  </a:lnTo>
                  <a:cubicBezTo>
                    <a:pt x="396543" y="250399"/>
                    <a:pt x="388417" y="270017"/>
                    <a:pt x="373952" y="284482"/>
                  </a:cubicBezTo>
                  <a:cubicBezTo>
                    <a:pt x="359487" y="298946"/>
                    <a:pt x="339869" y="307073"/>
                    <a:pt x="319413" y="307073"/>
                  </a:cubicBezTo>
                  <a:lnTo>
                    <a:pt x="77130" y="307073"/>
                  </a:lnTo>
                  <a:cubicBezTo>
                    <a:pt x="56674" y="307073"/>
                    <a:pt x="37056" y="298946"/>
                    <a:pt x="22591" y="284482"/>
                  </a:cubicBezTo>
                  <a:cubicBezTo>
                    <a:pt x="8126" y="270017"/>
                    <a:pt x="0" y="250399"/>
                    <a:pt x="0" y="229943"/>
                  </a:cubicBezTo>
                  <a:lnTo>
                    <a:pt x="0" y="77130"/>
                  </a:lnTo>
                  <a:cubicBezTo>
                    <a:pt x="0" y="56674"/>
                    <a:pt x="8126" y="37056"/>
                    <a:pt x="22591" y="22591"/>
                  </a:cubicBezTo>
                  <a:cubicBezTo>
                    <a:pt x="37056" y="8126"/>
                    <a:pt x="56674" y="0"/>
                    <a:pt x="77130" y="0"/>
                  </a:cubicBezTo>
                  <a:close/>
                </a:path>
              </a:pathLst>
            </a:custGeom>
            <a:solidFill>
              <a:srgbClr val="3EDAD8"/>
            </a:solidFill>
          </p:spPr>
          <p:txBody>
            <a:bodyPr/>
            <a:lstStyle/>
            <a:p>
              <a:endParaRPr lang="en-US"/>
            </a:p>
          </p:txBody>
        </p:sp>
        <p:sp>
          <p:nvSpPr>
            <p:cNvPr id="26" name="TextBox 26"/>
            <p:cNvSpPr txBox="1"/>
            <p:nvPr/>
          </p:nvSpPr>
          <p:spPr>
            <a:xfrm>
              <a:off x="0" y="-28575"/>
              <a:ext cx="396543" cy="335648"/>
            </a:xfrm>
            <a:prstGeom prst="rect">
              <a:avLst/>
            </a:prstGeom>
          </p:spPr>
          <p:txBody>
            <a:bodyPr lIns="254000" tIns="254000" rIns="254000" bIns="254000" rtlCol="0" anchor="ctr"/>
            <a:lstStyle/>
            <a:p>
              <a:pPr algn="ctr">
                <a:lnSpc>
                  <a:spcPts val="3120"/>
                </a:lnSpc>
              </a:pPr>
              <a:endParaRPr/>
            </a:p>
          </p:txBody>
        </p:sp>
      </p:grpSp>
      <p:grpSp>
        <p:nvGrpSpPr>
          <p:cNvPr id="27" name="Group 27"/>
          <p:cNvGrpSpPr/>
          <p:nvPr/>
        </p:nvGrpSpPr>
        <p:grpSpPr>
          <a:xfrm>
            <a:off x="6409844" y="7364870"/>
            <a:ext cx="1505623" cy="1165916"/>
            <a:chOff x="0" y="0"/>
            <a:chExt cx="396543" cy="307073"/>
          </a:xfrm>
        </p:grpSpPr>
        <p:sp>
          <p:nvSpPr>
            <p:cNvPr id="28" name="Freeform 28"/>
            <p:cNvSpPr/>
            <p:nvPr/>
          </p:nvSpPr>
          <p:spPr>
            <a:xfrm>
              <a:off x="0" y="0"/>
              <a:ext cx="396543" cy="307073"/>
            </a:xfrm>
            <a:custGeom>
              <a:avLst/>
              <a:gdLst/>
              <a:ahLst/>
              <a:cxnLst/>
              <a:rect l="l" t="t" r="r" b="b"/>
              <a:pathLst>
                <a:path w="396543" h="307073">
                  <a:moveTo>
                    <a:pt x="77130" y="0"/>
                  </a:moveTo>
                  <a:lnTo>
                    <a:pt x="319413" y="0"/>
                  </a:lnTo>
                  <a:cubicBezTo>
                    <a:pt x="339869" y="0"/>
                    <a:pt x="359487" y="8126"/>
                    <a:pt x="373952" y="22591"/>
                  </a:cubicBezTo>
                  <a:cubicBezTo>
                    <a:pt x="388417" y="37056"/>
                    <a:pt x="396543" y="56674"/>
                    <a:pt x="396543" y="77130"/>
                  </a:cubicBezTo>
                  <a:lnTo>
                    <a:pt x="396543" y="229943"/>
                  </a:lnTo>
                  <a:cubicBezTo>
                    <a:pt x="396543" y="250399"/>
                    <a:pt x="388417" y="270017"/>
                    <a:pt x="373952" y="284482"/>
                  </a:cubicBezTo>
                  <a:cubicBezTo>
                    <a:pt x="359487" y="298946"/>
                    <a:pt x="339869" y="307073"/>
                    <a:pt x="319413" y="307073"/>
                  </a:cubicBezTo>
                  <a:lnTo>
                    <a:pt x="77130" y="307073"/>
                  </a:lnTo>
                  <a:cubicBezTo>
                    <a:pt x="56674" y="307073"/>
                    <a:pt x="37056" y="298946"/>
                    <a:pt x="22591" y="284482"/>
                  </a:cubicBezTo>
                  <a:cubicBezTo>
                    <a:pt x="8126" y="270017"/>
                    <a:pt x="0" y="250399"/>
                    <a:pt x="0" y="229943"/>
                  </a:cubicBezTo>
                  <a:lnTo>
                    <a:pt x="0" y="77130"/>
                  </a:lnTo>
                  <a:cubicBezTo>
                    <a:pt x="0" y="56674"/>
                    <a:pt x="8126" y="37056"/>
                    <a:pt x="22591" y="22591"/>
                  </a:cubicBezTo>
                  <a:cubicBezTo>
                    <a:pt x="37056" y="8126"/>
                    <a:pt x="56674" y="0"/>
                    <a:pt x="77130" y="0"/>
                  </a:cubicBezTo>
                  <a:close/>
                </a:path>
              </a:pathLst>
            </a:custGeom>
            <a:solidFill>
              <a:srgbClr val="37C9EF"/>
            </a:solidFill>
          </p:spPr>
          <p:txBody>
            <a:bodyPr/>
            <a:lstStyle/>
            <a:p>
              <a:endParaRPr lang="en-US"/>
            </a:p>
          </p:txBody>
        </p:sp>
        <p:sp>
          <p:nvSpPr>
            <p:cNvPr id="29" name="TextBox 29"/>
            <p:cNvSpPr txBox="1"/>
            <p:nvPr/>
          </p:nvSpPr>
          <p:spPr>
            <a:xfrm>
              <a:off x="0" y="-28575"/>
              <a:ext cx="396543" cy="335648"/>
            </a:xfrm>
            <a:prstGeom prst="rect">
              <a:avLst/>
            </a:prstGeom>
          </p:spPr>
          <p:txBody>
            <a:bodyPr lIns="254000" tIns="254000" rIns="254000" bIns="254000" rtlCol="0" anchor="ctr"/>
            <a:lstStyle/>
            <a:p>
              <a:pPr algn="ctr">
                <a:lnSpc>
                  <a:spcPts val="3120"/>
                </a:lnSpc>
              </a:pPr>
              <a:endParaRPr/>
            </a:p>
          </p:txBody>
        </p:sp>
      </p:grpSp>
      <p:grpSp>
        <p:nvGrpSpPr>
          <p:cNvPr id="30" name="Group 30"/>
          <p:cNvGrpSpPr/>
          <p:nvPr/>
        </p:nvGrpSpPr>
        <p:grpSpPr>
          <a:xfrm>
            <a:off x="9161324" y="7364870"/>
            <a:ext cx="1505623" cy="1165916"/>
            <a:chOff x="0" y="0"/>
            <a:chExt cx="396543" cy="307073"/>
          </a:xfrm>
        </p:grpSpPr>
        <p:sp>
          <p:nvSpPr>
            <p:cNvPr id="31" name="Freeform 31"/>
            <p:cNvSpPr/>
            <p:nvPr/>
          </p:nvSpPr>
          <p:spPr>
            <a:xfrm>
              <a:off x="0" y="0"/>
              <a:ext cx="396543" cy="307073"/>
            </a:xfrm>
            <a:custGeom>
              <a:avLst/>
              <a:gdLst/>
              <a:ahLst/>
              <a:cxnLst/>
              <a:rect l="l" t="t" r="r" b="b"/>
              <a:pathLst>
                <a:path w="396543" h="307073">
                  <a:moveTo>
                    <a:pt x="77130" y="0"/>
                  </a:moveTo>
                  <a:lnTo>
                    <a:pt x="319413" y="0"/>
                  </a:lnTo>
                  <a:cubicBezTo>
                    <a:pt x="339869" y="0"/>
                    <a:pt x="359487" y="8126"/>
                    <a:pt x="373952" y="22591"/>
                  </a:cubicBezTo>
                  <a:cubicBezTo>
                    <a:pt x="388417" y="37056"/>
                    <a:pt x="396543" y="56674"/>
                    <a:pt x="396543" y="77130"/>
                  </a:cubicBezTo>
                  <a:lnTo>
                    <a:pt x="396543" y="229943"/>
                  </a:lnTo>
                  <a:cubicBezTo>
                    <a:pt x="396543" y="250399"/>
                    <a:pt x="388417" y="270017"/>
                    <a:pt x="373952" y="284482"/>
                  </a:cubicBezTo>
                  <a:cubicBezTo>
                    <a:pt x="359487" y="298946"/>
                    <a:pt x="339869" y="307073"/>
                    <a:pt x="319413" y="307073"/>
                  </a:cubicBezTo>
                  <a:lnTo>
                    <a:pt x="77130" y="307073"/>
                  </a:lnTo>
                  <a:cubicBezTo>
                    <a:pt x="56674" y="307073"/>
                    <a:pt x="37056" y="298946"/>
                    <a:pt x="22591" y="284482"/>
                  </a:cubicBezTo>
                  <a:cubicBezTo>
                    <a:pt x="8126" y="270017"/>
                    <a:pt x="0" y="250399"/>
                    <a:pt x="0" y="229943"/>
                  </a:cubicBezTo>
                  <a:lnTo>
                    <a:pt x="0" y="77130"/>
                  </a:lnTo>
                  <a:cubicBezTo>
                    <a:pt x="0" y="56674"/>
                    <a:pt x="8126" y="37056"/>
                    <a:pt x="22591" y="22591"/>
                  </a:cubicBezTo>
                  <a:cubicBezTo>
                    <a:pt x="37056" y="8126"/>
                    <a:pt x="56674" y="0"/>
                    <a:pt x="77130" y="0"/>
                  </a:cubicBezTo>
                  <a:close/>
                </a:path>
              </a:pathLst>
            </a:custGeom>
            <a:solidFill>
              <a:srgbClr val="18AFD6"/>
            </a:solidFill>
          </p:spPr>
          <p:txBody>
            <a:bodyPr/>
            <a:lstStyle/>
            <a:p>
              <a:endParaRPr lang="en-US"/>
            </a:p>
          </p:txBody>
        </p:sp>
        <p:sp>
          <p:nvSpPr>
            <p:cNvPr id="32" name="TextBox 32"/>
            <p:cNvSpPr txBox="1"/>
            <p:nvPr/>
          </p:nvSpPr>
          <p:spPr>
            <a:xfrm>
              <a:off x="0" y="-28575"/>
              <a:ext cx="396543" cy="335648"/>
            </a:xfrm>
            <a:prstGeom prst="rect">
              <a:avLst/>
            </a:prstGeom>
          </p:spPr>
          <p:txBody>
            <a:bodyPr lIns="254000" tIns="254000" rIns="254000" bIns="254000" rtlCol="0" anchor="ctr"/>
            <a:lstStyle/>
            <a:p>
              <a:pPr algn="ctr">
                <a:lnSpc>
                  <a:spcPts val="3120"/>
                </a:lnSpc>
              </a:pPr>
              <a:endParaRPr/>
            </a:p>
          </p:txBody>
        </p:sp>
      </p:grpSp>
      <p:grpSp>
        <p:nvGrpSpPr>
          <p:cNvPr id="33" name="Group 33"/>
          <p:cNvGrpSpPr/>
          <p:nvPr/>
        </p:nvGrpSpPr>
        <p:grpSpPr>
          <a:xfrm>
            <a:off x="11912804" y="7364870"/>
            <a:ext cx="1505623" cy="1165916"/>
            <a:chOff x="0" y="0"/>
            <a:chExt cx="396543" cy="307073"/>
          </a:xfrm>
        </p:grpSpPr>
        <p:sp>
          <p:nvSpPr>
            <p:cNvPr id="34" name="Freeform 34"/>
            <p:cNvSpPr/>
            <p:nvPr/>
          </p:nvSpPr>
          <p:spPr>
            <a:xfrm>
              <a:off x="0" y="0"/>
              <a:ext cx="396543" cy="307073"/>
            </a:xfrm>
            <a:custGeom>
              <a:avLst/>
              <a:gdLst/>
              <a:ahLst/>
              <a:cxnLst/>
              <a:rect l="l" t="t" r="r" b="b"/>
              <a:pathLst>
                <a:path w="396543" h="307073">
                  <a:moveTo>
                    <a:pt x="77130" y="0"/>
                  </a:moveTo>
                  <a:lnTo>
                    <a:pt x="319413" y="0"/>
                  </a:lnTo>
                  <a:cubicBezTo>
                    <a:pt x="339869" y="0"/>
                    <a:pt x="359487" y="8126"/>
                    <a:pt x="373952" y="22591"/>
                  </a:cubicBezTo>
                  <a:cubicBezTo>
                    <a:pt x="388417" y="37056"/>
                    <a:pt x="396543" y="56674"/>
                    <a:pt x="396543" y="77130"/>
                  </a:cubicBezTo>
                  <a:lnTo>
                    <a:pt x="396543" y="229943"/>
                  </a:lnTo>
                  <a:cubicBezTo>
                    <a:pt x="396543" y="250399"/>
                    <a:pt x="388417" y="270017"/>
                    <a:pt x="373952" y="284482"/>
                  </a:cubicBezTo>
                  <a:cubicBezTo>
                    <a:pt x="359487" y="298946"/>
                    <a:pt x="339869" y="307073"/>
                    <a:pt x="319413" y="307073"/>
                  </a:cubicBezTo>
                  <a:lnTo>
                    <a:pt x="77130" y="307073"/>
                  </a:lnTo>
                  <a:cubicBezTo>
                    <a:pt x="56674" y="307073"/>
                    <a:pt x="37056" y="298946"/>
                    <a:pt x="22591" y="284482"/>
                  </a:cubicBezTo>
                  <a:cubicBezTo>
                    <a:pt x="8126" y="270017"/>
                    <a:pt x="0" y="250399"/>
                    <a:pt x="0" y="229943"/>
                  </a:cubicBezTo>
                  <a:lnTo>
                    <a:pt x="0" y="77130"/>
                  </a:lnTo>
                  <a:cubicBezTo>
                    <a:pt x="0" y="56674"/>
                    <a:pt x="8126" y="37056"/>
                    <a:pt x="22591" y="22591"/>
                  </a:cubicBezTo>
                  <a:cubicBezTo>
                    <a:pt x="37056" y="8126"/>
                    <a:pt x="56674" y="0"/>
                    <a:pt x="77130" y="0"/>
                  </a:cubicBezTo>
                  <a:close/>
                </a:path>
              </a:pathLst>
            </a:custGeom>
            <a:solidFill>
              <a:srgbClr val="1C88CF"/>
            </a:solidFill>
          </p:spPr>
          <p:txBody>
            <a:bodyPr/>
            <a:lstStyle/>
            <a:p>
              <a:endParaRPr lang="en-US"/>
            </a:p>
          </p:txBody>
        </p:sp>
        <p:sp>
          <p:nvSpPr>
            <p:cNvPr id="35" name="TextBox 35"/>
            <p:cNvSpPr txBox="1"/>
            <p:nvPr/>
          </p:nvSpPr>
          <p:spPr>
            <a:xfrm>
              <a:off x="0" y="-28575"/>
              <a:ext cx="396543" cy="335648"/>
            </a:xfrm>
            <a:prstGeom prst="rect">
              <a:avLst/>
            </a:prstGeom>
          </p:spPr>
          <p:txBody>
            <a:bodyPr lIns="254000" tIns="254000" rIns="254000" bIns="254000" rtlCol="0" anchor="ctr"/>
            <a:lstStyle/>
            <a:p>
              <a:pPr algn="ctr">
                <a:lnSpc>
                  <a:spcPts val="3120"/>
                </a:lnSpc>
              </a:pPr>
              <a:endParaRPr/>
            </a:p>
          </p:txBody>
        </p:sp>
      </p:grpSp>
      <p:grpSp>
        <p:nvGrpSpPr>
          <p:cNvPr id="36" name="Group 36"/>
          <p:cNvGrpSpPr>
            <a:grpSpLocks noChangeAspect="1"/>
          </p:cNvGrpSpPr>
          <p:nvPr/>
        </p:nvGrpSpPr>
        <p:grpSpPr>
          <a:xfrm>
            <a:off x="1327699" y="7617697"/>
            <a:ext cx="663993" cy="632600"/>
            <a:chOff x="0" y="0"/>
            <a:chExt cx="1772920" cy="1689100"/>
          </a:xfrm>
        </p:grpSpPr>
        <p:sp>
          <p:nvSpPr>
            <p:cNvPr id="37" name="Freeform 37"/>
            <p:cNvSpPr/>
            <p:nvPr/>
          </p:nvSpPr>
          <p:spPr>
            <a:xfrm>
              <a:off x="-8890" y="-5080"/>
              <a:ext cx="1789430" cy="1701800"/>
            </a:xfrm>
            <a:custGeom>
              <a:avLst/>
              <a:gdLst/>
              <a:ahLst/>
              <a:cxnLst/>
              <a:rect l="l" t="t" r="r" b="b"/>
              <a:pathLst>
                <a:path w="1789430" h="1701800">
                  <a:moveTo>
                    <a:pt x="922020" y="21590"/>
                  </a:moveTo>
                  <a:lnTo>
                    <a:pt x="1172210" y="529590"/>
                  </a:lnTo>
                  <a:cubicBezTo>
                    <a:pt x="1176020" y="538480"/>
                    <a:pt x="1184910" y="544830"/>
                    <a:pt x="1195070" y="546100"/>
                  </a:cubicBezTo>
                  <a:lnTo>
                    <a:pt x="1755140" y="627380"/>
                  </a:lnTo>
                  <a:cubicBezTo>
                    <a:pt x="1779270" y="631190"/>
                    <a:pt x="1789430" y="661670"/>
                    <a:pt x="1771650" y="678180"/>
                  </a:cubicBezTo>
                  <a:lnTo>
                    <a:pt x="1366520" y="1073150"/>
                  </a:lnTo>
                  <a:cubicBezTo>
                    <a:pt x="1358900" y="1079500"/>
                    <a:pt x="1356360" y="1089660"/>
                    <a:pt x="1357630" y="1099820"/>
                  </a:cubicBezTo>
                  <a:lnTo>
                    <a:pt x="1452880" y="1658620"/>
                  </a:lnTo>
                  <a:cubicBezTo>
                    <a:pt x="1456690" y="1682750"/>
                    <a:pt x="1431290" y="1701800"/>
                    <a:pt x="1409700" y="1690370"/>
                  </a:cubicBezTo>
                  <a:lnTo>
                    <a:pt x="908050" y="1426210"/>
                  </a:lnTo>
                  <a:cubicBezTo>
                    <a:pt x="899160" y="1421130"/>
                    <a:pt x="889000" y="1421130"/>
                    <a:pt x="880110" y="1426210"/>
                  </a:cubicBezTo>
                  <a:lnTo>
                    <a:pt x="378460" y="1690370"/>
                  </a:lnTo>
                  <a:cubicBezTo>
                    <a:pt x="356870" y="1701800"/>
                    <a:pt x="331470" y="1682750"/>
                    <a:pt x="335280" y="1658620"/>
                  </a:cubicBezTo>
                  <a:lnTo>
                    <a:pt x="430530" y="1099820"/>
                  </a:lnTo>
                  <a:cubicBezTo>
                    <a:pt x="431800" y="1089660"/>
                    <a:pt x="429260" y="1080770"/>
                    <a:pt x="421640" y="1073150"/>
                  </a:cubicBezTo>
                  <a:lnTo>
                    <a:pt x="17780" y="678180"/>
                  </a:lnTo>
                  <a:cubicBezTo>
                    <a:pt x="0" y="660400"/>
                    <a:pt x="10160" y="631190"/>
                    <a:pt x="34290" y="627380"/>
                  </a:cubicBezTo>
                  <a:lnTo>
                    <a:pt x="594360" y="546100"/>
                  </a:lnTo>
                  <a:cubicBezTo>
                    <a:pt x="604520" y="544830"/>
                    <a:pt x="612140" y="538480"/>
                    <a:pt x="617220" y="529590"/>
                  </a:cubicBezTo>
                  <a:lnTo>
                    <a:pt x="867410" y="21590"/>
                  </a:lnTo>
                  <a:cubicBezTo>
                    <a:pt x="878840" y="0"/>
                    <a:pt x="910590" y="0"/>
                    <a:pt x="922020" y="21590"/>
                  </a:cubicBezTo>
                  <a:close/>
                </a:path>
              </a:pathLst>
            </a:custGeom>
            <a:solidFill>
              <a:srgbClr val="FFFFFF"/>
            </a:solidFill>
          </p:spPr>
          <p:txBody>
            <a:bodyPr/>
            <a:lstStyle/>
            <a:p>
              <a:endParaRPr lang="en-US"/>
            </a:p>
          </p:txBody>
        </p:sp>
      </p:grpSp>
      <p:sp>
        <p:nvSpPr>
          <p:cNvPr id="38" name="Freeform 38"/>
          <p:cNvSpPr/>
          <p:nvPr/>
        </p:nvSpPr>
        <p:spPr>
          <a:xfrm>
            <a:off x="4056739" y="7692335"/>
            <a:ext cx="708874" cy="483323"/>
          </a:xfrm>
          <a:custGeom>
            <a:avLst/>
            <a:gdLst/>
            <a:ahLst/>
            <a:cxnLst/>
            <a:rect l="l" t="t" r="r" b="b"/>
            <a:pathLst>
              <a:path w="708874" h="483323">
                <a:moveTo>
                  <a:pt x="0" y="0"/>
                </a:moveTo>
                <a:lnTo>
                  <a:pt x="708874" y="0"/>
                </a:lnTo>
                <a:lnTo>
                  <a:pt x="708874" y="483323"/>
                </a:lnTo>
                <a:lnTo>
                  <a:pt x="0" y="4833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9" name="Freeform 39"/>
          <p:cNvSpPr/>
          <p:nvPr/>
        </p:nvSpPr>
        <p:spPr>
          <a:xfrm>
            <a:off x="6855315" y="7626656"/>
            <a:ext cx="614682" cy="614682"/>
          </a:xfrm>
          <a:custGeom>
            <a:avLst/>
            <a:gdLst/>
            <a:ahLst/>
            <a:cxnLst/>
            <a:rect l="l" t="t" r="r" b="b"/>
            <a:pathLst>
              <a:path w="614682" h="614682">
                <a:moveTo>
                  <a:pt x="0" y="0"/>
                </a:moveTo>
                <a:lnTo>
                  <a:pt x="614682" y="0"/>
                </a:lnTo>
                <a:lnTo>
                  <a:pt x="614682" y="614682"/>
                </a:lnTo>
                <a:lnTo>
                  <a:pt x="0" y="6146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0" name="Freeform 40"/>
          <p:cNvSpPr/>
          <p:nvPr/>
        </p:nvSpPr>
        <p:spPr>
          <a:xfrm>
            <a:off x="9639268" y="7716596"/>
            <a:ext cx="549735" cy="494762"/>
          </a:xfrm>
          <a:custGeom>
            <a:avLst/>
            <a:gdLst/>
            <a:ahLst/>
            <a:cxnLst/>
            <a:rect l="l" t="t" r="r" b="b"/>
            <a:pathLst>
              <a:path w="549735" h="494762">
                <a:moveTo>
                  <a:pt x="0" y="0"/>
                </a:moveTo>
                <a:lnTo>
                  <a:pt x="549736" y="0"/>
                </a:lnTo>
                <a:lnTo>
                  <a:pt x="549736" y="494762"/>
                </a:lnTo>
                <a:lnTo>
                  <a:pt x="0" y="4947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1" name="Freeform 41"/>
          <p:cNvSpPr/>
          <p:nvPr/>
        </p:nvSpPr>
        <p:spPr>
          <a:xfrm>
            <a:off x="12479725" y="7656636"/>
            <a:ext cx="371782" cy="554722"/>
          </a:xfrm>
          <a:custGeom>
            <a:avLst/>
            <a:gdLst/>
            <a:ahLst/>
            <a:cxnLst/>
            <a:rect l="l" t="t" r="r" b="b"/>
            <a:pathLst>
              <a:path w="371782" h="554722">
                <a:moveTo>
                  <a:pt x="0" y="0"/>
                </a:moveTo>
                <a:lnTo>
                  <a:pt x="371782" y="0"/>
                </a:lnTo>
                <a:lnTo>
                  <a:pt x="371782" y="554722"/>
                </a:lnTo>
                <a:lnTo>
                  <a:pt x="0" y="55472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2" name="Freeform 42"/>
          <p:cNvSpPr/>
          <p:nvPr/>
        </p:nvSpPr>
        <p:spPr>
          <a:xfrm>
            <a:off x="15175881" y="7606421"/>
            <a:ext cx="482430" cy="655152"/>
          </a:xfrm>
          <a:custGeom>
            <a:avLst/>
            <a:gdLst/>
            <a:ahLst/>
            <a:cxnLst/>
            <a:rect l="l" t="t" r="r" b="b"/>
            <a:pathLst>
              <a:path w="482430" h="655152">
                <a:moveTo>
                  <a:pt x="0" y="0"/>
                </a:moveTo>
                <a:lnTo>
                  <a:pt x="482430" y="0"/>
                </a:lnTo>
                <a:lnTo>
                  <a:pt x="482430" y="655152"/>
                </a:lnTo>
                <a:lnTo>
                  <a:pt x="0" y="6551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rot="-829633">
            <a:off x="-2015856" y="-2222871"/>
            <a:ext cx="20724935" cy="5634207"/>
            <a:chOff x="0" y="0"/>
            <a:chExt cx="5458419" cy="1483906"/>
          </a:xfrm>
        </p:grpSpPr>
        <p:sp>
          <p:nvSpPr>
            <p:cNvPr id="3" name="Freeform 3"/>
            <p:cNvSpPr/>
            <p:nvPr/>
          </p:nvSpPr>
          <p:spPr>
            <a:xfrm>
              <a:off x="0" y="0"/>
              <a:ext cx="5458419" cy="1483907"/>
            </a:xfrm>
            <a:custGeom>
              <a:avLst/>
              <a:gdLst/>
              <a:ahLst/>
              <a:cxnLst/>
              <a:rect l="l" t="t" r="r" b="b"/>
              <a:pathLst>
                <a:path w="5458419" h="1483907">
                  <a:moveTo>
                    <a:pt x="0" y="0"/>
                  </a:moveTo>
                  <a:lnTo>
                    <a:pt x="5458419" y="0"/>
                  </a:lnTo>
                  <a:lnTo>
                    <a:pt x="5458419" y="1483907"/>
                  </a:lnTo>
                  <a:lnTo>
                    <a:pt x="0" y="1483907"/>
                  </a:lnTo>
                  <a:close/>
                </a:path>
              </a:pathLst>
            </a:custGeom>
            <a:solidFill>
              <a:srgbClr val="FFFFFF"/>
            </a:solidFill>
          </p:spPr>
          <p:txBody>
            <a:bodyPr/>
            <a:lstStyle/>
            <a:p>
              <a:endParaRPr lang="en-US"/>
            </a:p>
          </p:txBody>
        </p:sp>
        <p:sp>
          <p:nvSpPr>
            <p:cNvPr id="4" name="TextBox 4"/>
            <p:cNvSpPr txBox="1"/>
            <p:nvPr/>
          </p:nvSpPr>
          <p:spPr>
            <a:xfrm>
              <a:off x="0" y="-38100"/>
              <a:ext cx="5458419" cy="1522006"/>
            </a:xfrm>
            <a:prstGeom prst="rect">
              <a:avLst/>
            </a:prstGeom>
          </p:spPr>
          <p:txBody>
            <a:bodyPr lIns="50800" tIns="50800" rIns="50800" bIns="50800" rtlCol="0" anchor="ctr"/>
            <a:lstStyle/>
            <a:p>
              <a:pPr algn="ctr">
                <a:lnSpc>
                  <a:spcPts val="2100"/>
                </a:lnSpc>
              </a:pPr>
              <a:endParaRPr/>
            </a:p>
          </p:txBody>
        </p:sp>
      </p:grpSp>
      <p:graphicFrame>
        <p:nvGraphicFramePr>
          <p:cNvPr id="5" name="Table 5"/>
          <p:cNvGraphicFramePr>
            <a:graphicFrameLocks noGrp="1"/>
          </p:cNvGraphicFramePr>
          <p:nvPr>
            <p:extLst>
              <p:ext uri="{D42A27DB-BD31-4B8C-83A1-F6EECF244321}">
                <p14:modId xmlns:p14="http://schemas.microsoft.com/office/powerpoint/2010/main" val="3218234553"/>
              </p:ext>
            </p:extLst>
          </p:nvPr>
        </p:nvGraphicFramePr>
        <p:xfrm>
          <a:off x="0" y="-23536"/>
          <a:ext cx="18288000" cy="10310536"/>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53299">
                  <a:extLst>
                    <a:ext uri="{9D8B030D-6E8A-4147-A177-3AD203B41FA5}">
                      <a16:colId xmlns:a16="http://schemas.microsoft.com/office/drawing/2014/main" val="20002"/>
                    </a:ext>
                  </a:extLst>
                </a:gridCol>
                <a:gridCol w="3042701">
                  <a:extLst>
                    <a:ext uri="{9D8B030D-6E8A-4147-A177-3AD203B41FA5}">
                      <a16:colId xmlns:a16="http://schemas.microsoft.com/office/drawing/2014/main" val="20003"/>
                    </a:ext>
                  </a:extLst>
                </a:gridCol>
                <a:gridCol w="3048000">
                  <a:extLst>
                    <a:ext uri="{9D8B030D-6E8A-4147-A177-3AD203B41FA5}">
                      <a16:colId xmlns:a16="http://schemas.microsoft.com/office/drawing/2014/main" val="20004"/>
                    </a:ext>
                  </a:extLst>
                </a:gridCol>
                <a:gridCol w="3048000">
                  <a:extLst>
                    <a:ext uri="{9D8B030D-6E8A-4147-A177-3AD203B41FA5}">
                      <a16:colId xmlns:a16="http://schemas.microsoft.com/office/drawing/2014/main" val="20005"/>
                    </a:ext>
                  </a:extLst>
                </a:gridCol>
              </a:tblGrid>
              <a:tr h="10310536">
                <a:tc>
                  <a:txBody>
                    <a:bodyPr/>
                    <a:lstStyle/>
                    <a:p>
                      <a:pPr algn="ctr">
                        <a:lnSpc>
                          <a:spcPts val="2700"/>
                        </a:lnSpc>
                        <a:defRPr/>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3600"/>
                        </a:lnSpc>
                      </a:pPr>
                      <a:r>
                        <a:rPr lang="en-US" sz="2400" b="1" dirty="0">
                          <a:solidFill>
                            <a:srgbClr val="191919"/>
                          </a:solidFill>
                          <a:latin typeface="Outfit" panose="020B0604020202020204" charset="0"/>
                          <a:ea typeface="Outfit Bold"/>
                          <a:cs typeface="Outfit Bold"/>
                          <a:sym typeface="Outfit Bold"/>
                        </a:rPr>
                        <a:t>1980</a:t>
                      </a:r>
                    </a:p>
                    <a:p>
                      <a:pPr algn="ctr">
                        <a:lnSpc>
                          <a:spcPts val="2700"/>
                        </a:lnSpc>
                      </a:pPr>
                      <a:r>
                        <a:rPr lang="en-US" sz="1800" dirty="0">
                          <a:solidFill>
                            <a:srgbClr val="191919"/>
                          </a:solidFill>
                          <a:latin typeface="Outfit" panose="020B0604020202020204" charset="0"/>
                          <a:ea typeface="Outfit"/>
                          <a:cs typeface="Outfit"/>
                          <a:sym typeface="Outfit"/>
                        </a:rPr>
                        <a:t>Lorem ipsum dolor sit </a:t>
                      </a:r>
                      <a:r>
                        <a:rPr lang="en-US" sz="1800" dirty="0" err="1">
                          <a:solidFill>
                            <a:srgbClr val="191919"/>
                          </a:solidFill>
                          <a:latin typeface="Outfit" panose="020B0604020202020204" charset="0"/>
                          <a:ea typeface="Outfit"/>
                          <a:cs typeface="Outfit"/>
                          <a:sym typeface="Outfit"/>
                        </a:rPr>
                        <a:t>amet</a:t>
                      </a:r>
                      <a:r>
                        <a:rPr lang="en-US" sz="1800" dirty="0">
                          <a:solidFill>
                            <a:srgbClr val="191919"/>
                          </a:solidFill>
                          <a:latin typeface="Outfit" panose="020B0604020202020204" charset="0"/>
                          <a:ea typeface="Outfit"/>
                          <a:cs typeface="Outfit"/>
                          <a:sym typeface="Outfit"/>
                        </a:rPr>
                        <a:t>.</a:t>
                      </a:r>
                    </a:p>
                  </a:txBody>
                  <a:tcPr marL="190500" marR="190500" marT="190500" marB="190500">
                    <a:lnL w="0" cap="flat" cmpd="sng" algn="ctr">
                      <a:solidFill>
                        <a:srgbClr val="F4F4F4"/>
                      </a:solidFill>
                      <a:prstDash val="solid"/>
                      <a:round/>
                      <a:headEnd type="none" w="med" len="med"/>
                      <a:tailEnd type="none" w="med" len="med"/>
                    </a:lnL>
                    <a:lnR w="0" cap="flat" cmpd="sng" algn="ctr">
                      <a:solidFill>
                        <a:srgbClr val="F4F4F4"/>
                      </a:solidFill>
                      <a:prstDash val="solid"/>
                      <a:round/>
                      <a:headEnd type="none" w="med" len="med"/>
                      <a:tailEnd type="none" w="med" len="med"/>
                    </a:lnR>
                    <a:lnT w="0" cap="flat" cmpd="sng" algn="ctr">
                      <a:solidFill>
                        <a:srgbClr val="F4F4F4"/>
                      </a:solidFill>
                      <a:prstDash val="solid"/>
                      <a:round/>
                      <a:headEnd type="none" w="med" len="med"/>
                      <a:tailEnd type="none" w="med" len="med"/>
                    </a:lnT>
                    <a:lnB w="0" cap="flat" cmpd="sng" algn="ctr">
                      <a:solidFill>
                        <a:srgbClr val="F4F4F4"/>
                      </a:solidFill>
                      <a:prstDash val="solid"/>
                      <a:round/>
                      <a:headEnd type="none" w="med" len="med"/>
                      <a:tailEnd type="none" w="med" len="med"/>
                    </a:lnB>
                    <a:solidFill>
                      <a:srgbClr val="EDF0F2"/>
                    </a:solidFill>
                  </a:tcPr>
                </a:tc>
                <a:tc>
                  <a:txBody>
                    <a:bodyPr/>
                    <a:lstStyle/>
                    <a:p>
                      <a:pPr algn="ctr">
                        <a:lnSpc>
                          <a:spcPts val="2700"/>
                        </a:lnSpc>
                        <a:defRPr/>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3600"/>
                        </a:lnSpc>
                      </a:pPr>
                      <a:r>
                        <a:rPr lang="en-US" sz="2400" b="1" spc="36" dirty="0">
                          <a:solidFill>
                            <a:srgbClr val="191919"/>
                          </a:solidFill>
                          <a:latin typeface="Outfit" panose="020B0604020202020204" charset="0"/>
                          <a:ea typeface="Outfit Bold"/>
                          <a:cs typeface="Outfit Bold"/>
                          <a:sym typeface="Outfit Bold"/>
                        </a:rPr>
                        <a:t>1981</a:t>
                      </a:r>
                    </a:p>
                    <a:p>
                      <a:pPr algn="ctr">
                        <a:lnSpc>
                          <a:spcPts val="2700"/>
                        </a:lnSpc>
                      </a:pPr>
                      <a:r>
                        <a:rPr lang="en-US" sz="1800" spc="27" dirty="0" err="1">
                          <a:solidFill>
                            <a:srgbClr val="191919"/>
                          </a:solidFill>
                          <a:latin typeface="Outfit" panose="020B0604020202020204" charset="0"/>
                          <a:ea typeface="Outfit"/>
                          <a:cs typeface="Outfit"/>
                          <a:sym typeface="Outfit"/>
                        </a:rPr>
                        <a:t>LoLorem</a:t>
                      </a:r>
                      <a:r>
                        <a:rPr lang="en-US" sz="1800" spc="27" dirty="0">
                          <a:solidFill>
                            <a:srgbClr val="191919"/>
                          </a:solidFill>
                          <a:latin typeface="Outfit" panose="020B0604020202020204" charset="0"/>
                          <a:ea typeface="Outfit"/>
                          <a:cs typeface="Outfit"/>
                          <a:sym typeface="Outfit"/>
                        </a:rPr>
                        <a:t> ipsum dolor sit </a:t>
                      </a:r>
                      <a:r>
                        <a:rPr lang="en-US" sz="1800" spc="27" dirty="0" err="1">
                          <a:solidFill>
                            <a:srgbClr val="191919"/>
                          </a:solidFill>
                          <a:latin typeface="Outfit" panose="020B0604020202020204" charset="0"/>
                          <a:ea typeface="Outfit"/>
                          <a:cs typeface="Outfit"/>
                          <a:sym typeface="Outfit"/>
                        </a:rPr>
                        <a:t>amet</a:t>
                      </a:r>
                      <a:r>
                        <a:rPr lang="en-US" sz="1800" spc="27" dirty="0">
                          <a:solidFill>
                            <a:srgbClr val="191919"/>
                          </a:solidFill>
                          <a:latin typeface="Outfit" panose="020B0604020202020204" charset="0"/>
                          <a:ea typeface="Outfit"/>
                          <a:cs typeface="Outfit"/>
                          <a:sym typeface="Outfit"/>
                        </a:rPr>
                        <a:t>.</a:t>
                      </a:r>
                    </a:p>
                  </a:txBody>
                  <a:tcPr marL="190500" marR="190500" marT="190500" marB="190500">
                    <a:lnL w="0" cap="flat" cmpd="sng" algn="ctr">
                      <a:solidFill>
                        <a:srgbClr val="F4F4F4"/>
                      </a:solidFill>
                      <a:prstDash val="solid"/>
                      <a:round/>
                      <a:headEnd type="none" w="med" len="med"/>
                      <a:tailEnd type="none" w="med" len="med"/>
                    </a:lnL>
                    <a:lnR w="0" cap="flat" cmpd="sng" algn="ctr">
                      <a:solidFill>
                        <a:srgbClr val="F4F4F4"/>
                      </a:solidFill>
                      <a:prstDash val="solid"/>
                      <a:round/>
                      <a:headEnd type="none" w="med" len="med"/>
                      <a:tailEnd type="none" w="med" len="med"/>
                    </a:lnR>
                    <a:lnT w="0" cap="flat" cmpd="sng" algn="ctr">
                      <a:solidFill>
                        <a:srgbClr val="F4F4F4"/>
                      </a:solidFill>
                      <a:prstDash val="solid"/>
                      <a:round/>
                      <a:headEnd type="none" w="med" len="med"/>
                      <a:tailEnd type="none" w="med" len="med"/>
                    </a:lnT>
                    <a:lnB w="0" cap="flat" cmpd="sng" algn="ctr">
                      <a:solidFill>
                        <a:srgbClr val="F4F4F4"/>
                      </a:solidFill>
                      <a:prstDash val="solid"/>
                      <a:round/>
                      <a:headEnd type="none" w="med" len="med"/>
                      <a:tailEnd type="none" w="med" len="med"/>
                    </a:lnB>
                    <a:solidFill>
                      <a:srgbClr val="EDF0F2"/>
                    </a:solidFill>
                  </a:tcPr>
                </a:tc>
                <a:tc>
                  <a:txBody>
                    <a:bodyPr/>
                    <a:lstStyle/>
                    <a:p>
                      <a:pPr algn="ctr">
                        <a:lnSpc>
                          <a:spcPts val="2700"/>
                        </a:lnSpc>
                        <a:defRPr/>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3600"/>
                        </a:lnSpc>
                      </a:pPr>
                      <a:r>
                        <a:rPr lang="en-US" sz="2400" b="1" spc="36">
                          <a:solidFill>
                            <a:srgbClr val="191919"/>
                          </a:solidFill>
                          <a:latin typeface="Outfit" panose="020B0604020202020204" charset="0"/>
                          <a:ea typeface="Outfit Bold"/>
                          <a:cs typeface="Outfit Bold"/>
                          <a:sym typeface="Outfit Bold"/>
                        </a:rPr>
                        <a:t>2011</a:t>
                      </a:r>
                    </a:p>
                    <a:p>
                      <a:pPr algn="ctr">
                        <a:lnSpc>
                          <a:spcPts val="2700"/>
                        </a:lnSpc>
                      </a:pPr>
                      <a:r>
                        <a:rPr lang="en-US" sz="1800" spc="27">
                          <a:solidFill>
                            <a:srgbClr val="191919"/>
                          </a:solidFill>
                          <a:latin typeface="Outfit" panose="020B0604020202020204" charset="0"/>
                          <a:ea typeface="Outfit"/>
                          <a:cs typeface="Outfit"/>
                          <a:sym typeface="Outfit"/>
                        </a:rPr>
                        <a:t>Lorem ipsum dolor sit amet.</a:t>
                      </a:r>
                    </a:p>
                  </a:txBody>
                  <a:tcPr marL="190500" marR="190500" marT="190500" marB="190500">
                    <a:lnL w="0" cap="flat" cmpd="sng" algn="ctr">
                      <a:solidFill>
                        <a:srgbClr val="F4F4F4"/>
                      </a:solidFill>
                      <a:prstDash val="solid"/>
                      <a:round/>
                      <a:headEnd type="none" w="med" len="med"/>
                      <a:tailEnd type="none" w="med" len="med"/>
                    </a:lnL>
                    <a:lnR w="0" cap="flat" cmpd="sng" algn="ctr">
                      <a:solidFill>
                        <a:srgbClr val="F4F4F4"/>
                      </a:solidFill>
                      <a:prstDash val="solid"/>
                      <a:round/>
                      <a:headEnd type="none" w="med" len="med"/>
                      <a:tailEnd type="none" w="med" len="med"/>
                    </a:lnR>
                    <a:lnT w="0" cap="flat" cmpd="sng" algn="ctr">
                      <a:solidFill>
                        <a:srgbClr val="F4F4F4"/>
                      </a:solidFill>
                      <a:prstDash val="solid"/>
                      <a:round/>
                      <a:headEnd type="none" w="med" len="med"/>
                      <a:tailEnd type="none" w="med" len="med"/>
                    </a:lnT>
                    <a:lnB w="0" cap="flat" cmpd="sng" algn="ctr">
                      <a:solidFill>
                        <a:srgbClr val="F4F4F4"/>
                      </a:solidFill>
                      <a:prstDash val="solid"/>
                      <a:round/>
                      <a:headEnd type="none" w="med" len="med"/>
                      <a:tailEnd type="none" w="med" len="med"/>
                    </a:lnB>
                    <a:solidFill>
                      <a:srgbClr val="EDF0F2"/>
                    </a:solidFill>
                  </a:tcPr>
                </a:tc>
                <a:tc>
                  <a:txBody>
                    <a:bodyPr/>
                    <a:lstStyle/>
                    <a:p>
                      <a:pPr algn="ctr">
                        <a:lnSpc>
                          <a:spcPts val="2700"/>
                        </a:lnSpc>
                        <a:defRPr/>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3600"/>
                        </a:lnSpc>
                      </a:pPr>
                      <a:r>
                        <a:rPr lang="en-US" sz="2400" b="1" spc="36">
                          <a:solidFill>
                            <a:srgbClr val="191919"/>
                          </a:solidFill>
                          <a:latin typeface="Outfit" panose="020B0604020202020204" charset="0"/>
                          <a:ea typeface="Outfit Bold"/>
                          <a:cs typeface="Outfit Bold"/>
                          <a:sym typeface="Outfit Bold"/>
                        </a:rPr>
                        <a:t>2015</a:t>
                      </a:r>
                    </a:p>
                    <a:p>
                      <a:pPr algn="ctr">
                        <a:lnSpc>
                          <a:spcPts val="2700"/>
                        </a:lnSpc>
                      </a:pPr>
                      <a:r>
                        <a:rPr lang="en-US" sz="1800" spc="27">
                          <a:solidFill>
                            <a:srgbClr val="191919"/>
                          </a:solidFill>
                          <a:latin typeface="Outfit" panose="020B0604020202020204" charset="0"/>
                          <a:ea typeface="Outfit"/>
                          <a:cs typeface="Outfit"/>
                          <a:sym typeface="Outfit"/>
                        </a:rPr>
                        <a:t>Lorem ipsum dolor sit amet.</a:t>
                      </a:r>
                    </a:p>
                  </a:txBody>
                  <a:tcPr marL="190500" marR="190500" marT="190500" marB="190500">
                    <a:lnL w="0" cap="flat" cmpd="sng" algn="ctr">
                      <a:solidFill>
                        <a:srgbClr val="F4F4F4"/>
                      </a:solidFill>
                      <a:prstDash val="solid"/>
                      <a:round/>
                      <a:headEnd type="none" w="med" len="med"/>
                      <a:tailEnd type="none" w="med" len="med"/>
                    </a:lnL>
                    <a:lnR w="0" cap="flat" cmpd="sng" algn="ctr">
                      <a:solidFill>
                        <a:srgbClr val="F4F4F4"/>
                      </a:solidFill>
                      <a:prstDash val="solid"/>
                      <a:round/>
                      <a:headEnd type="none" w="med" len="med"/>
                      <a:tailEnd type="none" w="med" len="med"/>
                    </a:lnR>
                    <a:lnT w="0" cap="flat" cmpd="sng" algn="ctr">
                      <a:solidFill>
                        <a:srgbClr val="F4F4F4"/>
                      </a:solidFill>
                      <a:prstDash val="solid"/>
                      <a:round/>
                      <a:headEnd type="none" w="med" len="med"/>
                      <a:tailEnd type="none" w="med" len="med"/>
                    </a:lnT>
                    <a:lnB w="0" cap="flat" cmpd="sng" algn="ctr">
                      <a:solidFill>
                        <a:srgbClr val="F4F4F4"/>
                      </a:solidFill>
                      <a:prstDash val="solid"/>
                      <a:round/>
                      <a:headEnd type="none" w="med" len="med"/>
                      <a:tailEnd type="none" w="med" len="med"/>
                    </a:lnB>
                    <a:solidFill>
                      <a:srgbClr val="EDF0F2"/>
                    </a:solidFill>
                  </a:tcPr>
                </a:tc>
                <a:tc>
                  <a:txBody>
                    <a:bodyPr/>
                    <a:lstStyle/>
                    <a:p>
                      <a:pPr algn="ctr">
                        <a:lnSpc>
                          <a:spcPts val="2700"/>
                        </a:lnSpc>
                        <a:defRPr/>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2700"/>
                        </a:lnSpc>
                      </a:pPr>
                      <a:endParaRPr lang="en-US" sz="1100">
                        <a:latin typeface="Outfit" panose="020B0604020202020204" charset="0"/>
                      </a:endParaRPr>
                    </a:p>
                    <a:p>
                      <a:pPr algn="ctr">
                        <a:lnSpc>
                          <a:spcPts val="3599"/>
                        </a:lnSpc>
                      </a:pPr>
                      <a:r>
                        <a:rPr lang="en-US" sz="2399" b="1" spc="35">
                          <a:solidFill>
                            <a:srgbClr val="191919"/>
                          </a:solidFill>
                          <a:latin typeface="Outfit" panose="020B0604020202020204" charset="0"/>
                          <a:ea typeface="Outfit Bold"/>
                          <a:cs typeface="Outfit Bold"/>
                          <a:sym typeface="Outfit Bold"/>
                        </a:rPr>
                        <a:t>2016</a:t>
                      </a:r>
                    </a:p>
                    <a:p>
                      <a:pPr algn="ctr">
                        <a:lnSpc>
                          <a:spcPts val="2700"/>
                        </a:lnSpc>
                      </a:pPr>
                      <a:r>
                        <a:rPr lang="en-US" sz="1800" spc="27">
                          <a:solidFill>
                            <a:srgbClr val="191919"/>
                          </a:solidFill>
                          <a:latin typeface="Outfit" panose="020B0604020202020204" charset="0"/>
                          <a:ea typeface="Outfit"/>
                          <a:cs typeface="Outfit"/>
                          <a:sym typeface="Outfit"/>
                        </a:rPr>
                        <a:t>Lorem ipsum dolor sit amet.</a:t>
                      </a:r>
                    </a:p>
                    <a:p>
                      <a:pPr algn="ctr">
                        <a:lnSpc>
                          <a:spcPts val="2700"/>
                        </a:lnSpc>
                      </a:pPr>
                      <a:endParaRPr lang="en-US" sz="1800" spc="27">
                        <a:solidFill>
                          <a:srgbClr val="191919"/>
                        </a:solidFill>
                        <a:latin typeface="Outfit" panose="020B0604020202020204" charset="0"/>
                        <a:ea typeface="Outfit"/>
                        <a:cs typeface="Outfit"/>
                        <a:sym typeface="Outfit"/>
                      </a:endParaRPr>
                    </a:p>
                  </a:txBody>
                  <a:tcPr marL="190500" marR="190500" marT="190500" marB="190500">
                    <a:lnL w="0" cap="flat" cmpd="sng" algn="ctr">
                      <a:solidFill>
                        <a:srgbClr val="F4F4F4"/>
                      </a:solidFill>
                      <a:prstDash val="solid"/>
                      <a:round/>
                      <a:headEnd type="none" w="med" len="med"/>
                      <a:tailEnd type="none" w="med" len="med"/>
                    </a:lnL>
                    <a:lnR w="0" cap="flat" cmpd="sng" algn="ctr">
                      <a:solidFill>
                        <a:srgbClr val="F4F4F4"/>
                      </a:solidFill>
                      <a:prstDash val="solid"/>
                      <a:round/>
                      <a:headEnd type="none" w="med" len="med"/>
                      <a:tailEnd type="none" w="med" len="med"/>
                    </a:lnR>
                    <a:lnT w="0" cap="flat" cmpd="sng" algn="ctr">
                      <a:solidFill>
                        <a:srgbClr val="F4F4F4"/>
                      </a:solidFill>
                      <a:prstDash val="solid"/>
                      <a:round/>
                      <a:headEnd type="none" w="med" len="med"/>
                      <a:tailEnd type="none" w="med" len="med"/>
                    </a:lnT>
                    <a:lnB w="0" cap="flat" cmpd="sng" algn="ctr">
                      <a:solidFill>
                        <a:srgbClr val="F4F4F4"/>
                      </a:solidFill>
                      <a:prstDash val="solid"/>
                      <a:round/>
                      <a:headEnd type="none" w="med" len="med"/>
                      <a:tailEnd type="none" w="med" len="med"/>
                    </a:lnB>
                    <a:solidFill>
                      <a:srgbClr val="EDF0F2"/>
                    </a:solidFill>
                  </a:tcPr>
                </a:tc>
                <a:tc>
                  <a:txBody>
                    <a:bodyPr/>
                    <a:lstStyle/>
                    <a:p>
                      <a:pPr algn="ctr">
                        <a:lnSpc>
                          <a:spcPts val="2700"/>
                        </a:lnSpc>
                        <a:defRPr/>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2700"/>
                        </a:lnSpc>
                      </a:pPr>
                      <a:endParaRPr lang="en-US" sz="1100" dirty="0">
                        <a:latin typeface="Outfit" panose="020B0604020202020204" charset="0"/>
                      </a:endParaRPr>
                    </a:p>
                    <a:p>
                      <a:pPr algn="ctr">
                        <a:lnSpc>
                          <a:spcPts val="3599"/>
                        </a:lnSpc>
                      </a:pPr>
                      <a:r>
                        <a:rPr lang="en-US" sz="2399" b="1" spc="35" dirty="0">
                          <a:solidFill>
                            <a:srgbClr val="191919"/>
                          </a:solidFill>
                          <a:latin typeface="Outfit" panose="020B0604020202020204" charset="0"/>
                          <a:ea typeface="Outfit Bold"/>
                          <a:cs typeface="Outfit Bold"/>
                          <a:sym typeface="Outfit Bold"/>
                        </a:rPr>
                        <a:t>PRESENT</a:t>
                      </a:r>
                    </a:p>
                    <a:p>
                      <a:pPr algn="ctr">
                        <a:lnSpc>
                          <a:spcPts val="2700"/>
                        </a:lnSpc>
                      </a:pPr>
                      <a:r>
                        <a:rPr lang="en-US" sz="1800" spc="27" dirty="0">
                          <a:solidFill>
                            <a:srgbClr val="191919"/>
                          </a:solidFill>
                          <a:latin typeface="Outfit" panose="020B0604020202020204" charset="0"/>
                          <a:ea typeface="Outfit"/>
                          <a:cs typeface="Outfit"/>
                          <a:sym typeface="Outfit"/>
                        </a:rPr>
                        <a:t>Lorem ipsum dolor sit </a:t>
                      </a:r>
                      <a:r>
                        <a:rPr lang="en-US" sz="1800" spc="27" dirty="0" err="1">
                          <a:solidFill>
                            <a:srgbClr val="191919"/>
                          </a:solidFill>
                          <a:latin typeface="Outfit" panose="020B0604020202020204" charset="0"/>
                          <a:ea typeface="Outfit"/>
                          <a:cs typeface="Outfit"/>
                          <a:sym typeface="Outfit"/>
                        </a:rPr>
                        <a:t>amet</a:t>
                      </a:r>
                      <a:r>
                        <a:rPr lang="en-US" sz="1800" spc="27" dirty="0">
                          <a:solidFill>
                            <a:srgbClr val="191919"/>
                          </a:solidFill>
                          <a:latin typeface="Outfit" panose="020B0604020202020204" charset="0"/>
                          <a:ea typeface="Outfit"/>
                          <a:cs typeface="Outfit"/>
                          <a:sym typeface="Outfit"/>
                        </a:rPr>
                        <a:t>.</a:t>
                      </a:r>
                    </a:p>
                  </a:txBody>
                  <a:tcPr marL="190500" marR="190500" marT="190500" marB="190500">
                    <a:lnL w="0" cap="flat" cmpd="sng" algn="ctr">
                      <a:solidFill>
                        <a:srgbClr val="F4F4F4"/>
                      </a:solidFill>
                      <a:prstDash val="solid"/>
                      <a:round/>
                      <a:headEnd type="none" w="med" len="med"/>
                      <a:tailEnd type="none" w="med" len="med"/>
                    </a:lnL>
                    <a:lnR w="0" cap="flat" cmpd="sng" algn="ctr">
                      <a:solidFill>
                        <a:srgbClr val="F4F4F4"/>
                      </a:solidFill>
                      <a:prstDash val="solid"/>
                      <a:round/>
                      <a:headEnd type="none" w="med" len="med"/>
                      <a:tailEnd type="none" w="med" len="med"/>
                    </a:lnR>
                    <a:lnT w="0" cap="flat" cmpd="sng" algn="ctr">
                      <a:solidFill>
                        <a:srgbClr val="F4F4F4"/>
                      </a:solidFill>
                      <a:prstDash val="solid"/>
                      <a:round/>
                      <a:headEnd type="none" w="med" len="med"/>
                      <a:tailEnd type="none" w="med" len="med"/>
                    </a:lnT>
                    <a:lnB w="0" cap="flat" cmpd="sng" algn="ctr">
                      <a:solidFill>
                        <a:srgbClr val="F4F4F4"/>
                      </a:solidFill>
                      <a:prstDash val="solid"/>
                      <a:round/>
                      <a:headEnd type="none" w="med" len="med"/>
                      <a:tailEnd type="none" w="med" len="med"/>
                    </a:lnB>
                    <a:solidFill>
                      <a:srgbClr val="EDF0F2"/>
                    </a:solidFill>
                  </a:tcPr>
                </a:tc>
                <a:extLst>
                  <a:ext uri="{0D108BD9-81ED-4DB2-BD59-A6C34878D82A}">
                    <a16:rowId xmlns:a16="http://schemas.microsoft.com/office/drawing/2014/main" val="10000"/>
                  </a:ext>
                </a:extLst>
              </a:tr>
            </a:tbl>
          </a:graphicData>
        </a:graphic>
      </p:graphicFrame>
      <p:sp>
        <p:nvSpPr>
          <p:cNvPr id="6" name="TextBox 6"/>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7" name="TextBox 7"/>
          <p:cNvSpPr txBox="1"/>
          <p:nvPr/>
        </p:nvSpPr>
        <p:spPr>
          <a:xfrm>
            <a:off x="1256705" y="9549449"/>
            <a:ext cx="724495" cy="405764"/>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8" name="Group 8"/>
          <p:cNvGrpSpPr>
            <a:grpSpLocks noChangeAspect="1"/>
          </p:cNvGrpSpPr>
          <p:nvPr/>
        </p:nvGrpSpPr>
        <p:grpSpPr>
          <a:xfrm>
            <a:off x="16331765" y="473688"/>
            <a:ext cx="927535" cy="555012"/>
            <a:chOff x="0" y="0"/>
            <a:chExt cx="1855064" cy="1110031"/>
          </a:xfrm>
        </p:grpSpPr>
        <p:sp>
          <p:nvSpPr>
            <p:cNvPr id="9" name="Freeform 9"/>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10" name="Freeform 10"/>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11" name="Freeform 11"/>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grpSp>
        <p:nvGrpSpPr>
          <p:cNvPr id="12" name="Group 12"/>
          <p:cNvGrpSpPr/>
          <p:nvPr/>
        </p:nvGrpSpPr>
        <p:grpSpPr>
          <a:xfrm rot="-829633">
            <a:off x="-1863456" y="-2070471"/>
            <a:ext cx="20724935" cy="5634207"/>
            <a:chOff x="0" y="0"/>
            <a:chExt cx="5458419" cy="1483906"/>
          </a:xfrm>
        </p:grpSpPr>
        <p:sp>
          <p:nvSpPr>
            <p:cNvPr id="13" name="Freeform 13"/>
            <p:cNvSpPr/>
            <p:nvPr/>
          </p:nvSpPr>
          <p:spPr>
            <a:xfrm>
              <a:off x="0" y="0"/>
              <a:ext cx="5458419" cy="1483907"/>
            </a:xfrm>
            <a:custGeom>
              <a:avLst/>
              <a:gdLst/>
              <a:ahLst/>
              <a:cxnLst/>
              <a:rect l="l" t="t" r="r" b="b"/>
              <a:pathLst>
                <a:path w="5458419" h="1483907">
                  <a:moveTo>
                    <a:pt x="0" y="0"/>
                  </a:moveTo>
                  <a:lnTo>
                    <a:pt x="5458419" y="0"/>
                  </a:lnTo>
                  <a:lnTo>
                    <a:pt x="5458419" y="1483907"/>
                  </a:lnTo>
                  <a:lnTo>
                    <a:pt x="0" y="1483907"/>
                  </a:lnTo>
                  <a:close/>
                </a:path>
              </a:pathLst>
            </a:custGeom>
            <a:solidFill>
              <a:srgbClr val="FFFFFF"/>
            </a:solidFill>
          </p:spPr>
          <p:txBody>
            <a:bodyPr/>
            <a:lstStyle/>
            <a:p>
              <a:endParaRPr lang="en-US"/>
            </a:p>
          </p:txBody>
        </p:sp>
        <p:sp>
          <p:nvSpPr>
            <p:cNvPr id="14" name="TextBox 14"/>
            <p:cNvSpPr txBox="1"/>
            <p:nvPr/>
          </p:nvSpPr>
          <p:spPr>
            <a:xfrm>
              <a:off x="0" y="-38100"/>
              <a:ext cx="5458419" cy="1522006"/>
            </a:xfrm>
            <a:prstGeom prst="rect">
              <a:avLst/>
            </a:prstGeom>
          </p:spPr>
          <p:txBody>
            <a:bodyPr lIns="50800" tIns="50800" rIns="50800" bIns="50800" rtlCol="0" anchor="ctr"/>
            <a:lstStyle/>
            <a:p>
              <a:pPr algn="ctr">
                <a:lnSpc>
                  <a:spcPts val="2100"/>
                </a:lnSpc>
              </a:pPr>
              <a:endParaRPr/>
            </a:p>
          </p:txBody>
        </p:sp>
      </p:grpSp>
      <p:grpSp>
        <p:nvGrpSpPr>
          <p:cNvPr id="15" name="Group 15"/>
          <p:cNvGrpSpPr/>
          <p:nvPr/>
        </p:nvGrpSpPr>
        <p:grpSpPr>
          <a:xfrm rot="-829633">
            <a:off x="101452" y="8486967"/>
            <a:ext cx="20724935" cy="5634207"/>
            <a:chOff x="0" y="0"/>
            <a:chExt cx="5458419" cy="1483906"/>
          </a:xfrm>
        </p:grpSpPr>
        <p:sp>
          <p:nvSpPr>
            <p:cNvPr id="16" name="Freeform 16"/>
            <p:cNvSpPr/>
            <p:nvPr/>
          </p:nvSpPr>
          <p:spPr>
            <a:xfrm>
              <a:off x="0" y="0"/>
              <a:ext cx="5458419" cy="1483907"/>
            </a:xfrm>
            <a:custGeom>
              <a:avLst/>
              <a:gdLst/>
              <a:ahLst/>
              <a:cxnLst/>
              <a:rect l="l" t="t" r="r" b="b"/>
              <a:pathLst>
                <a:path w="5458419" h="1483907">
                  <a:moveTo>
                    <a:pt x="0" y="0"/>
                  </a:moveTo>
                  <a:lnTo>
                    <a:pt x="5458419" y="0"/>
                  </a:lnTo>
                  <a:lnTo>
                    <a:pt x="5458419" y="1483907"/>
                  </a:lnTo>
                  <a:lnTo>
                    <a:pt x="0" y="1483907"/>
                  </a:lnTo>
                  <a:close/>
                </a:path>
              </a:pathLst>
            </a:custGeom>
            <a:solidFill>
              <a:srgbClr val="FFFFFF"/>
            </a:solidFill>
          </p:spPr>
          <p:txBody>
            <a:bodyPr/>
            <a:lstStyle/>
            <a:p>
              <a:endParaRPr lang="en-US"/>
            </a:p>
          </p:txBody>
        </p:sp>
        <p:sp>
          <p:nvSpPr>
            <p:cNvPr id="17" name="TextBox 17"/>
            <p:cNvSpPr txBox="1"/>
            <p:nvPr/>
          </p:nvSpPr>
          <p:spPr>
            <a:xfrm>
              <a:off x="0" y="-38100"/>
              <a:ext cx="5458419" cy="1522006"/>
            </a:xfrm>
            <a:prstGeom prst="rect">
              <a:avLst/>
            </a:prstGeom>
          </p:spPr>
          <p:txBody>
            <a:bodyPr lIns="50800" tIns="50800" rIns="50800" bIns="50800" rtlCol="0" anchor="ctr"/>
            <a:lstStyle/>
            <a:p>
              <a:pPr algn="ctr">
                <a:lnSpc>
                  <a:spcPts val="2100"/>
                </a:lnSpc>
              </a:pPr>
              <a:endParaRPr/>
            </a:p>
          </p:txBody>
        </p:sp>
      </p:grpSp>
      <p:sp>
        <p:nvSpPr>
          <p:cNvPr id="18" name="AutoShape 18"/>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19" name="Group 19"/>
          <p:cNvGrpSpPr>
            <a:grpSpLocks noChangeAspect="1"/>
          </p:cNvGrpSpPr>
          <p:nvPr/>
        </p:nvGrpSpPr>
        <p:grpSpPr>
          <a:xfrm>
            <a:off x="16331765" y="469127"/>
            <a:ext cx="927535" cy="555012"/>
            <a:chOff x="0" y="0"/>
            <a:chExt cx="1855064" cy="1110031"/>
          </a:xfrm>
        </p:grpSpPr>
        <p:sp>
          <p:nvSpPr>
            <p:cNvPr id="20" name="Freeform 20"/>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21" name="Freeform 21"/>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22" name="Freeform 22"/>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23" name="AutoShape 23"/>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24" name="TextBox 24"/>
          <p:cNvSpPr txBox="1"/>
          <p:nvPr/>
        </p:nvSpPr>
        <p:spPr>
          <a:xfrm>
            <a:off x="1028700" y="426063"/>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25" name="TextBox 25"/>
          <p:cNvSpPr txBox="1"/>
          <p:nvPr/>
        </p:nvSpPr>
        <p:spPr>
          <a:xfrm>
            <a:off x="1028700" y="1461010"/>
            <a:ext cx="5161015"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Timeline - Slide 3</a:t>
            </a:r>
          </a:p>
        </p:txBody>
      </p:sp>
      <p:sp>
        <p:nvSpPr>
          <p:cNvPr id="26" name="TextBox 26"/>
          <p:cNvSpPr txBox="1"/>
          <p:nvPr/>
        </p:nvSpPr>
        <p:spPr>
          <a:xfrm>
            <a:off x="17035246" y="93249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546881-F14E-EA32-A239-D8A61F7DCAB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75BC53F-138F-301A-52B5-F92B45041497}"/>
              </a:ext>
            </a:extLst>
          </p:cNvPr>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A31B8E96-C4AD-7577-709B-0D96619BCD9D}"/>
              </a:ext>
            </a:extLst>
          </p:cNvPr>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TextBox 4">
            <a:extLst>
              <a:ext uri="{FF2B5EF4-FFF2-40B4-BE49-F238E27FC236}">
                <a16:creationId xmlns:a16="http://schemas.microsoft.com/office/drawing/2014/main" id="{4D410325-FF26-A72C-CA59-6362C28CA90A}"/>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5" name="TextBox 5">
            <a:extLst>
              <a:ext uri="{FF2B5EF4-FFF2-40B4-BE49-F238E27FC236}">
                <a16:creationId xmlns:a16="http://schemas.microsoft.com/office/drawing/2014/main" id="{164B390E-5D98-147F-F839-07B0FF16FDCE}"/>
              </a:ext>
            </a:extLst>
          </p:cNvPr>
          <p:cNvSpPr txBox="1"/>
          <p:nvPr/>
        </p:nvSpPr>
        <p:spPr>
          <a:xfrm>
            <a:off x="1256705" y="9549449"/>
            <a:ext cx="6482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6" name="Group 6">
            <a:extLst>
              <a:ext uri="{FF2B5EF4-FFF2-40B4-BE49-F238E27FC236}">
                <a16:creationId xmlns:a16="http://schemas.microsoft.com/office/drawing/2014/main" id="{359D7369-1672-0B78-863F-DB20DD9EEB85}"/>
              </a:ext>
            </a:extLst>
          </p:cNvPr>
          <p:cNvGrpSpPr>
            <a:grpSpLocks noChangeAspect="1"/>
          </p:cNvGrpSpPr>
          <p:nvPr/>
        </p:nvGrpSpPr>
        <p:grpSpPr>
          <a:xfrm>
            <a:off x="16331765" y="473688"/>
            <a:ext cx="927535" cy="555012"/>
            <a:chOff x="0" y="0"/>
            <a:chExt cx="1855064" cy="1110031"/>
          </a:xfrm>
        </p:grpSpPr>
        <p:sp>
          <p:nvSpPr>
            <p:cNvPr id="7" name="Freeform 7">
              <a:extLst>
                <a:ext uri="{FF2B5EF4-FFF2-40B4-BE49-F238E27FC236}">
                  <a16:creationId xmlns:a16="http://schemas.microsoft.com/office/drawing/2014/main" id="{A2E415CF-E464-9C47-8393-F9AE357E6A93}"/>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8" name="Freeform 8">
              <a:extLst>
                <a:ext uri="{FF2B5EF4-FFF2-40B4-BE49-F238E27FC236}">
                  <a16:creationId xmlns:a16="http://schemas.microsoft.com/office/drawing/2014/main" id="{C6D6296C-A8DD-0B96-604A-A2F8F06FAFA8}"/>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9" name="Freeform 9">
              <a:extLst>
                <a:ext uri="{FF2B5EF4-FFF2-40B4-BE49-F238E27FC236}">
                  <a16:creationId xmlns:a16="http://schemas.microsoft.com/office/drawing/2014/main" id="{C3CBD2BB-9F32-87C2-4EEF-98ED932E6AB0}"/>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10" name="TextBox 10">
            <a:extLst>
              <a:ext uri="{FF2B5EF4-FFF2-40B4-BE49-F238E27FC236}">
                <a16:creationId xmlns:a16="http://schemas.microsoft.com/office/drawing/2014/main" id="{911C02B1-1EFB-C916-15C0-84B25BD11B58}"/>
              </a:ext>
            </a:extLst>
          </p:cNvPr>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24" name="TextBox 24">
            <a:extLst>
              <a:ext uri="{FF2B5EF4-FFF2-40B4-BE49-F238E27FC236}">
                <a16:creationId xmlns:a16="http://schemas.microsoft.com/office/drawing/2014/main" id="{9C6A33B8-4086-5250-DD5A-C793BFCA40F6}"/>
              </a:ext>
            </a:extLst>
          </p:cNvPr>
          <p:cNvSpPr txBox="1"/>
          <p:nvPr/>
        </p:nvSpPr>
        <p:spPr>
          <a:xfrm>
            <a:off x="1028700" y="1461010"/>
            <a:ext cx="3937130"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Bar Graph</a:t>
            </a:r>
          </a:p>
        </p:txBody>
      </p:sp>
      <p:graphicFrame>
        <p:nvGraphicFramePr>
          <p:cNvPr id="25" name="Chart Placeholder 10">
            <a:extLst>
              <a:ext uri="{FF2B5EF4-FFF2-40B4-BE49-F238E27FC236}">
                <a16:creationId xmlns:a16="http://schemas.microsoft.com/office/drawing/2014/main" id="{D1682976-3D3A-202D-817F-167264050D37}"/>
              </a:ext>
            </a:extLst>
          </p:cNvPr>
          <p:cNvGraphicFramePr>
            <a:graphicFrameLocks/>
          </p:cNvGraphicFramePr>
          <p:nvPr>
            <p:extLst>
              <p:ext uri="{D42A27DB-BD31-4B8C-83A1-F6EECF244321}">
                <p14:modId xmlns:p14="http://schemas.microsoft.com/office/powerpoint/2010/main" val="1813055707"/>
              </p:ext>
            </p:extLst>
          </p:nvPr>
        </p:nvGraphicFramePr>
        <p:xfrm>
          <a:off x="1269115" y="2843431"/>
          <a:ext cx="15799685" cy="580526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875461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5" name="TextBox 5"/>
          <p:cNvSpPr txBox="1"/>
          <p:nvPr/>
        </p:nvSpPr>
        <p:spPr>
          <a:xfrm>
            <a:off x="1256705" y="9549448"/>
            <a:ext cx="7244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6" name="Group 6"/>
          <p:cNvGrpSpPr>
            <a:grpSpLocks noChangeAspect="1"/>
          </p:cNvGrpSpPr>
          <p:nvPr/>
        </p:nvGrpSpPr>
        <p:grpSpPr>
          <a:xfrm>
            <a:off x="16331765" y="473688"/>
            <a:ext cx="927535" cy="555012"/>
            <a:chOff x="0" y="0"/>
            <a:chExt cx="1855064" cy="1110031"/>
          </a:xfrm>
        </p:grpSpPr>
        <p:sp>
          <p:nvSpPr>
            <p:cNvPr id="7" name="Freeform 7"/>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8" name="Freeform 8"/>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9" name="Freeform 9"/>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10" name="TextBox 10"/>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p:cNvSpPr txBox="1"/>
          <p:nvPr/>
        </p:nvSpPr>
        <p:spPr>
          <a:xfrm>
            <a:off x="1028700" y="1461010"/>
            <a:ext cx="5893654" cy="832023"/>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Pie Graph with Text</a:t>
            </a:r>
          </a:p>
        </p:txBody>
      </p:sp>
      <p:grpSp>
        <p:nvGrpSpPr>
          <p:cNvPr id="12" name="Group 12"/>
          <p:cNvGrpSpPr/>
          <p:nvPr/>
        </p:nvGrpSpPr>
        <p:grpSpPr>
          <a:xfrm>
            <a:off x="3600755" y="7361530"/>
            <a:ext cx="3846536" cy="1287170"/>
            <a:chOff x="0" y="0"/>
            <a:chExt cx="932414" cy="312015"/>
          </a:xfrm>
        </p:grpSpPr>
        <p:sp>
          <p:nvSpPr>
            <p:cNvPr id="13" name="Freeform 13"/>
            <p:cNvSpPr/>
            <p:nvPr/>
          </p:nvSpPr>
          <p:spPr>
            <a:xfrm>
              <a:off x="0" y="0"/>
              <a:ext cx="932414" cy="312015"/>
            </a:xfrm>
            <a:custGeom>
              <a:avLst/>
              <a:gdLst/>
              <a:ahLst/>
              <a:cxnLst/>
              <a:rect l="l" t="t" r="r" b="b"/>
              <a:pathLst>
                <a:path w="932414" h="312015">
                  <a:moveTo>
                    <a:pt x="14089" y="0"/>
                  </a:moveTo>
                  <a:lnTo>
                    <a:pt x="918325" y="0"/>
                  </a:lnTo>
                  <a:cubicBezTo>
                    <a:pt x="922062" y="0"/>
                    <a:pt x="925646" y="1484"/>
                    <a:pt x="928288" y="4127"/>
                  </a:cubicBezTo>
                  <a:cubicBezTo>
                    <a:pt x="930930" y="6769"/>
                    <a:pt x="932414" y="10352"/>
                    <a:pt x="932414" y="14089"/>
                  </a:cubicBezTo>
                  <a:lnTo>
                    <a:pt x="932414" y="297926"/>
                  </a:lnTo>
                  <a:cubicBezTo>
                    <a:pt x="932414" y="301662"/>
                    <a:pt x="930930" y="305246"/>
                    <a:pt x="928288" y="307888"/>
                  </a:cubicBezTo>
                  <a:cubicBezTo>
                    <a:pt x="925646" y="310530"/>
                    <a:pt x="922062" y="312015"/>
                    <a:pt x="918325" y="312015"/>
                  </a:cubicBezTo>
                  <a:lnTo>
                    <a:pt x="14089" y="312015"/>
                  </a:lnTo>
                  <a:cubicBezTo>
                    <a:pt x="10352" y="312015"/>
                    <a:pt x="6769" y="310530"/>
                    <a:pt x="4127" y="307888"/>
                  </a:cubicBezTo>
                  <a:cubicBezTo>
                    <a:pt x="1484" y="305246"/>
                    <a:pt x="0" y="301662"/>
                    <a:pt x="0" y="297926"/>
                  </a:cubicBezTo>
                  <a:lnTo>
                    <a:pt x="0" y="14089"/>
                  </a:lnTo>
                  <a:cubicBezTo>
                    <a:pt x="0" y="10352"/>
                    <a:pt x="1484" y="6769"/>
                    <a:pt x="4127" y="4127"/>
                  </a:cubicBezTo>
                  <a:cubicBezTo>
                    <a:pt x="6769" y="1484"/>
                    <a:pt x="10352" y="0"/>
                    <a:pt x="14089" y="0"/>
                  </a:cubicBezTo>
                  <a:close/>
                </a:path>
              </a:pathLst>
            </a:custGeom>
            <a:solidFill>
              <a:srgbClr val="000000">
                <a:alpha val="0"/>
              </a:srgbClr>
            </a:solidFill>
            <a:ln w="19050" cap="sq">
              <a:solidFill>
                <a:srgbClr val="000000"/>
              </a:solidFill>
              <a:prstDash val="solid"/>
              <a:miter/>
            </a:ln>
          </p:spPr>
          <p:txBody>
            <a:bodyPr/>
            <a:lstStyle/>
            <a:p>
              <a:endParaRPr lang="en-US"/>
            </a:p>
          </p:txBody>
        </p:sp>
        <p:sp>
          <p:nvSpPr>
            <p:cNvPr id="14" name="TextBox 14"/>
            <p:cNvSpPr txBox="1"/>
            <p:nvPr/>
          </p:nvSpPr>
          <p:spPr>
            <a:xfrm>
              <a:off x="0" y="-28575"/>
              <a:ext cx="932414" cy="340590"/>
            </a:xfrm>
            <a:prstGeom prst="rect">
              <a:avLst/>
            </a:prstGeom>
          </p:spPr>
          <p:txBody>
            <a:bodyPr lIns="50800" tIns="50800" rIns="50800" bIns="50800" rtlCol="0" anchor="ctr"/>
            <a:lstStyle/>
            <a:p>
              <a:pPr marL="0" lvl="0" indent="0" algn="ctr">
                <a:lnSpc>
                  <a:spcPts val="1960"/>
                </a:lnSpc>
                <a:spcBef>
                  <a:spcPct val="0"/>
                </a:spcBef>
              </a:pPr>
              <a:endParaRPr/>
            </a:p>
          </p:txBody>
        </p:sp>
      </p:grpSp>
      <p:sp>
        <p:nvSpPr>
          <p:cNvPr id="15" name="TextBox 15"/>
          <p:cNvSpPr txBox="1"/>
          <p:nvPr/>
        </p:nvSpPr>
        <p:spPr>
          <a:xfrm>
            <a:off x="3719894" y="7576716"/>
            <a:ext cx="3608257" cy="897682"/>
          </a:xfrm>
          <a:prstGeom prst="rect">
            <a:avLst/>
          </a:prstGeom>
        </p:spPr>
        <p:txBody>
          <a:bodyPr lIns="0" tIns="0" rIns="0" bIns="0" rtlCol="0" anchor="t">
            <a:spAutoFit/>
          </a:bodyPr>
          <a:lstStyle/>
          <a:p>
            <a:pPr algn="ctr">
              <a:lnSpc>
                <a:spcPts val="3529"/>
              </a:lnSpc>
            </a:pPr>
            <a:r>
              <a:rPr lang="en-US" sz="3208" b="1" dirty="0">
                <a:solidFill>
                  <a:srgbClr val="000000"/>
                </a:solidFill>
                <a:latin typeface="Outfit" panose="020B0604020202020204" charset="0"/>
                <a:ea typeface="Arial Unicode Bold"/>
                <a:cs typeface="Arial Unicode Bold"/>
                <a:sym typeface="Arial Unicode Bold"/>
              </a:rPr>
              <a:t>October</a:t>
            </a:r>
          </a:p>
          <a:p>
            <a:pPr algn="ctr">
              <a:lnSpc>
                <a:spcPts val="3529"/>
              </a:lnSpc>
            </a:pPr>
            <a:r>
              <a:rPr lang="en-US" sz="3208" b="1" dirty="0">
                <a:solidFill>
                  <a:srgbClr val="000000"/>
                </a:solidFill>
                <a:latin typeface="Outfit" panose="020B0604020202020204" charset="0"/>
                <a:ea typeface="Arial Unicode Bold"/>
                <a:cs typeface="Arial Unicode Bold"/>
                <a:sym typeface="Arial Unicode Bold"/>
              </a:rPr>
              <a:t>Is Peak</a:t>
            </a:r>
          </a:p>
        </p:txBody>
      </p:sp>
      <p:grpSp>
        <p:nvGrpSpPr>
          <p:cNvPr id="16" name="Group 16"/>
          <p:cNvGrpSpPr/>
          <p:nvPr/>
        </p:nvGrpSpPr>
        <p:grpSpPr>
          <a:xfrm>
            <a:off x="7769371" y="7361530"/>
            <a:ext cx="3306684" cy="1287170"/>
            <a:chOff x="0" y="0"/>
            <a:chExt cx="801552" cy="312015"/>
          </a:xfrm>
        </p:grpSpPr>
        <p:sp>
          <p:nvSpPr>
            <p:cNvPr id="17" name="Freeform 17"/>
            <p:cNvSpPr/>
            <p:nvPr/>
          </p:nvSpPr>
          <p:spPr>
            <a:xfrm>
              <a:off x="0" y="0"/>
              <a:ext cx="801552" cy="312015"/>
            </a:xfrm>
            <a:custGeom>
              <a:avLst/>
              <a:gdLst/>
              <a:ahLst/>
              <a:cxnLst/>
              <a:rect l="l" t="t" r="r" b="b"/>
              <a:pathLst>
                <a:path w="801552" h="312015">
                  <a:moveTo>
                    <a:pt x="16389" y="0"/>
                  </a:moveTo>
                  <a:lnTo>
                    <a:pt x="785163" y="0"/>
                  </a:lnTo>
                  <a:cubicBezTo>
                    <a:pt x="789510" y="0"/>
                    <a:pt x="793678" y="1727"/>
                    <a:pt x="796752" y="4800"/>
                  </a:cubicBezTo>
                  <a:cubicBezTo>
                    <a:pt x="799826" y="7874"/>
                    <a:pt x="801552" y="12042"/>
                    <a:pt x="801552" y="16389"/>
                  </a:cubicBezTo>
                  <a:lnTo>
                    <a:pt x="801552" y="295626"/>
                  </a:lnTo>
                  <a:cubicBezTo>
                    <a:pt x="801552" y="304677"/>
                    <a:pt x="794215" y="312015"/>
                    <a:pt x="785163" y="312015"/>
                  </a:cubicBezTo>
                  <a:lnTo>
                    <a:pt x="16389" y="312015"/>
                  </a:lnTo>
                  <a:cubicBezTo>
                    <a:pt x="7338" y="312015"/>
                    <a:pt x="0" y="304677"/>
                    <a:pt x="0" y="295626"/>
                  </a:cubicBezTo>
                  <a:lnTo>
                    <a:pt x="0" y="16389"/>
                  </a:lnTo>
                  <a:cubicBezTo>
                    <a:pt x="0" y="7338"/>
                    <a:pt x="7338" y="0"/>
                    <a:pt x="16389" y="0"/>
                  </a:cubicBezTo>
                  <a:close/>
                </a:path>
              </a:pathLst>
            </a:custGeom>
            <a:solidFill>
              <a:srgbClr val="000000">
                <a:alpha val="0"/>
              </a:srgbClr>
            </a:solidFill>
            <a:ln w="19050" cap="sq">
              <a:solidFill>
                <a:srgbClr val="000000"/>
              </a:solidFill>
              <a:prstDash val="solid"/>
              <a:miter/>
            </a:ln>
          </p:spPr>
          <p:txBody>
            <a:bodyPr/>
            <a:lstStyle/>
            <a:p>
              <a:endParaRPr lang="en-US"/>
            </a:p>
          </p:txBody>
        </p:sp>
        <p:sp>
          <p:nvSpPr>
            <p:cNvPr id="18" name="TextBox 18"/>
            <p:cNvSpPr txBox="1"/>
            <p:nvPr/>
          </p:nvSpPr>
          <p:spPr>
            <a:xfrm>
              <a:off x="0" y="-28575"/>
              <a:ext cx="801552" cy="340590"/>
            </a:xfrm>
            <a:prstGeom prst="rect">
              <a:avLst/>
            </a:prstGeom>
          </p:spPr>
          <p:txBody>
            <a:bodyPr lIns="50800" tIns="50800" rIns="50800" bIns="50800" rtlCol="0" anchor="ctr"/>
            <a:lstStyle/>
            <a:p>
              <a:pPr marL="0" lvl="0" indent="0" algn="ctr">
                <a:lnSpc>
                  <a:spcPts val="1960"/>
                </a:lnSpc>
                <a:spcBef>
                  <a:spcPct val="0"/>
                </a:spcBef>
              </a:pPr>
              <a:endParaRPr/>
            </a:p>
          </p:txBody>
        </p:sp>
      </p:grpSp>
      <p:sp>
        <p:nvSpPr>
          <p:cNvPr id="19" name="TextBox 19"/>
          <p:cNvSpPr txBox="1"/>
          <p:nvPr/>
        </p:nvSpPr>
        <p:spPr>
          <a:xfrm>
            <a:off x="7915083" y="7576716"/>
            <a:ext cx="2961189" cy="897682"/>
          </a:xfrm>
          <a:prstGeom prst="rect">
            <a:avLst/>
          </a:prstGeom>
        </p:spPr>
        <p:txBody>
          <a:bodyPr lIns="0" tIns="0" rIns="0" bIns="0" rtlCol="0" anchor="t">
            <a:spAutoFit/>
          </a:bodyPr>
          <a:lstStyle/>
          <a:p>
            <a:pPr algn="ctr">
              <a:lnSpc>
                <a:spcPts val="3529"/>
              </a:lnSpc>
            </a:pPr>
            <a:r>
              <a:rPr lang="en-US" sz="3208" b="1" dirty="0">
                <a:solidFill>
                  <a:srgbClr val="000000"/>
                </a:solidFill>
                <a:latin typeface="Outfit" panose="020B0604020202020204" charset="0"/>
                <a:ea typeface="Arial Unicode Bold"/>
                <a:cs typeface="Arial Unicode Bold"/>
                <a:sym typeface="Arial Unicode Bold"/>
              </a:rPr>
              <a:t>+40% From Last Year</a:t>
            </a:r>
          </a:p>
        </p:txBody>
      </p:sp>
      <p:grpSp>
        <p:nvGrpSpPr>
          <p:cNvPr id="20" name="Group 20"/>
          <p:cNvGrpSpPr/>
          <p:nvPr/>
        </p:nvGrpSpPr>
        <p:grpSpPr>
          <a:xfrm>
            <a:off x="11398136" y="7361530"/>
            <a:ext cx="3765664" cy="1287170"/>
            <a:chOff x="0" y="0"/>
            <a:chExt cx="912811" cy="312015"/>
          </a:xfrm>
        </p:grpSpPr>
        <p:sp>
          <p:nvSpPr>
            <p:cNvPr id="21" name="Freeform 21"/>
            <p:cNvSpPr/>
            <p:nvPr/>
          </p:nvSpPr>
          <p:spPr>
            <a:xfrm>
              <a:off x="0" y="0"/>
              <a:ext cx="912811" cy="312015"/>
            </a:xfrm>
            <a:custGeom>
              <a:avLst/>
              <a:gdLst/>
              <a:ahLst/>
              <a:cxnLst/>
              <a:rect l="l" t="t" r="r" b="b"/>
              <a:pathLst>
                <a:path w="912811" h="312015">
                  <a:moveTo>
                    <a:pt x="14391" y="0"/>
                  </a:moveTo>
                  <a:lnTo>
                    <a:pt x="898419" y="0"/>
                  </a:lnTo>
                  <a:cubicBezTo>
                    <a:pt x="906367" y="0"/>
                    <a:pt x="912811" y="6443"/>
                    <a:pt x="912811" y="14391"/>
                  </a:cubicBezTo>
                  <a:lnTo>
                    <a:pt x="912811" y="297623"/>
                  </a:lnTo>
                  <a:cubicBezTo>
                    <a:pt x="912811" y="305572"/>
                    <a:pt x="906367" y="312015"/>
                    <a:pt x="898419" y="312015"/>
                  </a:cubicBezTo>
                  <a:lnTo>
                    <a:pt x="14391" y="312015"/>
                  </a:lnTo>
                  <a:cubicBezTo>
                    <a:pt x="6443" y="312015"/>
                    <a:pt x="0" y="305572"/>
                    <a:pt x="0" y="297623"/>
                  </a:cubicBezTo>
                  <a:lnTo>
                    <a:pt x="0" y="14391"/>
                  </a:lnTo>
                  <a:cubicBezTo>
                    <a:pt x="0" y="6443"/>
                    <a:pt x="6443" y="0"/>
                    <a:pt x="14391" y="0"/>
                  </a:cubicBezTo>
                  <a:close/>
                </a:path>
              </a:pathLst>
            </a:custGeom>
            <a:solidFill>
              <a:srgbClr val="000000">
                <a:alpha val="0"/>
              </a:srgbClr>
            </a:solidFill>
            <a:ln w="19050" cap="sq">
              <a:solidFill>
                <a:srgbClr val="000000"/>
              </a:solidFill>
              <a:prstDash val="solid"/>
              <a:miter/>
            </a:ln>
          </p:spPr>
          <p:txBody>
            <a:bodyPr/>
            <a:lstStyle/>
            <a:p>
              <a:endParaRPr lang="en-US"/>
            </a:p>
          </p:txBody>
        </p:sp>
        <p:sp>
          <p:nvSpPr>
            <p:cNvPr id="22" name="TextBox 22"/>
            <p:cNvSpPr txBox="1"/>
            <p:nvPr/>
          </p:nvSpPr>
          <p:spPr>
            <a:xfrm>
              <a:off x="0" y="-28575"/>
              <a:ext cx="912811" cy="340590"/>
            </a:xfrm>
            <a:prstGeom prst="rect">
              <a:avLst/>
            </a:prstGeom>
          </p:spPr>
          <p:txBody>
            <a:bodyPr lIns="50800" tIns="50800" rIns="50800" bIns="50800" rtlCol="0" anchor="ctr"/>
            <a:lstStyle/>
            <a:p>
              <a:pPr marL="0" lvl="0" indent="0" algn="ctr">
                <a:lnSpc>
                  <a:spcPts val="1960"/>
                </a:lnSpc>
                <a:spcBef>
                  <a:spcPct val="0"/>
                </a:spcBef>
              </a:pPr>
              <a:endParaRPr/>
            </a:p>
          </p:txBody>
        </p:sp>
      </p:grpSp>
      <p:sp>
        <p:nvSpPr>
          <p:cNvPr id="24" name="TextBox 24"/>
          <p:cNvSpPr txBox="1"/>
          <p:nvPr/>
        </p:nvSpPr>
        <p:spPr>
          <a:xfrm>
            <a:off x="11800373" y="7576716"/>
            <a:ext cx="2961189" cy="897682"/>
          </a:xfrm>
          <a:prstGeom prst="rect">
            <a:avLst/>
          </a:prstGeom>
        </p:spPr>
        <p:txBody>
          <a:bodyPr lIns="0" tIns="0" rIns="0" bIns="0" rtlCol="0" anchor="t">
            <a:spAutoFit/>
          </a:bodyPr>
          <a:lstStyle/>
          <a:p>
            <a:pPr algn="ctr">
              <a:lnSpc>
                <a:spcPts val="3529"/>
              </a:lnSpc>
            </a:pPr>
            <a:r>
              <a:rPr lang="en-US" sz="3208" b="1" dirty="0">
                <a:solidFill>
                  <a:srgbClr val="000000"/>
                </a:solidFill>
                <a:latin typeface="Outfit" panose="020B0604020202020204" charset="0"/>
                <a:ea typeface="Arial Unicode Bold"/>
                <a:cs typeface="Arial Unicode Bold"/>
                <a:sym typeface="Arial Unicode Bold"/>
              </a:rPr>
              <a:t>+40% From Last Year</a:t>
            </a:r>
          </a:p>
        </p:txBody>
      </p:sp>
      <p:graphicFrame>
        <p:nvGraphicFramePr>
          <p:cNvPr id="25" name="Chart Placeholder 14">
            <a:extLst>
              <a:ext uri="{FF2B5EF4-FFF2-40B4-BE49-F238E27FC236}">
                <a16:creationId xmlns:a16="http://schemas.microsoft.com/office/drawing/2014/main" id="{172B858C-A035-5AD5-C5D3-F234C353EDFB}"/>
              </a:ext>
            </a:extLst>
          </p:cNvPr>
          <p:cNvGraphicFramePr>
            <a:graphicFrameLocks/>
          </p:cNvGraphicFramePr>
          <p:nvPr>
            <p:extLst>
              <p:ext uri="{D42A27DB-BD31-4B8C-83A1-F6EECF244321}">
                <p14:modId xmlns:p14="http://schemas.microsoft.com/office/powerpoint/2010/main" val="3450713068"/>
              </p:ext>
            </p:extLst>
          </p:nvPr>
        </p:nvGraphicFramePr>
        <p:xfrm>
          <a:off x="1581173" y="2584436"/>
          <a:ext cx="7715227" cy="4300394"/>
        </p:xfrm>
        <a:graphic>
          <a:graphicData uri="http://schemas.openxmlformats.org/drawingml/2006/chart">
            <c:chart xmlns:c="http://schemas.openxmlformats.org/drawingml/2006/chart" xmlns:r="http://schemas.openxmlformats.org/officeDocument/2006/relationships" r:id="rId2"/>
          </a:graphicData>
        </a:graphic>
      </p:graphicFrame>
      <p:cxnSp>
        <p:nvCxnSpPr>
          <p:cNvPr id="28" name="Straight Connector 27">
            <a:extLst>
              <a:ext uri="{FF2B5EF4-FFF2-40B4-BE49-F238E27FC236}">
                <a16:creationId xmlns:a16="http://schemas.microsoft.com/office/drawing/2014/main" id="{BE06C29B-65BC-E7B9-F21D-6753A252BF35}"/>
              </a:ext>
            </a:extLst>
          </p:cNvPr>
          <p:cNvCxnSpPr/>
          <p:nvPr/>
        </p:nvCxnSpPr>
        <p:spPr>
          <a:xfrm>
            <a:off x="1600200" y="5372100"/>
            <a:ext cx="19448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89706F5-813C-B799-123B-468474883E2C}"/>
              </a:ext>
            </a:extLst>
          </p:cNvPr>
          <p:cNvCxnSpPr/>
          <p:nvPr/>
        </p:nvCxnSpPr>
        <p:spPr>
          <a:xfrm>
            <a:off x="2832310" y="3086100"/>
            <a:ext cx="19448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7917032-524C-AD68-9936-A2E70C8A7C73}"/>
              </a:ext>
            </a:extLst>
          </p:cNvPr>
          <p:cNvCxnSpPr/>
          <p:nvPr/>
        </p:nvCxnSpPr>
        <p:spPr>
          <a:xfrm>
            <a:off x="1859904" y="3695700"/>
            <a:ext cx="19448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9FD08D8-2A35-BAEC-26DC-6CDD65E446A5}"/>
              </a:ext>
            </a:extLst>
          </p:cNvPr>
          <p:cNvSpPr txBox="1"/>
          <p:nvPr/>
        </p:nvSpPr>
        <p:spPr>
          <a:xfrm>
            <a:off x="2597148" y="3089315"/>
            <a:ext cx="877626" cy="369332"/>
          </a:xfrm>
          <a:prstGeom prst="rect">
            <a:avLst/>
          </a:prstGeom>
          <a:noFill/>
        </p:spPr>
        <p:txBody>
          <a:bodyPr wrap="square" rtlCol="0">
            <a:spAutoFit/>
          </a:bodyPr>
          <a:lstStyle/>
          <a:p>
            <a:r>
              <a:rPr lang="en-US" dirty="0"/>
              <a:t>Text</a:t>
            </a:r>
          </a:p>
        </p:txBody>
      </p:sp>
      <p:sp>
        <p:nvSpPr>
          <p:cNvPr id="32" name="TextBox 31">
            <a:extLst>
              <a:ext uri="{FF2B5EF4-FFF2-40B4-BE49-F238E27FC236}">
                <a16:creationId xmlns:a16="http://schemas.microsoft.com/office/drawing/2014/main" id="{A0584EC3-34C5-BDF5-06A4-39025814B363}"/>
              </a:ext>
            </a:extLst>
          </p:cNvPr>
          <p:cNvSpPr txBox="1"/>
          <p:nvPr/>
        </p:nvSpPr>
        <p:spPr>
          <a:xfrm>
            <a:off x="1624742" y="3725996"/>
            <a:ext cx="1371600" cy="380996"/>
          </a:xfrm>
          <a:prstGeom prst="rect">
            <a:avLst/>
          </a:prstGeom>
          <a:noFill/>
        </p:spPr>
        <p:txBody>
          <a:bodyPr wrap="square" rtlCol="0">
            <a:spAutoFit/>
          </a:bodyPr>
          <a:lstStyle/>
          <a:p>
            <a:r>
              <a:rPr lang="en-US" dirty="0"/>
              <a:t>Text</a:t>
            </a:r>
          </a:p>
        </p:txBody>
      </p:sp>
      <p:sp>
        <p:nvSpPr>
          <p:cNvPr id="33" name="TextBox 32">
            <a:extLst>
              <a:ext uri="{FF2B5EF4-FFF2-40B4-BE49-F238E27FC236}">
                <a16:creationId xmlns:a16="http://schemas.microsoft.com/office/drawing/2014/main" id="{AFCD061D-05B4-B107-0EFB-9D28D826416D}"/>
              </a:ext>
            </a:extLst>
          </p:cNvPr>
          <p:cNvSpPr txBox="1"/>
          <p:nvPr/>
        </p:nvSpPr>
        <p:spPr>
          <a:xfrm>
            <a:off x="1371600" y="5396789"/>
            <a:ext cx="1371600" cy="380996"/>
          </a:xfrm>
          <a:prstGeom prst="rect">
            <a:avLst/>
          </a:prstGeom>
          <a:noFill/>
        </p:spPr>
        <p:txBody>
          <a:bodyPr wrap="square" rtlCol="0">
            <a:spAutoFit/>
          </a:bodyPr>
          <a:lstStyle/>
          <a:p>
            <a:r>
              <a:rPr lang="en-US" dirty="0"/>
              <a:t>Text</a:t>
            </a:r>
          </a:p>
        </p:txBody>
      </p:sp>
      <p:sp>
        <p:nvSpPr>
          <p:cNvPr id="34" name="TextBox 33">
            <a:extLst>
              <a:ext uri="{FF2B5EF4-FFF2-40B4-BE49-F238E27FC236}">
                <a16:creationId xmlns:a16="http://schemas.microsoft.com/office/drawing/2014/main" id="{DFB3B026-A620-F418-DDD9-E562DD5C4DC7}"/>
              </a:ext>
            </a:extLst>
          </p:cNvPr>
          <p:cNvSpPr txBox="1"/>
          <p:nvPr/>
        </p:nvSpPr>
        <p:spPr>
          <a:xfrm>
            <a:off x="6922354" y="3838639"/>
            <a:ext cx="1371600" cy="380996"/>
          </a:xfrm>
          <a:prstGeom prst="rect">
            <a:avLst/>
          </a:prstGeom>
          <a:noFill/>
        </p:spPr>
        <p:txBody>
          <a:bodyPr wrap="square" rtlCol="0">
            <a:spAutoFit/>
          </a:bodyPr>
          <a:lstStyle/>
          <a:p>
            <a:r>
              <a:rPr lang="en-US" dirty="0"/>
              <a:t>Text</a:t>
            </a:r>
          </a:p>
        </p:txBody>
      </p:sp>
      <p:sp>
        <p:nvSpPr>
          <p:cNvPr id="35" name="Text Placeholder 8">
            <a:extLst>
              <a:ext uri="{FF2B5EF4-FFF2-40B4-BE49-F238E27FC236}">
                <a16:creationId xmlns:a16="http://schemas.microsoft.com/office/drawing/2014/main" id="{7EFA085D-CF85-6345-BF8D-39DBDF63AA5E}"/>
              </a:ext>
            </a:extLst>
          </p:cNvPr>
          <p:cNvSpPr txBox="1">
            <a:spLocks/>
          </p:cNvSpPr>
          <p:nvPr/>
        </p:nvSpPr>
        <p:spPr>
          <a:xfrm>
            <a:off x="10940652" y="2388063"/>
            <a:ext cx="6698419" cy="338972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a:lnSpc>
                <a:spcPts val="2800"/>
              </a:lnSpc>
              <a:buNone/>
            </a:pPr>
            <a:r>
              <a:rPr lang="en-US" sz="2000" b="1" dirty="0">
                <a:solidFill>
                  <a:srgbClr val="000000"/>
                </a:solidFill>
                <a:latin typeface="Outfit" panose="020B0604020202020204" charset="0"/>
                <a:ea typeface="Outfit Bold"/>
                <a:cs typeface="Outfit Bold"/>
                <a:sym typeface="Outfit Bold"/>
              </a:rPr>
              <a:t>Header</a:t>
            </a:r>
          </a:p>
          <a:p>
            <a:pPr algn="l">
              <a:lnSpc>
                <a:spcPts val="2800"/>
              </a:lnSpc>
            </a:pPr>
            <a:r>
              <a:rPr lang="en-US" sz="2000" dirty="0">
                <a:solidFill>
                  <a:srgbClr val="000000"/>
                </a:solidFill>
                <a:latin typeface="Outfit" panose="020B0604020202020204" charset="0"/>
                <a:ea typeface="Outfit"/>
                <a:cs typeface="Outfit"/>
                <a:sym typeface="Outfit"/>
              </a:rPr>
              <a:t>Lorem ipsum dolor sit </a:t>
            </a:r>
            <a:r>
              <a:rPr lang="en-US" sz="2000" dirty="0" err="1">
                <a:solidFill>
                  <a:srgbClr val="000000"/>
                </a:solidFill>
                <a:latin typeface="Outfit" panose="020B0604020202020204" charset="0"/>
                <a:ea typeface="Outfit"/>
                <a:cs typeface="Outfit"/>
                <a:sym typeface="Outfit"/>
              </a:rPr>
              <a:t>amet</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consectetuer</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adipiscing</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elit</a:t>
            </a:r>
            <a:r>
              <a:rPr lang="en-US" sz="2000" dirty="0">
                <a:solidFill>
                  <a:srgbClr val="000000"/>
                </a:solidFill>
                <a:latin typeface="Outfit" panose="020B0604020202020204" charset="0"/>
                <a:ea typeface="Outfit"/>
                <a:cs typeface="Outfit"/>
                <a:sym typeface="Outfit"/>
              </a:rPr>
              <a:t>. Maecenas </a:t>
            </a:r>
            <a:r>
              <a:rPr lang="en-US" sz="2000" dirty="0" err="1">
                <a:solidFill>
                  <a:srgbClr val="000000"/>
                </a:solidFill>
                <a:latin typeface="Outfit" panose="020B0604020202020204" charset="0"/>
                <a:ea typeface="Outfit"/>
                <a:cs typeface="Outfit"/>
                <a:sym typeface="Outfit"/>
              </a:rPr>
              <a:t>porttitor</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congue</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massa</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Fusce</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posuere</a:t>
            </a:r>
            <a:r>
              <a:rPr lang="en-US" sz="2000" dirty="0">
                <a:solidFill>
                  <a:srgbClr val="000000"/>
                </a:solidFill>
                <a:latin typeface="Outfit" panose="020B0604020202020204" charset="0"/>
                <a:ea typeface="Outfit"/>
                <a:cs typeface="Outfit"/>
                <a:sym typeface="Outfit"/>
              </a:rPr>
              <a:t>, magna sed pulvinar </a:t>
            </a:r>
            <a:r>
              <a:rPr lang="en-US" sz="2000" dirty="0" err="1">
                <a:solidFill>
                  <a:srgbClr val="000000"/>
                </a:solidFill>
                <a:latin typeface="Outfit" panose="020B0604020202020204" charset="0"/>
                <a:ea typeface="Outfit"/>
                <a:cs typeface="Outfit"/>
                <a:sym typeface="Outfit"/>
              </a:rPr>
              <a:t>ultricies</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purus</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lectus</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malesuada</a:t>
            </a:r>
            <a:r>
              <a:rPr lang="en-US" sz="2000" dirty="0">
                <a:solidFill>
                  <a:srgbClr val="000000"/>
                </a:solidFill>
                <a:latin typeface="Outfit" panose="020B0604020202020204" charset="0"/>
                <a:ea typeface="Outfit"/>
                <a:cs typeface="Outfit"/>
                <a:sym typeface="Outfit"/>
              </a:rPr>
              <a:t> libero, sit </a:t>
            </a:r>
            <a:r>
              <a:rPr lang="en-US" sz="2000" dirty="0" err="1">
                <a:solidFill>
                  <a:srgbClr val="000000"/>
                </a:solidFill>
                <a:latin typeface="Outfit" panose="020B0604020202020204" charset="0"/>
                <a:ea typeface="Outfit"/>
                <a:cs typeface="Outfit"/>
                <a:sym typeface="Outfit"/>
              </a:rPr>
              <a:t>amet</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commodo</a:t>
            </a:r>
            <a:r>
              <a:rPr lang="en-US" sz="2000" dirty="0">
                <a:solidFill>
                  <a:srgbClr val="000000"/>
                </a:solidFill>
                <a:latin typeface="Outfit" panose="020B0604020202020204" charset="0"/>
                <a:ea typeface="Outfit"/>
                <a:cs typeface="Outfit"/>
                <a:sym typeface="Outfit"/>
              </a:rPr>
              <a:t> magna eros </a:t>
            </a:r>
            <a:r>
              <a:rPr lang="en-US" sz="2000" dirty="0" err="1">
                <a:solidFill>
                  <a:srgbClr val="000000"/>
                </a:solidFill>
                <a:latin typeface="Outfit" panose="020B0604020202020204" charset="0"/>
                <a:ea typeface="Outfit"/>
                <a:cs typeface="Outfit"/>
                <a:sym typeface="Outfit"/>
              </a:rPr>
              <a:t>quis</a:t>
            </a:r>
            <a:r>
              <a:rPr lang="en-US" sz="2000" dirty="0">
                <a:solidFill>
                  <a:srgbClr val="000000"/>
                </a:solidFill>
                <a:latin typeface="Outfit" panose="020B0604020202020204" charset="0"/>
                <a:ea typeface="Outfit"/>
                <a:cs typeface="Outfit"/>
                <a:sym typeface="Outfit"/>
              </a:rPr>
              <a:t> </a:t>
            </a:r>
            <a:r>
              <a:rPr lang="en-US" sz="2000" dirty="0" err="1">
                <a:solidFill>
                  <a:srgbClr val="000000"/>
                </a:solidFill>
                <a:latin typeface="Outfit" panose="020B0604020202020204" charset="0"/>
                <a:ea typeface="Outfit"/>
                <a:cs typeface="Outfit"/>
                <a:sym typeface="Outfit"/>
              </a:rPr>
              <a:t>urna</a:t>
            </a:r>
            <a:endParaRPr lang="en-US" sz="2000" dirty="0">
              <a:solidFill>
                <a:srgbClr val="000000"/>
              </a:solidFill>
              <a:latin typeface="Outfit" panose="020B0604020202020204" charset="0"/>
              <a:ea typeface="Outfit"/>
              <a:cs typeface="Outfit"/>
              <a:sym typeface="Outfit"/>
            </a:endParaRPr>
          </a:p>
          <a:p>
            <a:pPr marL="831851" lvl="2" indent="-215900">
              <a:lnSpc>
                <a:spcPts val="2800"/>
              </a:lnSpc>
              <a:buFont typeface="Arial"/>
              <a:buChar char="•"/>
            </a:pPr>
            <a:r>
              <a:rPr lang="en-US" sz="1600" dirty="0">
                <a:solidFill>
                  <a:srgbClr val="000000"/>
                </a:solidFill>
                <a:latin typeface="Outfit" panose="020B0604020202020204" charset="0"/>
                <a:ea typeface="Outfit"/>
                <a:cs typeface="Outfit"/>
                <a:sym typeface="Outfit"/>
              </a:rPr>
              <a:t>Nunc </a:t>
            </a:r>
            <a:r>
              <a:rPr lang="en-US" sz="1600" dirty="0" err="1">
                <a:solidFill>
                  <a:srgbClr val="000000"/>
                </a:solidFill>
                <a:latin typeface="Outfit" panose="020B0604020202020204" charset="0"/>
                <a:ea typeface="Outfit"/>
                <a:cs typeface="Outfit"/>
                <a:sym typeface="Outfit"/>
              </a:rPr>
              <a:t>viverra</a:t>
            </a:r>
            <a:r>
              <a:rPr lang="en-US" sz="1600" dirty="0">
                <a:solidFill>
                  <a:srgbClr val="000000"/>
                </a:solidFill>
                <a:latin typeface="Outfit" panose="020B0604020202020204" charset="0"/>
                <a:ea typeface="Outfit"/>
                <a:cs typeface="Outfit"/>
                <a:sym typeface="Outfit"/>
              </a:rPr>
              <a:t> </a:t>
            </a:r>
            <a:r>
              <a:rPr lang="en-US" sz="1600" dirty="0" err="1">
                <a:solidFill>
                  <a:srgbClr val="000000"/>
                </a:solidFill>
                <a:latin typeface="Outfit" panose="020B0604020202020204" charset="0"/>
                <a:ea typeface="Outfit"/>
                <a:cs typeface="Outfit"/>
                <a:sym typeface="Outfit"/>
              </a:rPr>
              <a:t>imperdiet</a:t>
            </a:r>
            <a:r>
              <a:rPr lang="en-US" sz="1600" dirty="0">
                <a:solidFill>
                  <a:srgbClr val="000000"/>
                </a:solidFill>
                <a:latin typeface="Outfit" panose="020B0604020202020204" charset="0"/>
                <a:ea typeface="Outfit"/>
                <a:cs typeface="Outfit"/>
                <a:sym typeface="Outfit"/>
              </a:rPr>
              <a:t> </a:t>
            </a:r>
            <a:r>
              <a:rPr lang="en-US" sz="1600" dirty="0" err="1">
                <a:solidFill>
                  <a:srgbClr val="000000"/>
                </a:solidFill>
                <a:latin typeface="Outfit" panose="020B0604020202020204" charset="0"/>
                <a:ea typeface="Outfit"/>
                <a:cs typeface="Outfit"/>
                <a:sym typeface="Outfit"/>
              </a:rPr>
              <a:t>enim</a:t>
            </a:r>
            <a:r>
              <a:rPr lang="en-US" sz="1600" dirty="0">
                <a:solidFill>
                  <a:srgbClr val="000000"/>
                </a:solidFill>
                <a:latin typeface="Outfit" panose="020B0604020202020204" charset="0"/>
                <a:ea typeface="Outfit"/>
                <a:cs typeface="Outfit"/>
                <a:sym typeface="Outfit"/>
              </a:rPr>
              <a:t>. </a:t>
            </a:r>
            <a:r>
              <a:rPr lang="en-US" sz="1600" dirty="0" err="1">
                <a:solidFill>
                  <a:srgbClr val="000000"/>
                </a:solidFill>
                <a:latin typeface="Outfit" panose="020B0604020202020204" charset="0"/>
                <a:ea typeface="Outfit"/>
                <a:cs typeface="Outfit"/>
                <a:sym typeface="Outfit"/>
              </a:rPr>
              <a:t>Fusce</a:t>
            </a:r>
            <a:r>
              <a:rPr lang="en-US" sz="1600" dirty="0">
                <a:solidFill>
                  <a:srgbClr val="000000"/>
                </a:solidFill>
                <a:latin typeface="Outfit" panose="020B0604020202020204" charset="0"/>
                <a:ea typeface="Outfit"/>
                <a:cs typeface="Outfit"/>
                <a:sym typeface="Outfit"/>
              </a:rPr>
              <a:t> est. </a:t>
            </a:r>
            <a:r>
              <a:rPr lang="en-US" sz="1600" dirty="0" err="1">
                <a:solidFill>
                  <a:srgbClr val="000000"/>
                </a:solidFill>
                <a:latin typeface="Outfit" panose="020B0604020202020204" charset="0"/>
                <a:ea typeface="Outfit"/>
                <a:cs typeface="Outfit"/>
                <a:sym typeface="Outfit"/>
              </a:rPr>
              <a:t>Vivamus</a:t>
            </a:r>
            <a:r>
              <a:rPr lang="en-US" sz="1600" dirty="0">
                <a:solidFill>
                  <a:srgbClr val="000000"/>
                </a:solidFill>
                <a:latin typeface="Outfit" panose="020B0604020202020204" charset="0"/>
                <a:ea typeface="Outfit"/>
                <a:cs typeface="Outfit"/>
                <a:sym typeface="Outfit"/>
              </a:rPr>
              <a:t> a </a:t>
            </a:r>
            <a:r>
              <a:rPr lang="en-US" sz="1600" dirty="0" err="1">
                <a:solidFill>
                  <a:srgbClr val="000000"/>
                </a:solidFill>
                <a:latin typeface="Outfit" panose="020B0604020202020204" charset="0"/>
                <a:ea typeface="Outfit"/>
                <a:cs typeface="Outfit"/>
                <a:sym typeface="Outfit"/>
              </a:rPr>
              <a:t>tellus</a:t>
            </a:r>
            <a:endParaRPr lang="en-US" sz="1600" dirty="0">
              <a:solidFill>
                <a:srgbClr val="000000"/>
              </a:solidFill>
              <a:latin typeface="Outfit" panose="020B0604020202020204" charset="0"/>
              <a:ea typeface="Outfit"/>
              <a:cs typeface="Outfit"/>
              <a:sym typeface="Outfit"/>
            </a:endParaRPr>
          </a:p>
          <a:p>
            <a:pPr marL="831851" lvl="2" indent="-215900">
              <a:lnSpc>
                <a:spcPts val="2800"/>
              </a:lnSpc>
              <a:buFont typeface="Arial"/>
              <a:buChar char="•"/>
            </a:pPr>
            <a:r>
              <a:rPr lang="en-US" sz="1600" dirty="0">
                <a:solidFill>
                  <a:srgbClr val="000000"/>
                </a:solidFill>
                <a:latin typeface="Outfit" panose="020B0604020202020204" charset="0"/>
                <a:ea typeface="Outfit"/>
                <a:cs typeface="Outfit"/>
                <a:sym typeface="Outfit"/>
              </a:rPr>
              <a:t>Nunc </a:t>
            </a:r>
            <a:r>
              <a:rPr lang="en-US" sz="1600" dirty="0" err="1">
                <a:solidFill>
                  <a:srgbClr val="000000"/>
                </a:solidFill>
                <a:latin typeface="Outfit" panose="020B0604020202020204" charset="0"/>
                <a:ea typeface="Outfit"/>
                <a:cs typeface="Outfit"/>
                <a:sym typeface="Outfit"/>
              </a:rPr>
              <a:t>viverra</a:t>
            </a:r>
            <a:r>
              <a:rPr lang="en-US" sz="1600" dirty="0">
                <a:solidFill>
                  <a:srgbClr val="000000"/>
                </a:solidFill>
                <a:latin typeface="Outfit" panose="020B0604020202020204" charset="0"/>
                <a:ea typeface="Outfit"/>
                <a:cs typeface="Outfit"/>
                <a:sym typeface="Outfit"/>
              </a:rPr>
              <a:t> </a:t>
            </a:r>
            <a:r>
              <a:rPr lang="en-US" sz="1600" dirty="0" err="1">
                <a:solidFill>
                  <a:srgbClr val="000000"/>
                </a:solidFill>
                <a:latin typeface="Outfit" panose="020B0604020202020204" charset="0"/>
                <a:ea typeface="Outfit"/>
                <a:cs typeface="Outfit"/>
                <a:sym typeface="Outfit"/>
              </a:rPr>
              <a:t>imperdiet</a:t>
            </a:r>
            <a:r>
              <a:rPr lang="en-US" sz="1600" dirty="0">
                <a:solidFill>
                  <a:srgbClr val="000000"/>
                </a:solidFill>
                <a:latin typeface="Outfit" panose="020B0604020202020204" charset="0"/>
                <a:ea typeface="Outfit"/>
                <a:cs typeface="Outfit"/>
                <a:sym typeface="Outfit"/>
              </a:rPr>
              <a:t> </a:t>
            </a:r>
            <a:r>
              <a:rPr lang="en-US" sz="1600" dirty="0" err="1">
                <a:solidFill>
                  <a:srgbClr val="000000"/>
                </a:solidFill>
                <a:latin typeface="Outfit" panose="020B0604020202020204" charset="0"/>
                <a:ea typeface="Outfit"/>
                <a:cs typeface="Outfit"/>
                <a:sym typeface="Outfit"/>
              </a:rPr>
              <a:t>enim</a:t>
            </a:r>
            <a:r>
              <a:rPr lang="en-US" sz="1600" dirty="0">
                <a:solidFill>
                  <a:srgbClr val="000000"/>
                </a:solidFill>
                <a:latin typeface="Outfit" panose="020B0604020202020204" charset="0"/>
                <a:ea typeface="Outfit"/>
                <a:cs typeface="Outfit"/>
                <a:sym typeface="Outfit"/>
              </a:rPr>
              <a:t>. </a:t>
            </a:r>
            <a:r>
              <a:rPr lang="en-US" sz="1600" dirty="0" err="1">
                <a:solidFill>
                  <a:srgbClr val="000000"/>
                </a:solidFill>
                <a:latin typeface="Outfit" panose="020B0604020202020204" charset="0"/>
                <a:ea typeface="Outfit"/>
                <a:cs typeface="Outfit"/>
                <a:sym typeface="Outfit"/>
              </a:rPr>
              <a:t>Fusce</a:t>
            </a:r>
            <a:r>
              <a:rPr lang="en-US" sz="1600" dirty="0">
                <a:solidFill>
                  <a:srgbClr val="000000"/>
                </a:solidFill>
                <a:latin typeface="Outfit" panose="020B0604020202020204" charset="0"/>
                <a:ea typeface="Outfit"/>
                <a:cs typeface="Outfit"/>
                <a:sym typeface="Outfit"/>
              </a:rPr>
              <a:t> est. </a:t>
            </a:r>
            <a:r>
              <a:rPr lang="en-US" sz="1600" dirty="0" err="1">
                <a:solidFill>
                  <a:srgbClr val="000000"/>
                </a:solidFill>
                <a:latin typeface="Outfit" panose="020B0604020202020204" charset="0"/>
                <a:ea typeface="Outfit"/>
                <a:cs typeface="Outfit"/>
                <a:sym typeface="Outfit"/>
              </a:rPr>
              <a:t>Vivamus</a:t>
            </a:r>
            <a:r>
              <a:rPr lang="en-US" sz="1600" dirty="0">
                <a:solidFill>
                  <a:srgbClr val="000000"/>
                </a:solidFill>
                <a:latin typeface="Outfit" panose="020B0604020202020204" charset="0"/>
                <a:ea typeface="Outfit"/>
                <a:cs typeface="Outfit"/>
                <a:sym typeface="Outfit"/>
              </a:rPr>
              <a:t> a </a:t>
            </a:r>
            <a:r>
              <a:rPr lang="en-US" sz="1600" dirty="0" err="1">
                <a:solidFill>
                  <a:srgbClr val="000000"/>
                </a:solidFill>
                <a:latin typeface="Outfit" panose="020B0604020202020204" charset="0"/>
                <a:ea typeface="Outfit"/>
                <a:cs typeface="Outfit"/>
                <a:sym typeface="Outfit"/>
              </a:rPr>
              <a:t>tellus</a:t>
            </a:r>
            <a:endParaRPr lang="en-US" sz="1600" dirty="0">
              <a:solidFill>
                <a:srgbClr val="000000"/>
              </a:solidFill>
              <a:latin typeface="Outfit" panose="020B0604020202020204" charset="0"/>
              <a:ea typeface="Outfit"/>
              <a:cs typeface="Outfit"/>
              <a:sym typeface="Outfit"/>
            </a:endParaRPr>
          </a:p>
          <a:p>
            <a:pPr marL="831851" lvl="2" indent="-215900">
              <a:lnSpc>
                <a:spcPts val="2800"/>
              </a:lnSpc>
              <a:buFont typeface="Arial"/>
              <a:buChar char="•"/>
            </a:pPr>
            <a:r>
              <a:rPr lang="en-US" sz="1600" dirty="0">
                <a:solidFill>
                  <a:srgbClr val="000000"/>
                </a:solidFill>
                <a:latin typeface="Outfit" panose="020B0604020202020204" charset="0"/>
                <a:ea typeface="Outfit"/>
                <a:cs typeface="Outfit"/>
                <a:sym typeface="Outfit"/>
              </a:rPr>
              <a:t>Nunc </a:t>
            </a:r>
            <a:r>
              <a:rPr lang="en-US" sz="1600" dirty="0" err="1">
                <a:solidFill>
                  <a:srgbClr val="000000"/>
                </a:solidFill>
                <a:latin typeface="Outfit" panose="020B0604020202020204" charset="0"/>
                <a:ea typeface="Outfit"/>
                <a:cs typeface="Outfit"/>
                <a:sym typeface="Outfit"/>
              </a:rPr>
              <a:t>viverra</a:t>
            </a:r>
            <a:r>
              <a:rPr lang="en-US" sz="1600" dirty="0">
                <a:solidFill>
                  <a:srgbClr val="000000"/>
                </a:solidFill>
                <a:latin typeface="Outfit" panose="020B0604020202020204" charset="0"/>
                <a:ea typeface="Outfit"/>
                <a:cs typeface="Outfit"/>
                <a:sym typeface="Outfit"/>
              </a:rPr>
              <a:t> </a:t>
            </a:r>
            <a:r>
              <a:rPr lang="en-US" sz="1600" dirty="0" err="1">
                <a:solidFill>
                  <a:srgbClr val="000000"/>
                </a:solidFill>
                <a:latin typeface="Outfit" panose="020B0604020202020204" charset="0"/>
                <a:ea typeface="Outfit"/>
                <a:cs typeface="Outfit"/>
                <a:sym typeface="Outfit"/>
              </a:rPr>
              <a:t>imperdiet</a:t>
            </a:r>
            <a:r>
              <a:rPr lang="en-US" sz="1600" dirty="0">
                <a:solidFill>
                  <a:srgbClr val="000000"/>
                </a:solidFill>
                <a:latin typeface="Outfit" panose="020B0604020202020204" charset="0"/>
                <a:ea typeface="Outfit"/>
                <a:cs typeface="Outfit"/>
                <a:sym typeface="Outfit"/>
              </a:rPr>
              <a:t> </a:t>
            </a:r>
            <a:r>
              <a:rPr lang="en-US" sz="1600" dirty="0" err="1">
                <a:solidFill>
                  <a:srgbClr val="000000"/>
                </a:solidFill>
                <a:latin typeface="Outfit" panose="020B0604020202020204" charset="0"/>
                <a:ea typeface="Outfit"/>
                <a:cs typeface="Outfit"/>
                <a:sym typeface="Outfit"/>
              </a:rPr>
              <a:t>enim</a:t>
            </a:r>
            <a:r>
              <a:rPr lang="en-US" sz="1600" dirty="0">
                <a:solidFill>
                  <a:srgbClr val="000000"/>
                </a:solidFill>
                <a:latin typeface="Outfit" panose="020B0604020202020204" charset="0"/>
                <a:ea typeface="Outfit"/>
                <a:cs typeface="Outfit"/>
                <a:sym typeface="Outfit"/>
              </a:rPr>
              <a:t>. </a:t>
            </a:r>
            <a:r>
              <a:rPr lang="en-US" sz="1600" dirty="0" err="1">
                <a:solidFill>
                  <a:srgbClr val="000000"/>
                </a:solidFill>
                <a:latin typeface="Outfit" panose="020B0604020202020204" charset="0"/>
                <a:ea typeface="Outfit"/>
                <a:cs typeface="Outfit"/>
                <a:sym typeface="Outfit"/>
              </a:rPr>
              <a:t>Fusce</a:t>
            </a:r>
            <a:r>
              <a:rPr lang="en-US" sz="1600" dirty="0">
                <a:solidFill>
                  <a:srgbClr val="000000"/>
                </a:solidFill>
                <a:latin typeface="Outfit" panose="020B0604020202020204" charset="0"/>
                <a:ea typeface="Outfit"/>
                <a:cs typeface="Outfit"/>
                <a:sym typeface="Outfit"/>
              </a:rPr>
              <a:t> est. </a:t>
            </a:r>
            <a:r>
              <a:rPr lang="en-US" sz="1600" dirty="0" err="1">
                <a:solidFill>
                  <a:srgbClr val="000000"/>
                </a:solidFill>
                <a:latin typeface="Outfit" panose="020B0604020202020204" charset="0"/>
                <a:ea typeface="Outfit"/>
                <a:cs typeface="Outfit"/>
                <a:sym typeface="Outfit"/>
              </a:rPr>
              <a:t>Vivamus</a:t>
            </a:r>
            <a:r>
              <a:rPr lang="en-US" sz="1600" dirty="0">
                <a:solidFill>
                  <a:srgbClr val="000000"/>
                </a:solidFill>
                <a:latin typeface="Outfit" panose="020B0604020202020204" charset="0"/>
                <a:ea typeface="Outfit"/>
                <a:cs typeface="Outfit"/>
                <a:sym typeface="Outfit"/>
              </a:rPr>
              <a:t> a </a:t>
            </a:r>
            <a:r>
              <a:rPr lang="en-US" sz="1600" dirty="0" err="1">
                <a:solidFill>
                  <a:srgbClr val="000000"/>
                </a:solidFill>
                <a:latin typeface="Outfit" panose="020B0604020202020204" charset="0"/>
                <a:ea typeface="Outfit"/>
                <a:cs typeface="Outfit"/>
                <a:sym typeface="Outfit"/>
              </a:rPr>
              <a:t>tellus</a:t>
            </a:r>
            <a:endParaRPr lang="en-US" sz="1600" dirty="0">
              <a:solidFill>
                <a:srgbClr val="000000"/>
              </a:solidFill>
              <a:latin typeface="Outfit" panose="020B0604020202020204" charset="0"/>
              <a:ea typeface="Outfit"/>
              <a:cs typeface="Outfit"/>
              <a:sym typeface="Outfit"/>
            </a:endParaRPr>
          </a:p>
        </p:txBody>
      </p:sp>
      <p:sp>
        <p:nvSpPr>
          <p:cNvPr id="36" name="AutoShape 14">
            <a:extLst>
              <a:ext uri="{FF2B5EF4-FFF2-40B4-BE49-F238E27FC236}">
                <a16:creationId xmlns:a16="http://schemas.microsoft.com/office/drawing/2014/main" id="{8DFE2AFA-0667-46FD-8EEC-4FA0611CCB26}"/>
              </a:ext>
            </a:extLst>
          </p:cNvPr>
          <p:cNvSpPr/>
          <p:nvPr/>
        </p:nvSpPr>
        <p:spPr>
          <a:xfrm>
            <a:off x="9601200" y="2857500"/>
            <a:ext cx="0" cy="3415915"/>
          </a:xfrm>
          <a:prstGeom prst="line">
            <a:avLst/>
          </a:prstGeom>
          <a:ln w="38100" cap="flat">
            <a:solidFill>
              <a:srgbClr val="00CD8F"/>
            </a:solidFill>
            <a:prstDash val="solid"/>
            <a:headEnd type="none" w="sm" len="sm"/>
            <a:tailEnd type="none" w="sm" len="sm"/>
          </a:ln>
        </p:spPr>
        <p:txBody>
          <a:bodyPr/>
          <a:lstStyle/>
          <a:p>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5" name="TextBox 5"/>
          <p:cNvSpPr txBox="1"/>
          <p:nvPr/>
        </p:nvSpPr>
        <p:spPr>
          <a:xfrm>
            <a:off x="1256705" y="9549449"/>
            <a:ext cx="648295" cy="405764"/>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6" name="Group 6"/>
          <p:cNvGrpSpPr>
            <a:grpSpLocks noChangeAspect="1"/>
          </p:cNvGrpSpPr>
          <p:nvPr/>
        </p:nvGrpSpPr>
        <p:grpSpPr>
          <a:xfrm>
            <a:off x="16331765" y="473688"/>
            <a:ext cx="927535" cy="555012"/>
            <a:chOff x="0" y="0"/>
            <a:chExt cx="1855064" cy="1110031"/>
          </a:xfrm>
        </p:grpSpPr>
        <p:sp>
          <p:nvSpPr>
            <p:cNvPr id="7" name="Freeform 7"/>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8" name="Freeform 8"/>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9" name="Freeform 9"/>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10" name="TextBox 10"/>
          <p:cNvSpPr txBox="1"/>
          <p:nvPr/>
        </p:nvSpPr>
        <p:spPr>
          <a:xfrm>
            <a:off x="1028700" y="426063"/>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p:cNvSpPr txBox="1"/>
          <p:nvPr/>
        </p:nvSpPr>
        <p:spPr>
          <a:xfrm rot="-455416">
            <a:off x="8566502" y="5304675"/>
            <a:ext cx="729692" cy="416268"/>
          </a:xfrm>
          <a:prstGeom prst="rect">
            <a:avLst/>
          </a:prstGeom>
        </p:spPr>
        <p:txBody>
          <a:bodyPr lIns="0" tIns="0" rIns="0" bIns="0" rtlCol="0" anchor="t">
            <a:spAutoFit/>
          </a:bodyPr>
          <a:lstStyle/>
          <a:p>
            <a:pPr algn="l">
              <a:lnSpc>
                <a:spcPts val="3806"/>
              </a:lnSpc>
              <a:spcBef>
                <a:spcPct val="0"/>
              </a:spcBef>
            </a:pPr>
            <a:r>
              <a:rPr lang="en-US" sz="1600" b="1" spc="-92">
                <a:solidFill>
                  <a:srgbClr val="FFFFFF"/>
                </a:solidFill>
                <a:latin typeface="Outfit" panose="020B0604020202020204" charset="0"/>
                <a:ea typeface="Poppins Semi-Bold"/>
                <a:cs typeface="Poppins Semi-Bold"/>
                <a:sym typeface="Poppins Semi-Bold"/>
              </a:rPr>
              <a:t>30%</a:t>
            </a:r>
          </a:p>
        </p:txBody>
      </p:sp>
      <p:sp>
        <p:nvSpPr>
          <p:cNvPr id="12" name="Freeform 12"/>
          <p:cNvSpPr/>
          <p:nvPr/>
        </p:nvSpPr>
        <p:spPr>
          <a:xfrm>
            <a:off x="5550101" y="1611148"/>
            <a:ext cx="7187797" cy="7269580"/>
          </a:xfrm>
          <a:custGeom>
            <a:avLst/>
            <a:gdLst/>
            <a:ahLst/>
            <a:cxnLst/>
            <a:rect l="l" t="t" r="r" b="b"/>
            <a:pathLst>
              <a:path w="7187797" h="7269580">
                <a:moveTo>
                  <a:pt x="0" y="0"/>
                </a:moveTo>
                <a:lnTo>
                  <a:pt x="7187796" y="0"/>
                </a:lnTo>
                <a:lnTo>
                  <a:pt x="7187796" y="7269580"/>
                </a:lnTo>
                <a:lnTo>
                  <a:pt x="0" y="7269580"/>
                </a:lnTo>
                <a:lnTo>
                  <a:pt x="0" y="0"/>
                </a:lnTo>
                <a:close/>
              </a:path>
            </a:pathLst>
          </a:custGeom>
          <a:blipFill>
            <a:blip r:embed="rId2"/>
            <a:stretch>
              <a:fillRect/>
            </a:stretch>
          </a:blipFill>
        </p:spPr>
        <p:txBody>
          <a:bodyPr/>
          <a:lstStyle/>
          <a:p>
            <a:endParaRPr lang="en-US"/>
          </a:p>
        </p:txBody>
      </p:sp>
      <p:sp>
        <p:nvSpPr>
          <p:cNvPr id="13" name="TextBox 13"/>
          <p:cNvSpPr txBox="1"/>
          <p:nvPr/>
        </p:nvSpPr>
        <p:spPr>
          <a:xfrm>
            <a:off x="9743118" y="3085884"/>
            <a:ext cx="1769226" cy="281616"/>
          </a:xfrm>
          <a:prstGeom prst="rect">
            <a:avLst/>
          </a:prstGeom>
        </p:spPr>
        <p:txBody>
          <a:bodyPr lIns="0" tIns="0" rIns="0" bIns="0" rtlCol="0" anchor="t">
            <a:spAutoFit/>
          </a:bodyPr>
          <a:lstStyle/>
          <a:p>
            <a:pPr algn="ctr">
              <a:lnSpc>
                <a:spcPts val="2374"/>
              </a:lnSpc>
              <a:spcBef>
                <a:spcPct val="0"/>
              </a:spcBef>
            </a:pPr>
            <a:r>
              <a:rPr lang="en-US" sz="1600" b="1">
                <a:solidFill>
                  <a:srgbClr val="F4F4F4"/>
                </a:solidFill>
                <a:latin typeface="Outfit" panose="020B0604020202020204" charset="0"/>
                <a:ea typeface="Montserrat Ultra-Bold"/>
                <a:cs typeface="Montserrat Ultra-Bold"/>
                <a:sym typeface="Montserrat Ultra-Bold"/>
              </a:rPr>
              <a:t>Startup</a:t>
            </a:r>
          </a:p>
        </p:txBody>
      </p:sp>
      <p:sp>
        <p:nvSpPr>
          <p:cNvPr id="14" name="TextBox 14"/>
          <p:cNvSpPr txBox="1"/>
          <p:nvPr/>
        </p:nvSpPr>
        <p:spPr>
          <a:xfrm>
            <a:off x="10530854" y="5625394"/>
            <a:ext cx="1769226" cy="281616"/>
          </a:xfrm>
          <a:prstGeom prst="rect">
            <a:avLst/>
          </a:prstGeom>
        </p:spPr>
        <p:txBody>
          <a:bodyPr lIns="0" tIns="0" rIns="0" bIns="0" rtlCol="0" anchor="t">
            <a:spAutoFit/>
          </a:bodyPr>
          <a:lstStyle/>
          <a:p>
            <a:pPr algn="ctr">
              <a:lnSpc>
                <a:spcPts val="2374"/>
              </a:lnSpc>
              <a:spcBef>
                <a:spcPct val="0"/>
              </a:spcBef>
            </a:pPr>
            <a:r>
              <a:rPr lang="en-US" sz="1600" b="1">
                <a:solidFill>
                  <a:srgbClr val="F4F4F4"/>
                </a:solidFill>
                <a:latin typeface="Outfit" panose="020B0604020202020204" charset="0"/>
                <a:ea typeface="Montserrat Ultra-Bold"/>
                <a:cs typeface="Montserrat Ultra-Bold"/>
                <a:sym typeface="Montserrat Ultra-Bold"/>
              </a:rPr>
              <a:t>Expansion</a:t>
            </a:r>
          </a:p>
        </p:txBody>
      </p:sp>
      <p:sp>
        <p:nvSpPr>
          <p:cNvPr id="15" name="TextBox 15"/>
          <p:cNvSpPr txBox="1"/>
          <p:nvPr/>
        </p:nvSpPr>
        <p:spPr>
          <a:xfrm>
            <a:off x="8340817" y="7314518"/>
            <a:ext cx="1769226" cy="281616"/>
          </a:xfrm>
          <a:prstGeom prst="rect">
            <a:avLst/>
          </a:prstGeom>
        </p:spPr>
        <p:txBody>
          <a:bodyPr lIns="0" tIns="0" rIns="0" bIns="0" rtlCol="0" anchor="t">
            <a:spAutoFit/>
          </a:bodyPr>
          <a:lstStyle/>
          <a:p>
            <a:pPr algn="ctr">
              <a:lnSpc>
                <a:spcPts val="2374"/>
              </a:lnSpc>
              <a:spcBef>
                <a:spcPct val="0"/>
              </a:spcBef>
            </a:pPr>
            <a:r>
              <a:rPr lang="en-US" sz="1600" b="1">
                <a:solidFill>
                  <a:srgbClr val="F4F4F4"/>
                </a:solidFill>
                <a:latin typeface="Outfit" panose="020B0604020202020204" charset="0"/>
                <a:ea typeface="Montserrat Ultra-Bold"/>
                <a:cs typeface="Montserrat Ultra-Bold"/>
                <a:sym typeface="Montserrat Ultra-Bold"/>
              </a:rPr>
              <a:t>Maturity</a:t>
            </a:r>
          </a:p>
        </p:txBody>
      </p:sp>
      <p:sp>
        <p:nvSpPr>
          <p:cNvPr id="16" name="TextBox 16"/>
          <p:cNvSpPr txBox="1"/>
          <p:nvPr/>
        </p:nvSpPr>
        <p:spPr>
          <a:xfrm>
            <a:off x="6209027" y="5625394"/>
            <a:ext cx="1769226" cy="281616"/>
          </a:xfrm>
          <a:prstGeom prst="rect">
            <a:avLst/>
          </a:prstGeom>
        </p:spPr>
        <p:txBody>
          <a:bodyPr lIns="0" tIns="0" rIns="0" bIns="0" rtlCol="0" anchor="t">
            <a:spAutoFit/>
          </a:bodyPr>
          <a:lstStyle/>
          <a:p>
            <a:pPr algn="ctr">
              <a:lnSpc>
                <a:spcPts val="2374"/>
              </a:lnSpc>
              <a:spcBef>
                <a:spcPct val="0"/>
              </a:spcBef>
            </a:pPr>
            <a:r>
              <a:rPr lang="en-US" sz="1600" b="1">
                <a:solidFill>
                  <a:srgbClr val="F4F4F4"/>
                </a:solidFill>
                <a:latin typeface="Outfit" panose="020B0604020202020204" charset="0"/>
                <a:ea typeface="Montserrat Ultra-Bold"/>
                <a:cs typeface="Montserrat Ultra-Bold"/>
                <a:sym typeface="Montserrat Ultra-Bold"/>
              </a:rPr>
              <a:t>Diversification</a:t>
            </a:r>
          </a:p>
        </p:txBody>
      </p:sp>
      <p:sp>
        <p:nvSpPr>
          <p:cNvPr id="17" name="TextBox 17"/>
          <p:cNvSpPr txBox="1"/>
          <p:nvPr/>
        </p:nvSpPr>
        <p:spPr>
          <a:xfrm>
            <a:off x="7083763" y="3047611"/>
            <a:ext cx="1769226" cy="281616"/>
          </a:xfrm>
          <a:prstGeom prst="rect">
            <a:avLst/>
          </a:prstGeom>
        </p:spPr>
        <p:txBody>
          <a:bodyPr lIns="0" tIns="0" rIns="0" bIns="0" rtlCol="0" anchor="t">
            <a:spAutoFit/>
          </a:bodyPr>
          <a:lstStyle/>
          <a:p>
            <a:pPr algn="ctr">
              <a:lnSpc>
                <a:spcPts val="2374"/>
              </a:lnSpc>
              <a:spcBef>
                <a:spcPct val="0"/>
              </a:spcBef>
            </a:pPr>
            <a:r>
              <a:rPr lang="en-US" sz="1600" b="1">
                <a:solidFill>
                  <a:srgbClr val="F4F4F4"/>
                </a:solidFill>
                <a:latin typeface="Outfit" panose="020B0604020202020204" charset="0"/>
                <a:ea typeface="Montserrat Ultra-Bold"/>
                <a:cs typeface="Montserrat Ultra-Bold"/>
                <a:sym typeface="Montserrat Ultra-Bold"/>
              </a:rPr>
              <a:t>Renewal</a:t>
            </a:r>
          </a:p>
        </p:txBody>
      </p:sp>
      <p:sp>
        <p:nvSpPr>
          <p:cNvPr id="18" name="TextBox 18"/>
          <p:cNvSpPr txBox="1"/>
          <p:nvPr/>
        </p:nvSpPr>
        <p:spPr>
          <a:xfrm>
            <a:off x="8475842" y="4991100"/>
            <a:ext cx="1499177" cy="589392"/>
          </a:xfrm>
          <a:prstGeom prst="rect">
            <a:avLst/>
          </a:prstGeom>
        </p:spPr>
        <p:txBody>
          <a:bodyPr lIns="0" tIns="0" rIns="0" bIns="0" rtlCol="0" anchor="t">
            <a:spAutoFit/>
          </a:bodyPr>
          <a:lstStyle/>
          <a:p>
            <a:pPr algn="ctr">
              <a:lnSpc>
                <a:spcPts val="2374"/>
              </a:lnSpc>
              <a:spcBef>
                <a:spcPct val="0"/>
              </a:spcBef>
            </a:pPr>
            <a:r>
              <a:rPr lang="en-US" sz="1600" b="1" spc="-10" dirty="0">
                <a:solidFill>
                  <a:srgbClr val="491188"/>
                </a:solidFill>
                <a:latin typeface="Outfit" panose="020B0604020202020204" charset="0"/>
                <a:ea typeface="Montserrat Ultra-Bold"/>
                <a:cs typeface="Montserrat Ultra-Bold"/>
                <a:sym typeface="Montserrat Ultra-Bold"/>
              </a:rPr>
              <a:t>Business </a:t>
            </a:r>
          </a:p>
          <a:p>
            <a:pPr algn="ctr">
              <a:lnSpc>
                <a:spcPts val="2374"/>
              </a:lnSpc>
              <a:spcBef>
                <a:spcPct val="0"/>
              </a:spcBef>
            </a:pPr>
            <a:r>
              <a:rPr lang="en-US" sz="1600" b="1" spc="-10" dirty="0">
                <a:solidFill>
                  <a:srgbClr val="491188"/>
                </a:solidFill>
                <a:latin typeface="Outfit" panose="020B0604020202020204" charset="0"/>
                <a:ea typeface="Montserrat Ultra-Bold"/>
                <a:cs typeface="Montserrat Ultra-Bold"/>
                <a:sym typeface="Montserrat Ultra-Bold"/>
              </a:rPr>
              <a:t>Growth Cycle</a:t>
            </a:r>
          </a:p>
        </p:txBody>
      </p:sp>
      <p:sp>
        <p:nvSpPr>
          <p:cNvPr id="19" name="TextBox 19"/>
          <p:cNvSpPr txBox="1"/>
          <p:nvPr/>
        </p:nvSpPr>
        <p:spPr>
          <a:xfrm>
            <a:off x="10255289" y="2662200"/>
            <a:ext cx="744883" cy="339324"/>
          </a:xfrm>
          <a:prstGeom prst="rect">
            <a:avLst/>
          </a:prstGeom>
        </p:spPr>
        <p:txBody>
          <a:bodyPr lIns="0" tIns="0" rIns="0" bIns="0" rtlCol="0" anchor="t">
            <a:spAutoFit/>
          </a:bodyPr>
          <a:lstStyle/>
          <a:p>
            <a:pPr algn="ctr">
              <a:lnSpc>
                <a:spcPts val="3029"/>
              </a:lnSpc>
              <a:spcBef>
                <a:spcPct val="0"/>
              </a:spcBef>
            </a:pPr>
            <a:r>
              <a:rPr lang="en-US" sz="1600" b="1">
                <a:solidFill>
                  <a:srgbClr val="F4F4F4"/>
                </a:solidFill>
                <a:latin typeface="Outfit" panose="020B0604020202020204" charset="0"/>
                <a:ea typeface="Montserrat Ultra-Bold"/>
                <a:cs typeface="Montserrat Ultra-Bold"/>
                <a:sym typeface="Montserrat Ultra-Bold"/>
              </a:rPr>
              <a:t>01</a:t>
            </a:r>
          </a:p>
        </p:txBody>
      </p:sp>
      <p:sp>
        <p:nvSpPr>
          <p:cNvPr id="20" name="TextBox 20"/>
          <p:cNvSpPr txBox="1"/>
          <p:nvPr/>
        </p:nvSpPr>
        <p:spPr>
          <a:xfrm>
            <a:off x="11043025" y="5201710"/>
            <a:ext cx="744883" cy="339324"/>
          </a:xfrm>
          <a:prstGeom prst="rect">
            <a:avLst/>
          </a:prstGeom>
        </p:spPr>
        <p:txBody>
          <a:bodyPr lIns="0" tIns="0" rIns="0" bIns="0" rtlCol="0" anchor="t">
            <a:spAutoFit/>
          </a:bodyPr>
          <a:lstStyle/>
          <a:p>
            <a:pPr algn="ctr">
              <a:lnSpc>
                <a:spcPts val="3029"/>
              </a:lnSpc>
              <a:spcBef>
                <a:spcPct val="0"/>
              </a:spcBef>
            </a:pPr>
            <a:r>
              <a:rPr lang="en-US" sz="1600" b="1">
                <a:solidFill>
                  <a:srgbClr val="F4F4F4"/>
                </a:solidFill>
                <a:latin typeface="Outfit" panose="020B0604020202020204" charset="0"/>
                <a:ea typeface="Montserrat Ultra-Bold"/>
                <a:cs typeface="Montserrat Ultra-Bold"/>
                <a:sym typeface="Montserrat Ultra-Bold"/>
              </a:rPr>
              <a:t>02</a:t>
            </a:r>
          </a:p>
        </p:txBody>
      </p:sp>
      <p:sp>
        <p:nvSpPr>
          <p:cNvPr id="21" name="TextBox 21"/>
          <p:cNvSpPr txBox="1"/>
          <p:nvPr/>
        </p:nvSpPr>
        <p:spPr>
          <a:xfrm>
            <a:off x="8852989" y="6890834"/>
            <a:ext cx="744883" cy="339324"/>
          </a:xfrm>
          <a:prstGeom prst="rect">
            <a:avLst/>
          </a:prstGeom>
        </p:spPr>
        <p:txBody>
          <a:bodyPr lIns="0" tIns="0" rIns="0" bIns="0" rtlCol="0" anchor="t">
            <a:spAutoFit/>
          </a:bodyPr>
          <a:lstStyle/>
          <a:p>
            <a:pPr algn="ctr">
              <a:lnSpc>
                <a:spcPts val="3029"/>
              </a:lnSpc>
              <a:spcBef>
                <a:spcPct val="0"/>
              </a:spcBef>
            </a:pPr>
            <a:r>
              <a:rPr lang="en-US" sz="1600" b="1">
                <a:solidFill>
                  <a:srgbClr val="F4F4F4"/>
                </a:solidFill>
                <a:latin typeface="Outfit" panose="020B0604020202020204" charset="0"/>
                <a:ea typeface="Montserrat Ultra-Bold"/>
                <a:cs typeface="Montserrat Ultra-Bold"/>
                <a:sym typeface="Montserrat Ultra-Bold"/>
              </a:rPr>
              <a:t>03</a:t>
            </a:r>
          </a:p>
        </p:txBody>
      </p:sp>
      <p:sp>
        <p:nvSpPr>
          <p:cNvPr id="22" name="TextBox 22"/>
          <p:cNvSpPr txBox="1"/>
          <p:nvPr/>
        </p:nvSpPr>
        <p:spPr>
          <a:xfrm>
            <a:off x="6721198" y="5201710"/>
            <a:ext cx="744883" cy="339324"/>
          </a:xfrm>
          <a:prstGeom prst="rect">
            <a:avLst/>
          </a:prstGeom>
        </p:spPr>
        <p:txBody>
          <a:bodyPr lIns="0" tIns="0" rIns="0" bIns="0" rtlCol="0" anchor="t">
            <a:spAutoFit/>
          </a:bodyPr>
          <a:lstStyle/>
          <a:p>
            <a:pPr algn="ctr">
              <a:lnSpc>
                <a:spcPts val="3029"/>
              </a:lnSpc>
              <a:spcBef>
                <a:spcPct val="0"/>
              </a:spcBef>
            </a:pPr>
            <a:r>
              <a:rPr lang="en-US" sz="1600" b="1">
                <a:solidFill>
                  <a:srgbClr val="F4F4F4"/>
                </a:solidFill>
                <a:latin typeface="Outfit" panose="020B0604020202020204" charset="0"/>
                <a:ea typeface="Montserrat Ultra-Bold"/>
                <a:cs typeface="Montserrat Ultra-Bold"/>
                <a:sym typeface="Montserrat Ultra-Bold"/>
              </a:rPr>
              <a:t>04</a:t>
            </a:r>
          </a:p>
        </p:txBody>
      </p:sp>
      <p:sp>
        <p:nvSpPr>
          <p:cNvPr id="23" name="TextBox 23"/>
          <p:cNvSpPr txBox="1"/>
          <p:nvPr/>
        </p:nvSpPr>
        <p:spPr>
          <a:xfrm>
            <a:off x="7595935" y="2623927"/>
            <a:ext cx="744883" cy="339324"/>
          </a:xfrm>
          <a:prstGeom prst="rect">
            <a:avLst/>
          </a:prstGeom>
        </p:spPr>
        <p:txBody>
          <a:bodyPr lIns="0" tIns="0" rIns="0" bIns="0" rtlCol="0" anchor="t">
            <a:spAutoFit/>
          </a:bodyPr>
          <a:lstStyle/>
          <a:p>
            <a:pPr algn="ctr">
              <a:lnSpc>
                <a:spcPts val="3029"/>
              </a:lnSpc>
              <a:spcBef>
                <a:spcPct val="0"/>
              </a:spcBef>
            </a:pPr>
            <a:r>
              <a:rPr lang="en-US" sz="1600" b="1">
                <a:solidFill>
                  <a:srgbClr val="F4F4F4"/>
                </a:solidFill>
                <a:latin typeface="Outfit" panose="020B0604020202020204" charset="0"/>
                <a:ea typeface="Montserrat Ultra-Bold"/>
                <a:cs typeface="Montserrat Ultra-Bold"/>
                <a:sym typeface="Montserrat Ultra-Bold"/>
              </a:rPr>
              <a:t>05</a:t>
            </a:r>
          </a:p>
        </p:txBody>
      </p:sp>
      <p:sp>
        <p:nvSpPr>
          <p:cNvPr id="24" name="TextBox 24"/>
          <p:cNvSpPr txBox="1"/>
          <p:nvPr/>
        </p:nvSpPr>
        <p:spPr>
          <a:xfrm>
            <a:off x="9839995" y="3475193"/>
            <a:ext cx="1575472" cy="579774"/>
          </a:xfrm>
          <a:prstGeom prst="rect">
            <a:avLst/>
          </a:prstGeom>
        </p:spPr>
        <p:txBody>
          <a:bodyPr lIns="0" tIns="0" rIns="0" bIns="0" rtlCol="0" anchor="t">
            <a:spAutoFit/>
          </a:bodyPr>
          <a:lstStyle/>
          <a:p>
            <a:pPr algn="ctr">
              <a:lnSpc>
                <a:spcPts val="1512"/>
              </a:lnSpc>
              <a:spcBef>
                <a:spcPct val="0"/>
              </a:spcBef>
            </a:pPr>
            <a:r>
              <a:rPr lang="en-US" sz="1600" dirty="0">
                <a:solidFill>
                  <a:srgbClr val="F4F4F4"/>
                </a:solidFill>
                <a:latin typeface="Outfit" panose="020B0604020202020204" charset="0"/>
                <a:ea typeface="Montserrat"/>
                <a:cs typeface="Montserrat"/>
                <a:sym typeface="Montserrat"/>
              </a:rPr>
              <a:t>Establishing the business foundation.</a:t>
            </a:r>
          </a:p>
        </p:txBody>
      </p:sp>
      <p:sp>
        <p:nvSpPr>
          <p:cNvPr id="25" name="TextBox 25"/>
          <p:cNvSpPr txBox="1"/>
          <p:nvPr/>
        </p:nvSpPr>
        <p:spPr>
          <a:xfrm>
            <a:off x="10627731" y="6014703"/>
            <a:ext cx="1575472" cy="579774"/>
          </a:xfrm>
          <a:prstGeom prst="rect">
            <a:avLst/>
          </a:prstGeom>
        </p:spPr>
        <p:txBody>
          <a:bodyPr lIns="0" tIns="0" rIns="0" bIns="0" rtlCol="0" anchor="t">
            <a:spAutoFit/>
          </a:bodyPr>
          <a:lstStyle/>
          <a:p>
            <a:pPr algn="ctr">
              <a:lnSpc>
                <a:spcPts val="1512"/>
              </a:lnSpc>
              <a:spcBef>
                <a:spcPct val="0"/>
              </a:spcBef>
            </a:pPr>
            <a:r>
              <a:rPr lang="en-US" sz="1600">
                <a:solidFill>
                  <a:srgbClr val="F4F4F4"/>
                </a:solidFill>
                <a:latin typeface="Outfit" panose="020B0604020202020204" charset="0"/>
                <a:ea typeface="Montserrat"/>
                <a:cs typeface="Montserrat"/>
                <a:sym typeface="Montserrat"/>
              </a:rPr>
              <a:t>Scaling operations and market reach.</a:t>
            </a:r>
          </a:p>
        </p:txBody>
      </p:sp>
      <p:sp>
        <p:nvSpPr>
          <p:cNvPr id="26" name="TextBox 26"/>
          <p:cNvSpPr txBox="1"/>
          <p:nvPr/>
        </p:nvSpPr>
        <p:spPr>
          <a:xfrm>
            <a:off x="8437694" y="7703827"/>
            <a:ext cx="1575472" cy="579774"/>
          </a:xfrm>
          <a:prstGeom prst="rect">
            <a:avLst/>
          </a:prstGeom>
        </p:spPr>
        <p:txBody>
          <a:bodyPr lIns="0" tIns="0" rIns="0" bIns="0" rtlCol="0" anchor="t">
            <a:spAutoFit/>
          </a:bodyPr>
          <a:lstStyle/>
          <a:p>
            <a:pPr algn="ctr">
              <a:lnSpc>
                <a:spcPts val="1512"/>
              </a:lnSpc>
              <a:spcBef>
                <a:spcPct val="0"/>
              </a:spcBef>
            </a:pPr>
            <a:r>
              <a:rPr lang="en-US" sz="1600">
                <a:solidFill>
                  <a:srgbClr val="F4F4F4"/>
                </a:solidFill>
                <a:latin typeface="Outfit" panose="020B0604020202020204" charset="0"/>
                <a:ea typeface="Montserrat"/>
                <a:cs typeface="Montserrat"/>
                <a:sym typeface="Montserrat"/>
              </a:rPr>
              <a:t>Achieving steady performance and profits.</a:t>
            </a:r>
          </a:p>
        </p:txBody>
      </p:sp>
      <p:sp>
        <p:nvSpPr>
          <p:cNvPr id="27" name="TextBox 27"/>
          <p:cNvSpPr txBox="1"/>
          <p:nvPr/>
        </p:nvSpPr>
        <p:spPr>
          <a:xfrm>
            <a:off x="6305904" y="6014703"/>
            <a:ext cx="1575472" cy="387414"/>
          </a:xfrm>
          <a:prstGeom prst="rect">
            <a:avLst/>
          </a:prstGeom>
        </p:spPr>
        <p:txBody>
          <a:bodyPr lIns="0" tIns="0" rIns="0" bIns="0" rtlCol="0" anchor="t">
            <a:spAutoFit/>
          </a:bodyPr>
          <a:lstStyle/>
          <a:p>
            <a:pPr algn="ctr">
              <a:lnSpc>
                <a:spcPts val="1512"/>
              </a:lnSpc>
              <a:spcBef>
                <a:spcPct val="0"/>
              </a:spcBef>
            </a:pPr>
            <a:r>
              <a:rPr lang="en-US" sz="1600">
                <a:solidFill>
                  <a:srgbClr val="F4F4F4"/>
                </a:solidFill>
                <a:latin typeface="Outfit" panose="020B0604020202020204" charset="0"/>
                <a:ea typeface="Montserrat"/>
                <a:cs typeface="Montserrat"/>
                <a:sym typeface="Montserrat"/>
              </a:rPr>
              <a:t>Exploring new opportunities.</a:t>
            </a:r>
          </a:p>
        </p:txBody>
      </p:sp>
      <p:sp>
        <p:nvSpPr>
          <p:cNvPr id="28" name="TextBox 28"/>
          <p:cNvSpPr txBox="1"/>
          <p:nvPr/>
        </p:nvSpPr>
        <p:spPr>
          <a:xfrm>
            <a:off x="7180640" y="3436919"/>
            <a:ext cx="1575472" cy="579774"/>
          </a:xfrm>
          <a:prstGeom prst="rect">
            <a:avLst/>
          </a:prstGeom>
        </p:spPr>
        <p:txBody>
          <a:bodyPr lIns="0" tIns="0" rIns="0" bIns="0" rtlCol="0" anchor="t">
            <a:spAutoFit/>
          </a:bodyPr>
          <a:lstStyle/>
          <a:p>
            <a:pPr algn="ctr">
              <a:lnSpc>
                <a:spcPts val="1512"/>
              </a:lnSpc>
              <a:spcBef>
                <a:spcPct val="0"/>
              </a:spcBef>
            </a:pPr>
            <a:r>
              <a:rPr lang="en-US" sz="1600" dirty="0">
                <a:solidFill>
                  <a:srgbClr val="F4F4F4"/>
                </a:solidFill>
                <a:latin typeface="Outfit" panose="020B0604020202020204" charset="0"/>
                <a:ea typeface="Montserrat"/>
                <a:cs typeface="Montserrat"/>
                <a:sym typeface="Montserrat"/>
              </a:rPr>
              <a:t>Adapting to maintain competitiveness.</a:t>
            </a:r>
          </a:p>
        </p:txBody>
      </p:sp>
      <p:sp>
        <p:nvSpPr>
          <p:cNvPr id="29" name="TextBox 29"/>
          <p:cNvSpPr txBox="1"/>
          <p:nvPr/>
        </p:nvSpPr>
        <p:spPr>
          <a:xfrm>
            <a:off x="1028700" y="1461010"/>
            <a:ext cx="5524500" cy="832023"/>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5-step Cycle Chart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3A082B-DD6B-5041-058B-8B6D5748190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DB1196C-4007-69E4-0AD0-8900F456F6A1}"/>
              </a:ext>
            </a:extLst>
          </p:cNvPr>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0631CCFF-C6BD-9B6B-5C77-4631DE7D51D4}"/>
              </a:ext>
            </a:extLst>
          </p:cNvPr>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TextBox 4">
            <a:extLst>
              <a:ext uri="{FF2B5EF4-FFF2-40B4-BE49-F238E27FC236}">
                <a16:creationId xmlns:a16="http://schemas.microsoft.com/office/drawing/2014/main" id="{1E593A15-46D2-1F35-4882-8D844A616F52}"/>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5" name="TextBox 5">
            <a:extLst>
              <a:ext uri="{FF2B5EF4-FFF2-40B4-BE49-F238E27FC236}">
                <a16:creationId xmlns:a16="http://schemas.microsoft.com/office/drawing/2014/main" id="{0B12C2EE-8B0B-BE9A-0F72-7FB101DBED74}"/>
              </a:ext>
            </a:extLst>
          </p:cNvPr>
          <p:cNvSpPr txBox="1"/>
          <p:nvPr/>
        </p:nvSpPr>
        <p:spPr>
          <a:xfrm>
            <a:off x="1256705" y="9549449"/>
            <a:ext cx="648295" cy="405764"/>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6" name="Group 6">
            <a:extLst>
              <a:ext uri="{FF2B5EF4-FFF2-40B4-BE49-F238E27FC236}">
                <a16:creationId xmlns:a16="http://schemas.microsoft.com/office/drawing/2014/main" id="{3E6C9302-8EBA-35BF-11FB-BD50BA2DCF8E}"/>
              </a:ext>
            </a:extLst>
          </p:cNvPr>
          <p:cNvGrpSpPr>
            <a:grpSpLocks noChangeAspect="1"/>
          </p:cNvGrpSpPr>
          <p:nvPr/>
        </p:nvGrpSpPr>
        <p:grpSpPr>
          <a:xfrm>
            <a:off x="16331765" y="473688"/>
            <a:ext cx="927535" cy="555012"/>
            <a:chOff x="0" y="0"/>
            <a:chExt cx="1855064" cy="1110031"/>
          </a:xfrm>
        </p:grpSpPr>
        <p:sp>
          <p:nvSpPr>
            <p:cNvPr id="7" name="Freeform 7">
              <a:extLst>
                <a:ext uri="{FF2B5EF4-FFF2-40B4-BE49-F238E27FC236}">
                  <a16:creationId xmlns:a16="http://schemas.microsoft.com/office/drawing/2014/main" id="{91667598-5660-D3A5-2539-64EE5E359F42}"/>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8" name="Freeform 8">
              <a:extLst>
                <a:ext uri="{FF2B5EF4-FFF2-40B4-BE49-F238E27FC236}">
                  <a16:creationId xmlns:a16="http://schemas.microsoft.com/office/drawing/2014/main" id="{1E5F847B-7594-A917-F951-B16BEECADA44}"/>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9" name="Freeform 9">
              <a:extLst>
                <a:ext uri="{FF2B5EF4-FFF2-40B4-BE49-F238E27FC236}">
                  <a16:creationId xmlns:a16="http://schemas.microsoft.com/office/drawing/2014/main" id="{5E0CE6C6-0198-0A90-BE15-29A681331B91}"/>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10" name="TextBox 10">
            <a:extLst>
              <a:ext uri="{FF2B5EF4-FFF2-40B4-BE49-F238E27FC236}">
                <a16:creationId xmlns:a16="http://schemas.microsoft.com/office/drawing/2014/main" id="{D1842DA9-97CB-9F60-6714-0DB680D1F125}"/>
              </a:ext>
            </a:extLst>
          </p:cNvPr>
          <p:cNvSpPr txBox="1"/>
          <p:nvPr/>
        </p:nvSpPr>
        <p:spPr>
          <a:xfrm>
            <a:off x="1028700" y="426063"/>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29" name="TextBox 29">
            <a:extLst>
              <a:ext uri="{FF2B5EF4-FFF2-40B4-BE49-F238E27FC236}">
                <a16:creationId xmlns:a16="http://schemas.microsoft.com/office/drawing/2014/main" id="{EB16EABE-0C70-65E7-B152-B0379416505F}"/>
              </a:ext>
            </a:extLst>
          </p:cNvPr>
          <p:cNvSpPr txBox="1"/>
          <p:nvPr/>
        </p:nvSpPr>
        <p:spPr>
          <a:xfrm>
            <a:off x="1028700" y="1461010"/>
            <a:ext cx="7048500" cy="832023"/>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Custom graph with Text</a:t>
            </a:r>
          </a:p>
        </p:txBody>
      </p:sp>
      <p:sp>
        <p:nvSpPr>
          <p:cNvPr id="30" name="Freeform: Shape 29">
            <a:extLst>
              <a:ext uri="{FF2B5EF4-FFF2-40B4-BE49-F238E27FC236}">
                <a16:creationId xmlns:a16="http://schemas.microsoft.com/office/drawing/2014/main" id="{B7A93618-93FA-6F5E-A685-2CDD1AE2EA0E}"/>
              </a:ext>
            </a:extLst>
          </p:cNvPr>
          <p:cNvSpPr/>
          <p:nvPr/>
        </p:nvSpPr>
        <p:spPr>
          <a:xfrm rot="3625312">
            <a:off x="2348968" y="4325350"/>
            <a:ext cx="2266312" cy="2346245"/>
          </a:xfrm>
          <a:custGeom>
            <a:avLst/>
            <a:gdLst>
              <a:gd name="connsiteX0" fmla="*/ 1607820 w 2196465"/>
              <a:gd name="connsiteY0" fmla="*/ 0 h 2273934"/>
              <a:gd name="connsiteX1" fmla="*/ 1607820 w 2196465"/>
              <a:gd name="connsiteY1" fmla="*/ 0 h 2273934"/>
              <a:gd name="connsiteX2" fmla="*/ 0 w 2196465"/>
              <a:gd name="connsiteY2" fmla="*/ 1607820 h 2273934"/>
              <a:gd name="connsiteX3" fmla="*/ 470535 w 2196465"/>
              <a:gd name="connsiteY3" fmla="*/ 1969770 h 2273934"/>
              <a:gd name="connsiteX4" fmla="*/ 1019175 w 2196465"/>
              <a:gd name="connsiteY4" fmla="*/ 2197100 h 2273934"/>
              <a:gd name="connsiteX5" fmla="*/ 1607820 w 2196465"/>
              <a:gd name="connsiteY5" fmla="*/ 2273935 h 2273934"/>
              <a:gd name="connsiteX6" fmla="*/ 2196465 w 2196465"/>
              <a:gd name="connsiteY6" fmla="*/ 2197100 h 2273934"/>
              <a:gd name="connsiteX7" fmla="*/ 1607820 w 2196465"/>
              <a:gd name="connsiteY7" fmla="*/ 0 h 2273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6465" h="2273934">
                <a:moveTo>
                  <a:pt x="1607820" y="0"/>
                </a:moveTo>
                <a:lnTo>
                  <a:pt x="1607820" y="0"/>
                </a:lnTo>
                <a:lnTo>
                  <a:pt x="0" y="1607820"/>
                </a:lnTo>
                <a:cubicBezTo>
                  <a:pt x="140335" y="1748155"/>
                  <a:pt x="298450" y="1869440"/>
                  <a:pt x="470535" y="1969770"/>
                </a:cubicBezTo>
                <a:cubicBezTo>
                  <a:pt x="640715" y="2068195"/>
                  <a:pt x="824865" y="2145030"/>
                  <a:pt x="1019175" y="2197100"/>
                </a:cubicBezTo>
                <a:cubicBezTo>
                  <a:pt x="1207135" y="2247265"/>
                  <a:pt x="1403985" y="2273935"/>
                  <a:pt x="1607820" y="2273935"/>
                </a:cubicBezTo>
                <a:cubicBezTo>
                  <a:pt x="1811655" y="2273935"/>
                  <a:pt x="2008505" y="2247265"/>
                  <a:pt x="2196465" y="2197100"/>
                </a:cubicBezTo>
                <a:lnTo>
                  <a:pt x="1607820" y="0"/>
                </a:lnTo>
                <a:close/>
              </a:path>
            </a:pathLst>
          </a:custGeom>
          <a:solidFill>
            <a:schemeClr val="accent3"/>
          </a:solidFill>
          <a:ln w="12700" cap="flat">
            <a:solidFill>
              <a:schemeClr val="accent3"/>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1B5061F-B003-D18E-0BAC-169F014371C8}"/>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CE5F06A-9C53-4EA0-0E01-AA96580D2E1F}"/>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328721AB-E807-BD06-717A-10FEC0979BE2}"/>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D2C6D555-3F88-83D3-24DC-D629A8F44CE4}"/>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0CA5105-BF65-4241-FA84-1A963C666836}"/>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50920AF4-1576-CB4E-82BE-656DD9CF2CF1}"/>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330C0C6-9785-640F-255F-755094E69D47}"/>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AAAE6881-E5CC-EDEA-2FB4-88C7C78E89E5}"/>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091B562-5CF9-67F3-169C-5756A9287C65}"/>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6841BBA1-94AF-EF22-EB75-EC89798E47FE}"/>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EE3DD31A-B13E-03DF-652C-7A3921A6923B}"/>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9B3899B-3B09-D412-C0C2-15555831B182}"/>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E4CE6C4-C9E4-0B22-8287-69B2EE9BD92A}"/>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B3CE2B2-2846-AD78-8F6D-E51DD0F2440F}"/>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1D8F582-FCB4-8A7F-E01A-59772A1CC5A0}"/>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488FB6B5-42C0-0237-2C63-FC3B0CC0EED8}"/>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46C0354-B2C3-31B9-C735-C0DD1DD73849}"/>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6BD291BF-F529-4143-4DFA-BE047B9E128F}"/>
              </a:ext>
            </a:extLst>
          </p:cNvPr>
          <p:cNvSpPr/>
          <p:nvPr/>
        </p:nvSpPr>
        <p:spPr>
          <a:xfrm>
            <a:off x="4676063" y="5436528"/>
            <a:ext cx="5344" cy="5344"/>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0AB1F2"/>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22134D3-0D2C-9B2D-45EF-A6AC7D3FE51C}"/>
              </a:ext>
            </a:extLst>
          </p:cNvPr>
          <p:cNvSpPr/>
          <p:nvPr/>
        </p:nvSpPr>
        <p:spPr>
          <a:xfrm>
            <a:off x="3357636" y="5442218"/>
            <a:ext cx="1806873" cy="1870601"/>
          </a:xfrm>
          <a:custGeom>
            <a:avLst/>
            <a:gdLst>
              <a:gd name="connsiteX0" fmla="*/ 1607820 w 2196465"/>
              <a:gd name="connsiteY0" fmla="*/ 0 h 2273934"/>
              <a:gd name="connsiteX1" fmla="*/ 1607820 w 2196465"/>
              <a:gd name="connsiteY1" fmla="*/ 0 h 2273934"/>
              <a:gd name="connsiteX2" fmla="*/ 0 w 2196465"/>
              <a:gd name="connsiteY2" fmla="*/ 1607820 h 2273934"/>
              <a:gd name="connsiteX3" fmla="*/ 470535 w 2196465"/>
              <a:gd name="connsiteY3" fmla="*/ 1969770 h 2273934"/>
              <a:gd name="connsiteX4" fmla="*/ 1019175 w 2196465"/>
              <a:gd name="connsiteY4" fmla="*/ 2197100 h 2273934"/>
              <a:gd name="connsiteX5" fmla="*/ 1607820 w 2196465"/>
              <a:gd name="connsiteY5" fmla="*/ 2273935 h 2273934"/>
              <a:gd name="connsiteX6" fmla="*/ 2196465 w 2196465"/>
              <a:gd name="connsiteY6" fmla="*/ 2197100 h 2273934"/>
              <a:gd name="connsiteX7" fmla="*/ 1607820 w 2196465"/>
              <a:gd name="connsiteY7" fmla="*/ 0 h 2273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6465" h="2273934">
                <a:moveTo>
                  <a:pt x="1607820" y="0"/>
                </a:moveTo>
                <a:lnTo>
                  <a:pt x="1607820" y="0"/>
                </a:lnTo>
                <a:lnTo>
                  <a:pt x="0" y="1607820"/>
                </a:lnTo>
                <a:cubicBezTo>
                  <a:pt x="140335" y="1748155"/>
                  <a:pt x="298450" y="1869440"/>
                  <a:pt x="470535" y="1969770"/>
                </a:cubicBezTo>
                <a:cubicBezTo>
                  <a:pt x="640715" y="2068195"/>
                  <a:pt x="824865" y="2145030"/>
                  <a:pt x="1019175" y="2197100"/>
                </a:cubicBezTo>
                <a:cubicBezTo>
                  <a:pt x="1207135" y="2247265"/>
                  <a:pt x="1403985" y="2273935"/>
                  <a:pt x="1607820" y="2273935"/>
                </a:cubicBezTo>
                <a:cubicBezTo>
                  <a:pt x="1811655" y="2273935"/>
                  <a:pt x="2008505" y="2247265"/>
                  <a:pt x="2196465" y="2197100"/>
                </a:cubicBezTo>
                <a:lnTo>
                  <a:pt x="1607820" y="0"/>
                </a:lnTo>
                <a:close/>
              </a:path>
            </a:pathLst>
          </a:custGeom>
          <a:solidFill>
            <a:schemeClr val="accent2"/>
          </a:solidFill>
          <a:ln w="12700" cap="flat">
            <a:solidFill>
              <a:schemeClr val="accent2"/>
            </a:solid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1F87DCD2-8287-0438-8BAA-3C13F1199DE9}"/>
              </a:ext>
            </a:extLst>
          </p:cNvPr>
          <p:cNvSpPr/>
          <p:nvPr/>
        </p:nvSpPr>
        <p:spPr>
          <a:xfrm>
            <a:off x="4676063" y="5436528"/>
            <a:ext cx="1587713" cy="1587713"/>
          </a:xfrm>
          <a:custGeom>
            <a:avLst/>
            <a:gdLst>
              <a:gd name="connsiteX0" fmla="*/ 0 w 1886584"/>
              <a:gd name="connsiteY0" fmla="*/ 0 h 1886584"/>
              <a:gd name="connsiteX1" fmla="*/ 0 w 1886584"/>
              <a:gd name="connsiteY1" fmla="*/ 0 h 1886584"/>
              <a:gd name="connsiteX2" fmla="*/ 0 w 1886584"/>
              <a:gd name="connsiteY2" fmla="*/ 0 h 1886584"/>
              <a:gd name="connsiteX3" fmla="*/ 505460 w 1886584"/>
              <a:gd name="connsiteY3" fmla="*/ 1886585 h 1886584"/>
              <a:gd name="connsiteX4" fmla="*/ 976630 w 1886584"/>
              <a:gd name="connsiteY4" fmla="*/ 1691640 h 1886584"/>
              <a:gd name="connsiteX5" fmla="*/ 1381125 w 1886584"/>
              <a:gd name="connsiteY5" fmla="*/ 1381125 h 1886584"/>
              <a:gd name="connsiteX6" fmla="*/ 1691640 w 1886584"/>
              <a:gd name="connsiteY6" fmla="*/ 976630 h 1886584"/>
              <a:gd name="connsiteX7" fmla="*/ 1886585 w 1886584"/>
              <a:gd name="connsiteY7" fmla="*/ 505460 h 1886584"/>
              <a:gd name="connsiteX8" fmla="*/ 0 w 1886584"/>
              <a:gd name="connsiteY8" fmla="*/ 0 h 1886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584" h="1886584">
                <a:moveTo>
                  <a:pt x="0" y="0"/>
                </a:moveTo>
                <a:lnTo>
                  <a:pt x="0" y="0"/>
                </a:lnTo>
                <a:lnTo>
                  <a:pt x="0" y="0"/>
                </a:lnTo>
                <a:lnTo>
                  <a:pt x="505460" y="1886585"/>
                </a:lnTo>
                <a:cubicBezTo>
                  <a:pt x="672465" y="1842135"/>
                  <a:pt x="830580" y="1776095"/>
                  <a:pt x="976630" y="1691640"/>
                </a:cubicBezTo>
                <a:cubicBezTo>
                  <a:pt x="1124585" y="1605915"/>
                  <a:pt x="1260475" y="1501140"/>
                  <a:pt x="1381125" y="1381125"/>
                </a:cubicBezTo>
                <a:cubicBezTo>
                  <a:pt x="1501140" y="1261110"/>
                  <a:pt x="1605915" y="1125220"/>
                  <a:pt x="1691640" y="976630"/>
                </a:cubicBezTo>
                <a:cubicBezTo>
                  <a:pt x="1776095" y="830580"/>
                  <a:pt x="1842135" y="672465"/>
                  <a:pt x="1886585" y="505460"/>
                </a:cubicBezTo>
                <a:lnTo>
                  <a:pt x="0" y="0"/>
                </a:lnTo>
                <a:close/>
              </a:path>
            </a:pathLst>
          </a:custGeom>
          <a:solidFill>
            <a:schemeClr val="accent1"/>
          </a:solidFill>
          <a:ln w="12700" cap="flat">
            <a:solidFill>
              <a:schemeClr val="accent1"/>
            </a:solid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FF9B31C5-A16A-EBAA-A420-5D00ED3EC1F8}"/>
              </a:ext>
            </a:extLst>
          </p:cNvPr>
          <p:cNvSpPr/>
          <p:nvPr/>
        </p:nvSpPr>
        <p:spPr>
          <a:xfrm>
            <a:off x="4676063" y="4027838"/>
            <a:ext cx="1991731" cy="1924389"/>
          </a:xfrm>
          <a:custGeom>
            <a:avLst/>
            <a:gdLst>
              <a:gd name="connsiteX0" fmla="*/ 2287270 w 2366655"/>
              <a:gd name="connsiteY0" fmla="*/ 1061085 h 2286635"/>
              <a:gd name="connsiteX1" fmla="*/ 2050415 w 2366655"/>
              <a:gd name="connsiteY1" fmla="*/ 490220 h 2286635"/>
              <a:gd name="connsiteX2" fmla="*/ 1673860 w 2366655"/>
              <a:gd name="connsiteY2" fmla="*/ 0 h 2286635"/>
              <a:gd name="connsiteX3" fmla="*/ 0 w 2366655"/>
              <a:gd name="connsiteY3" fmla="*/ 1673860 h 2286635"/>
              <a:gd name="connsiteX4" fmla="*/ 0 w 2366655"/>
              <a:gd name="connsiteY4" fmla="*/ 1673860 h 2286635"/>
              <a:gd name="connsiteX5" fmla="*/ 0 w 2366655"/>
              <a:gd name="connsiteY5" fmla="*/ 1673860 h 2286635"/>
              <a:gd name="connsiteX6" fmla="*/ 2286635 w 2366655"/>
              <a:gd name="connsiteY6" fmla="*/ 2286635 h 2286635"/>
              <a:gd name="connsiteX7" fmla="*/ 2366645 w 2366655"/>
              <a:gd name="connsiteY7" fmla="*/ 1673860 h 2286635"/>
              <a:gd name="connsiteX8" fmla="*/ 2287270 w 2366655"/>
              <a:gd name="connsiteY8" fmla="*/ 1061085 h 2286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6655" h="2286635">
                <a:moveTo>
                  <a:pt x="2287270" y="1061085"/>
                </a:moveTo>
                <a:cubicBezTo>
                  <a:pt x="2233295" y="858520"/>
                  <a:pt x="2153285" y="667385"/>
                  <a:pt x="2050415" y="490220"/>
                </a:cubicBezTo>
                <a:cubicBezTo>
                  <a:pt x="1946275" y="310515"/>
                  <a:pt x="1819910" y="146050"/>
                  <a:pt x="1673860" y="0"/>
                </a:cubicBezTo>
                <a:lnTo>
                  <a:pt x="0" y="1673860"/>
                </a:lnTo>
                <a:lnTo>
                  <a:pt x="0" y="1673860"/>
                </a:lnTo>
                <a:lnTo>
                  <a:pt x="0" y="1673860"/>
                </a:lnTo>
                <a:lnTo>
                  <a:pt x="2286635" y="2286635"/>
                </a:lnTo>
                <a:cubicBezTo>
                  <a:pt x="2338705" y="2091055"/>
                  <a:pt x="2366645" y="1885950"/>
                  <a:pt x="2366645" y="1673860"/>
                </a:cubicBezTo>
                <a:cubicBezTo>
                  <a:pt x="2367280" y="1461770"/>
                  <a:pt x="2339340" y="1256665"/>
                  <a:pt x="2287270" y="1061085"/>
                </a:cubicBezTo>
                <a:close/>
              </a:path>
            </a:pathLst>
          </a:custGeom>
          <a:solidFill>
            <a:schemeClr val="accent6">
              <a:lumMod val="75000"/>
            </a:schemeClr>
          </a:solidFill>
          <a:ln w="12700" cap="flat">
            <a:solidFill>
              <a:schemeClr val="accent6">
                <a:lumMod val="75000"/>
              </a:schemeClr>
            </a:solid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C2F14F0D-D02D-81B7-4196-453F483ABB73}"/>
              </a:ext>
            </a:extLst>
          </p:cNvPr>
          <p:cNvSpPr/>
          <p:nvPr/>
        </p:nvSpPr>
        <p:spPr>
          <a:xfrm>
            <a:off x="2232234" y="2993232"/>
            <a:ext cx="2443295" cy="2443829"/>
          </a:xfrm>
          <a:custGeom>
            <a:avLst/>
            <a:gdLst>
              <a:gd name="connsiteX0" fmla="*/ 2125980 w 2903220"/>
              <a:gd name="connsiteY0" fmla="*/ 0 h 2903855"/>
              <a:gd name="connsiteX1" fmla="*/ 1400810 w 2903220"/>
              <a:gd name="connsiteY1" fmla="*/ 300355 h 2903855"/>
              <a:gd name="connsiteX2" fmla="*/ 778510 w 2903220"/>
              <a:gd name="connsiteY2" fmla="*/ 778510 h 2903855"/>
              <a:gd name="connsiteX3" fmla="*/ 300355 w 2903220"/>
              <a:gd name="connsiteY3" fmla="*/ 1400810 h 2903855"/>
              <a:gd name="connsiteX4" fmla="*/ 0 w 2903220"/>
              <a:gd name="connsiteY4" fmla="*/ 2125980 h 2903855"/>
              <a:gd name="connsiteX5" fmla="*/ 2903220 w 2903220"/>
              <a:gd name="connsiteY5" fmla="*/ 2903855 h 2903855"/>
              <a:gd name="connsiteX6" fmla="*/ 2903220 w 2903220"/>
              <a:gd name="connsiteY6" fmla="*/ 2903855 h 2903855"/>
              <a:gd name="connsiteX7" fmla="*/ 2125980 w 2903220"/>
              <a:gd name="connsiteY7" fmla="*/ 0 h 2903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03220" h="2903855">
                <a:moveTo>
                  <a:pt x="2125980" y="0"/>
                </a:moveTo>
                <a:cubicBezTo>
                  <a:pt x="1869440" y="68580"/>
                  <a:pt x="1626235" y="170180"/>
                  <a:pt x="1400810" y="300355"/>
                </a:cubicBezTo>
                <a:cubicBezTo>
                  <a:pt x="1172845" y="432435"/>
                  <a:pt x="963930" y="593090"/>
                  <a:pt x="778510" y="778510"/>
                </a:cubicBezTo>
                <a:cubicBezTo>
                  <a:pt x="593725" y="963295"/>
                  <a:pt x="432435" y="1172845"/>
                  <a:pt x="300355" y="1400810"/>
                </a:cubicBezTo>
                <a:cubicBezTo>
                  <a:pt x="170180" y="1625600"/>
                  <a:pt x="68580" y="1868805"/>
                  <a:pt x="0" y="2125980"/>
                </a:cubicBezTo>
                <a:lnTo>
                  <a:pt x="2903220" y="2903855"/>
                </a:lnTo>
                <a:lnTo>
                  <a:pt x="2903220" y="2903855"/>
                </a:lnTo>
                <a:lnTo>
                  <a:pt x="2125980" y="0"/>
                </a:lnTo>
                <a:close/>
              </a:path>
            </a:pathLst>
          </a:custGeom>
          <a:solidFill>
            <a:schemeClr val="tx2"/>
          </a:solidFill>
          <a:ln w="12700" cap="flat">
            <a:solidFill>
              <a:schemeClr val="tx1"/>
            </a:solid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B72F7A1-8236-8D6A-F56E-FE15ABCF4B42}"/>
              </a:ext>
            </a:extLst>
          </p:cNvPr>
          <p:cNvSpPr/>
          <p:nvPr/>
        </p:nvSpPr>
        <p:spPr>
          <a:xfrm>
            <a:off x="4122421" y="3297308"/>
            <a:ext cx="2066004" cy="2138684"/>
          </a:xfrm>
          <a:custGeom>
            <a:avLst/>
            <a:gdLst>
              <a:gd name="connsiteX0" fmla="*/ 1928495 w 2454909"/>
              <a:gd name="connsiteY0" fmla="*/ 340360 h 2541269"/>
              <a:gd name="connsiteX1" fmla="*/ 1315720 w 2454909"/>
              <a:gd name="connsiteY1" fmla="*/ 86360 h 2541269"/>
              <a:gd name="connsiteX2" fmla="*/ 657860 w 2454909"/>
              <a:gd name="connsiteY2" fmla="*/ 0 h 2541269"/>
              <a:gd name="connsiteX3" fmla="*/ 0 w 2454909"/>
              <a:gd name="connsiteY3" fmla="*/ 86360 h 2541269"/>
              <a:gd name="connsiteX4" fmla="*/ 657860 w 2454909"/>
              <a:gd name="connsiteY4" fmla="*/ 2541270 h 2541269"/>
              <a:gd name="connsiteX5" fmla="*/ 2454910 w 2454909"/>
              <a:gd name="connsiteY5" fmla="*/ 744220 h 2541269"/>
              <a:gd name="connsiteX6" fmla="*/ 1928495 w 2454909"/>
              <a:gd name="connsiteY6" fmla="*/ 340360 h 2541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4909" h="2541269">
                <a:moveTo>
                  <a:pt x="1928495" y="340360"/>
                </a:moveTo>
                <a:cubicBezTo>
                  <a:pt x="1738630" y="230505"/>
                  <a:pt x="1532890" y="144145"/>
                  <a:pt x="1315720" y="86360"/>
                </a:cubicBezTo>
                <a:cubicBezTo>
                  <a:pt x="1106170" y="30480"/>
                  <a:pt x="885190" y="0"/>
                  <a:pt x="657860" y="0"/>
                </a:cubicBezTo>
                <a:cubicBezTo>
                  <a:pt x="430530" y="0"/>
                  <a:pt x="209550" y="29845"/>
                  <a:pt x="0" y="86360"/>
                </a:cubicBezTo>
                <a:lnTo>
                  <a:pt x="657860" y="2541270"/>
                </a:lnTo>
                <a:lnTo>
                  <a:pt x="2454910" y="744220"/>
                </a:lnTo>
                <a:cubicBezTo>
                  <a:pt x="2298065" y="588645"/>
                  <a:pt x="2121535" y="452120"/>
                  <a:pt x="1928495" y="340360"/>
                </a:cubicBezTo>
                <a:close/>
              </a:path>
            </a:pathLst>
          </a:custGeom>
          <a:solidFill>
            <a:schemeClr val="accent5"/>
          </a:solidFill>
          <a:ln w="12700" cap="flat">
            <a:solidFill>
              <a:schemeClr val="accent5"/>
            </a:solidFill>
            <a:prstDash val="solid"/>
            <a:miter/>
          </a:ln>
        </p:spPr>
        <p:txBody>
          <a:bodyPr rtlCol="0" anchor="ctr"/>
          <a:lstStyle/>
          <a:p>
            <a:endParaRPr lang="en-US"/>
          </a:p>
        </p:txBody>
      </p:sp>
      <p:grpSp>
        <p:nvGrpSpPr>
          <p:cNvPr id="54" name="Graphic 5">
            <a:extLst>
              <a:ext uri="{FF2B5EF4-FFF2-40B4-BE49-F238E27FC236}">
                <a16:creationId xmlns:a16="http://schemas.microsoft.com/office/drawing/2014/main" id="{FBAF8B15-0F76-63AA-7BAD-B285C7E0FB36}"/>
              </a:ext>
            </a:extLst>
          </p:cNvPr>
          <p:cNvGrpSpPr/>
          <p:nvPr/>
        </p:nvGrpSpPr>
        <p:grpSpPr>
          <a:xfrm>
            <a:off x="4040486" y="4849218"/>
            <a:ext cx="1272046" cy="1228594"/>
            <a:chOff x="5318562" y="2914650"/>
            <a:chExt cx="1511497" cy="1459864"/>
          </a:xfrm>
        </p:grpSpPr>
        <p:sp>
          <p:nvSpPr>
            <p:cNvPr id="55" name="Freeform: Shape 54">
              <a:extLst>
                <a:ext uri="{FF2B5EF4-FFF2-40B4-BE49-F238E27FC236}">
                  <a16:creationId xmlns:a16="http://schemas.microsoft.com/office/drawing/2014/main" id="{3FA4F9E9-F833-3203-5AD0-5089CD4B9FDC}"/>
                </a:ext>
              </a:extLst>
            </p:cNvPr>
            <p:cNvSpPr/>
            <p:nvPr/>
          </p:nvSpPr>
          <p:spPr>
            <a:xfrm>
              <a:off x="6272529" y="4353559"/>
              <a:ext cx="1904" cy="635"/>
            </a:xfrm>
            <a:custGeom>
              <a:avLst/>
              <a:gdLst>
                <a:gd name="connsiteX0" fmla="*/ 1905 w 1904"/>
                <a:gd name="connsiteY0" fmla="*/ 0 h 635"/>
                <a:gd name="connsiteX1" fmla="*/ 0 w 1904"/>
                <a:gd name="connsiteY1" fmla="*/ 635 h 635"/>
              </a:gdLst>
              <a:ahLst/>
              <a:cxnLst>
                <a:cxn ang="0">
                  <a:pos x="connsiteX0" y="connsiteY0"/>
                </a:cxn>
                <a:cxn ang="0">
                  <a:pos x="connsiteX1" y="connsiteY1"/>
                </a:cxn>
              </a:cxnLst>
              <a:rect l="l" t="t" r="r" b="b"/>
              <a:pathLst>
                <a:path w="1904" h="635">
                  <a:moveTo>
                    <a:pt x="1905" y="0"/>
                  </a:moveTo>
                  <a:cubicBezTo>
                    <a:pt x="1270" y="0"/>
                    <a:pt x="635" y="635"/>
                    <a:pt x="0" y="635"/>
                  </a:cubicBezTo>
                </a:path>
              </a:pathLst>
            </a:custGeom>
            <a:solidFill>
              <a:srgbClr val="AA3DC4"/>
            </a:solid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70662950-EB3B-2528-8B5A-D0CA881352B8}"/>
                </a:ext>
              </a:extLst>
            </p:cNvPr>
            <p:cNvSpPr/>
            <p:nvPr/>
          </p:nvSpPr>
          <p:spPr>
            <a:xfrm>
              <a:off x="6073775" y="3100070"/>
              <a:ext cx="512444" cy="512445"/>
            </a:xfrm>
            <a:custGeom>
              <a:avLst/>
              <a:gdLst>
                <a:gd name="connsiteX0" fmla="*/ 0 w 512444"/>
                <a:gd name="connsiteY0" fmla="*/ 512445 h 512445"/>
                <a:gd name="connsiteX1" fmla="*/ 512445 w 512444"/>
                <a:gd name="connsiteY1" fmla="*/ 0 h 512445"/>
                <a:gd name="connsiteX2" fmla="*/ 512445 w 512444"/>
                <a:gd name="connsiteY2" fmla="*/ 0 h 512445"/>
                <a:gd name="connsiteX3" fmla="*/ 0 w 512444"/>
                <a:gd name="connsiteY3" fmla="*/ 512445 h 512445"/>
                <a:gd name="connsiteX4" fmla="*/ 0 w 512444"/>
                <a:gd name="connsiteY4" fmla="*/ 512445 h 512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444" h="512445">
                  <a:moveTo>
                    <a:pt x="0" y="512445"/>
                  </a:moveTo>
                  <a:lnTo>
                    <a:pt x="512445" y="0"/>
                  </a:lnTo>
                  <a:cubicBezTo>
                    <a:pt x="512445" y="0"/>
                    <a:pt x="512445" y="0"/>
                    <a:pt x="512445" y="0"/>
                  </a:cubicBezTo>
                  <a:lnTo>
                    <a:pt x="0" y="512445"/>
                  </a:lnTo>
                  <a:lnTo>
                    <a:pt x="0" y="512445"/>
                  </a:lnTo>
                  <a:close/>
                </a:path>
              </a:pathLst>
            </a:custGeom>
            <a:solidFill>
              <a:srgbClr val="AA3DC4"/>
            </a:solid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20907AF7-5407-8112-0664-122CD71B1639}"/>
                </a:ext>
              </a:extLst>
            </p:cNvPr>
            <p:cNvSpPr/>
            <p:nvPr/>
          </p:nvSpPr>
          <p:spPr>
            <a:xfrm>
              <a:off x="6073775" y="3612515"/>
              <a:ext cx="6350" cy="6350"/>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AA3DC4"/>
            </a:solid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422C5098-B127-9E73-65C4-A4F52D0EF72F}"/>
                </a:ext>
              </a:extLst>
            </p:cNvPr>
            <p:cNvSpPr/>
            <p:nvPr/>
          </p:nvSpPr>
          <p:spPr>
            <a:xfrm>
              <a:off x="5401309" y="3432175"/>
              <a:ext cx="672465" cy="180340"/>
            </a:xfrm>
            <a:custGeom>
              <a:avLst/>
              <a:gdLst>
                <a:gd name="connsiteX0" fmla="*/ 672465 w 672465"/>
                <a:gd name="connsiteY0" fmla="*/ 180340 h 180340"/>
                <a:gd name="connsiteX1" fmla="*/ 672465 w 672465"/>
                <a:gd name="connsiteY1" fmla="*/ 180340 h 180340"/>
                <a:gd name="connsiteX2" fmla="*/ 672465 w 672465"/>
                <a:gd name="connsiteY2" fmla="*/ 180340 h 180340"/>
                <a:gd name="connsiteX3" fmla="*/ 672465 w 672465"/>
                <a:gd name="connsiteY3" fmla="*/ 180340 h 180340"/>
                <a:gd name="connsiteX4" fmla="*/ 672465 w 672465"/>
                <a:gd name="connsiteY4" fmla="*/ 180340 h 180340"/>
                <a:gd name="connsiteX5" fmla="*/ 0 w 672465"/>
                <a:gd name="connsiteY5" fmla="*/ 0 h 180340"/>
                <a:gd name="connsiteX6" fmla="*/ 0 w 672465"/>
                <a:gd name="connsiteY6" fmla="*/ 0 h 180340"/>
                <a:gd name="connsiteX7" fmla="*/ 672465 w 672465"/>
                <a:gd name="connsiteY7" fmla="*/ 180340 h 180340"/>
                <a:gd name="connsiteX8" fmla="*/ 672465 w 672465"/>
                <a:gd name="connsiteY8" fmla="*/ 180340 h 180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465" h="180340">
                  <a:moveTo>
                    <a:pt x="672465" y="180340"/>
                  </a:moveTo>
                  <a:lnTo>
                    <a:pt x="672465" y="180340"/>
                  </a:lnTo>
                  <a:lnTo>
                    <a:pt x="672465" y="180340"/>
                  </a:lnTo>
                  <a:lnTo>
                    <a:pt x="672465" y="180340"/>
                  </a:lnTo>
                  <a:lnTo>
                    <a:pt x="672465" y="180340"/>
                  </a:lnTo>
                  <a:lnTo>
                    <a:pt x="0" y="0"/>
                  </a:lnTo>
                  <a:cubicBezTo>
                    <a:pt x="0" y="0"/>
                    <a:pt x="0" y="0"/>
                    <a:pt x="0" y="0"/>
                  </a:cubicBezTo>
                  <a:lnTo>
                    <a:pt x="672465" y="180340"/>
                  </a:lnTo>
                  <a:lnTo>
                    <a:pt x="672465" y="180340"/>
                  </a:lnTo>
                  <a:close/>
                </a:path>
              </a:pathLst>
            </a:custGeom>
            <a:solidFill>
              <a:srgbClr val="AA3DC4"/>
            </a:solid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FBAA631D-7E5C-005E-1CE7-40A549700AA6}"/>
                </a:ext>
              </a:extLst>
            </p:cNvPr>
            <p:cNvSpPr/>
            <p:nvPr/>
          </p:nvSpPr>
          <p:spPr>
            <a:xfrm>
              <a:off x="5556250" y="3613784"/>
              <a:ext cx="716279" cy="760730"/>
            </a:xfrm>
            <a:custGeom>
              <a:avLst/>
              <a:gdLst>
                <a:gd name="connsiteX0" fmla="*/ 716280 w 716279"/>
                <a:gd name="connsiteY0" fmla="*/ 739775 h 760730"/>
                <a:gd name="connsiteX1" fmla="*/ 543560 w 716279"/>
                <a:gd name="connsiteY1" fmla="*/ 760730 h 760730"/>
                <a:gd name="connsiteX2" fmla="*/ 0 w 716279"/>
                <a:gd name="connsiteY2" fmla="*/ 517525 h 760730"/>
                <a:gd name="connsiteX3" fmla="*/ 517525 w 716279"/>
                <a:gd name="connsiteY3" fmla="*/ 0 h 760730"/>
                <a:gd name="connsiteX4" fmla="*/ 716280 w 716279"/>
                <a:gd name="connsiteY4" fmla="*/ 739775 h 76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6279" h="760730">
                  <a:moveTo>
                    <a:pt x="716280" y="739775"/>
                  </a:moveTo>
                  <a:cubicBezTo>
                    <a:pt x="661035" y="753110"/>
                    <a:pt x="603250" y="760730"/>
                    <a:pt x="543560" y="760730"/>
                  </a:cubicBezTo>
                  <a:cubicBezTo>
                    <a:pt x="327660" y="760730"/>
                    <a:pt x="133985" y="666750"/>
                    <a:pt x="0" y="517525"/>
                  </a:cubicBezTo>
                  <a:lnTo>
                    <a:pt x="517525" y="0"/>
                  </a:lnTo>
                  <a:lnTo>
                    <a:pt x="716280" y="739775"/>
                  </a:lnTo>
                  <a:close/>
                </a:path>
              </a:pathLst>
            </a:custGeom>
            <a:solidFill>
              <a:schemeClr val="accent2">
                <a:lumMod val="75000"/>
              </a:schemeClr>
            </a:solid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7F98EA55-570C-BFF1-D6DA-ADB7396F477D}"/>
                </a:ext>
              </a:extLst>
            </p:cNvPr>
            <p:cNvSpPr/>
            <p:nvPr/>
          </p:nvSpPr>
          <p:spPr>
            <a:xfrm>
              <a:off x="5556884" y="3613784"/>
              <a:ext cx="517525" cy="517525"/>
            </a:xfrm>
            <a:custGeom>
              <a:avLst/>
              <a:gdLst>
                <a:gd name="connsiteX0" fmla="*/ 517525 w 517525"/>
                <a:gd name="connsiteY0" fmla="*/ 0 h 517525"/>
                <a:gd name="connsiteX1" fmla="*/ 0 w 517525"/>
                <a:gd name="connsiteY1" fmla="*/ 517525 h 517525"/>
                <a:gd name="connsiteX2" fmla="*/ 0 w 517525"/>
                <a:gd name="connsiteY2" fmla="*/ 517525 h 517525"/>
                <a:gd name="connsiteX3" fmla="*/ 517525 w 517525"/>
                <a:gd name="connsiteY3" fmla="*/ 0 h 517525"/>
                <a:gd name="connsiteX4" fmla="*/ 517525 w 517525"/>
                <a:gd name="connsiteY4" fmla="*/ 0 h 51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525" h="517525">
                  <a:moveTo>
                    <a:pt x="517525" y="0"/>
                  </a:moveTo>
                  <a:lnTo>
                    <a:pt x="0" y="517525"/>
                  </a:lnTo>
                  <a:cubicBezTo>
                    <a:pt x="0" y="517525"/>
                    <a:pt x="0" y="517525"/>
                    <a:pt x="0" y="517525"/>
                  </a:cubicBezTo>
                  <a:lnTo>
                    <a:pt x="517525" y="0"/>
                  </a:lnTo>
                  <a:lnTo>
                    <a:pt x="517525" y="0"/>
                  </a:lnTo>
                  <a:close/>
                </a:path>
              </a:pathLst>
            </a:custGeom>
            <a:solidFill>
              <a:srgbClr val="AA3DC4"/>
            </a:solid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C82EF24D-CFC9-853A-F0C1-7C4F746410B9}"/>
                </a:ext>
              </a:extLst>
            </p:cNvPr>
            <p:cNvSpPr/>
            <p:nvPr/>
          </p:nvSpPr>
          <p:spPr>
            <a:xfrm>
              <a:off x="6073775" y="3612515"/>
              <a:ext cx="1904" cy="634"/>
            </a:xfrm>
            <a:custGeom>
              <a:avLst/>
              <a:gdLst>
                <a:gd name="connsiteX0" fmla="*/ 1905 w 1904"/>
                <a:gd name="connsiteY0" fmla="*/ 0 h 634"/>
                <a:gd name="connsiteX1" fmla="*/ 0 w 1904"/>
                <a:gd name="connsiteY1" fmla="*/ 0 h 634"/>
                <a:gd name="connsiteX2" fmla="*/ 0 w 1904"/>
                <a:gd name="connsiteY2" fmla="*/ 0 h 634"/>
                <a:gd name="connsiteX3" fmla="*/ 0 w 1904"/>
                <a:gd name="connsiteY3" fmla="*/ 0 h 634"/>
                <a:gd name="connsiteX4" fmla="*/ 635 w 1904"/>
                <a:gd name="connsiteY4" fmla="*/ 0 h 634"/>
                <a:gd name="connsiteX5" fmla="*/ 1270 w 1904"/>
                <a:gd name="connsiteY5" fmla="*/ 635 h 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4" h="634">
                  <a:moveTo>
                    <a:pt x="1905" y="0"/>
                  </a:moveTo>
                  <a:lnTo>
                    <a:pt x="0" y="0"/>
                  </a:lnTo>
                  <a:lnTo>
                    <a:pt x="0" y="0"/>
                  </a:lnTo>
                  <a:lnTo>
                    <a:pt x="0" y="0"/>
                  </a:lnTo>
                  <a:lnTo>
                    <a:pt x="635" y="0"/>
                  </a:lnTo>
                  <a:lnTo>
                    <a:pt x="1270" y="635"/>
                  </a:lnTo>
                  <a:close/>
                </a:path>
              </a:pathLst>
            </a:custGeom>
            <a:solidFill>
              <a:srgbClr val="AA3DC4"/>
            </a:solid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8655A77-4D66-029C-18E3-99786B340351}"/>
                </a:ext>
              </a:extLst>
            </p:cNvPr>
            <p:cNvSpPr/>
            <p:nvPr/>
          </p:nvSpPr>
          <p:spPr>
            <a:xfrm>
              <a:off x="6074409" y="3612515"/>
              <a:ext cx="635" cy="1269"/>
            </a:xfrm>
            <a:custGeom>
              <a:avLst/>
              <a:gdLst>
                <a:gd name="connsiteX0" fmla="*/ 0 w 635"/>
                <a:gd name="connsiteY0" fmla="*/ 0 h 1269"/>
                <a:gd name="connsiteX1" fmla="*/ 0 w 635"/>
                <a:gd name="connsiteY1" fmla="*/ 1270 h 1269"/>
                <a:gd name="connsiteX2" fmla="*/ 635 w 635"/>
                <a:gd name="connsiteY2" fmla="*/ 635 h 1269"/>
              </a:gdLst>
              <a:ahLst/>
              <a:cxnLst>
                <a:cxn ang="0">
                  <a:pos x="connsiteX0" y="connsiteY0"/>
                </a:cxn>
                <a:cxn ang="0">
                  <a:pos x="connsiteX1" y="connsiteY1"/>
                </a:cxn>
                <a:cxn ang="0">
                  <a:pos x="connsiteX2" y="connsiteY2"/>
                </a:cxn>
              </a:cxnLst>
              <a:rect l="l" t="t" r="r" b="b"/>
              <a:pathLst>
                <a:path w="635" h="1269">
                  <a:moveTo>
                    <a:pt x="0" y="0"/>
                  </a:moveTo>
                  <a:lnTo>
                    <a:pt x="0" y="1270"/>
                  </a:lnTo>
                  <a:lnTo>
                    <a:pt x="635" y="635"/>
                  </a:lnTo>
                  <a:close/>
                </a:path>
              </a:pathLst>
            </a:custGeom>
            <a:solidFill>
              <a:srgbClr val="AA3DC4"/>
            </a:solid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A57BD037-0529-2E9A-2367-DBBC39DD9C38}"/>
                </a:ext>
              </a:extLst>
            </p:cNvPr>
            <p:cNvSpPr/>
            <p:nvPr/>
          </p:nvSpPr>
          <p:spPr>
            <a:xfrm>
              <a:off x="6074409" y="3613150"/>
              <a:ext cx="736600" cy="741045"/>
            </a:xfrm>
            <a:custGeom>
              <a:avLst/>
              <a:gdLst>
                <a:gd name="connsiteX0" fmla="*/ 1270 w 736600"/>
                <a:gd name="connsiteY0" fmla="*/ 0 h 741045"/>
                <a:gd name="connsiteX1" fmla="*/ 1270 w 736600"/>
                <a:gd name="connsiteY1" fmla="*/ 0 h 741045"/>
                <a:gd name="connsiteX2" fmla="*/ 1270 w 736600"/>
                <a:gd name="connsiteY2" fmla="*/ 0 h 741045"/>
                <a:gd name="connsiteX3" fmla="*/ 635 w 736600"/>
                <a:gd name="connsiteY3" fmla="*/ 0 h 741045"/>
                <a:gd name="connsiteX4" fmla="*/ 1270 w 736600"/>
                <a:gd name="connsiteY4" fmla="*/ 0 h 741045"/>
                <a:gd name="connsiteX5" fmla="*/ 1270 w 736600"/>
                <a:gd name="connsiteY5" fmla="*/ 0 h 741045"/>
                <a:gd name="connsiteX6" fmla="*/ 1270 w 736600"/>
                <a:gd name="connsiteY6" fmla="*/ 0 h 741045"/>
                <a:gd name="connsiteX7" fmla="*/ 0 w 736600"/>
                <a:gd name="connsiteY7" fmla="*/ 1270 h 741045"/>
                <a:gd name="connsiteX8" fmla="*/ 198120 w 736600"/>
                <a:gd name="connsiteY8" fmla="*/ 741045 h 741045"/>
                <a:gd name="connsiteX9" fmla="*/ 200025 w 736600"/>
                <a:gd name="connsiteY9" fmla="*/ 740410 h 741045"/>
                <a:gd name="connsiteX10" fmla="*/ 200025 w 736600"/>
                <a:gd name="connsiteY10" fmla="*/ 739775 h 741045"/>
                <a:gd name="connsiteX11" fmla="*/ 200025 w 736600"/>
                <a:gd name="connsiteY11" fmla="*/ 740410 h 741045"/>
                <a:gd name="connsiteX12" fmla="*/ 736600 w 736600"/>
                <a:gd name="connsiteY12" fmla="*/ 196850 h 741045"/>
                <a:gd name="connsiteX13" fmla="*/ 1270 w 736600"/>
                <a:gd name="connsiteY13" fmla="*/ 0 h 74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6600" h="741045">
                  <a:moveTo>
                    <a:pt x="1270" y="0"/>
                  </a:moveTo>
                  <a:lnTo>
                    <a:pt x="1270" y="0"/>
                  </a:lnTo>
                  <a:lnTo>
                    <a:pt x="1270" y="0"/>
                  </a:lnTo>
                  <a:lnTo>
                    <a:pt x="635" y="0"/>
                  </a:lnTo>
                  <a:lnTo>
                    <a:pt x="1270" y="0"/>
                  </a:lnTo>
                  <a:lnTo>
                    <a:pt x="1270" y="0"/>
                  </a:lnTo>
                  <a:lnTo>
                    <a:pt x="1270" y="0"/>
                  </a:lnTo>
                  <a:lnTo>
                    <a:pt x="0" y="1270"/>
                  </a:lnTo>
                  <a:lnTo>
                    <a:pt x="198120" y="741045"/>
                  </a:lnTo>
                  <a:cubicBezTo>
                    <a:pt x="198755" y="741045"/>
                    <a:pt x="199390" y="741045"/>
                    <a:pt x="200025" y="740410"/>
                  </a:cubicBezTo>
                  <a:lnTo>
                    <a:pt x="200025" y="739775"/>
                  </a:lnTo>
                  <a:lnTo>
                    <a:pt x="200025" y="740410"/>
                  </a:lnTo>
                  <a:cubicBezTo>
                    <a:pt x="466090" y="675005"/>
                    <a:pt x="675005" y="464185"/>
                    <a:pt x="736600" y="196850"/>
                  </a:cubicBezTo>
                  <a:lnTo>
                    <a:pt x="1270" y="0"/>
                  </a:lnTo>
                  <a:close/>
                </a:path>
              </a:pathLst>
            </a:custGeom>
            <a:solidFill>
              <a:schemeClr val="accent1">
                <a:lumMod val="75000"/>
              </a:schemeClr>
            </a:solid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99E6C5B1-75B6-B589-AD27-02C84EE42C59}"/>
                </a:ext>
              </a:extLst>
            </p:cNvPr>
            <p:cNvSpPr/>
            <p:nvPr/>
          </p:nvSpPr>
          <p:spPr>
            <a:xfrm>
              <a:off x="6074409" y="3613150"/>
              <a:ext cx="1270" cy="634"/>
            </a:xfrm>
            <a:custGeom>
              <a:avLst/>
              <a:gdLst>
                <a:gd name="connsiteX0" fmla="*/ 1270 w 1270"/>
                <a:gd name="connsiteY0" fmla="*/ 0 h 634"/>
                <a:gd name="connsiteX1" fmla="*/ 1270 w 1270"/>
                <a:gd name="connsiteY1" fmla="*/ 0 h 634"/>
                <a:gd name="connsiteX2" fmla="*/ 1270 w 1270"/>
                <a:gd name="connsiteY2" fmla="*/ 0 h 634"/>
                <a:gd name="connsiteX3" fmla="*/ 635 w 1270"/>
                <a:gd name="connsiteY3" fmla="*/ 0 h 634"/>
                <a:gd name="connsiteX4" fmla="*/ 0 w 1270"/>
                <a:gd name="connsiteY4" fmla="*/ 635 h 634"/>
                <a:gd name="connsiteX5" fmla="*/ 0 w 1270"/>
                <a:gd name="connsiteY5" fmla="*/ 635 h 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0" h="634">
                  <a:moveTo>
                    <a:pt x="1270" y="0"/>
                  </a:moveTo>
                  <a:lnTo>
                    <a:pt x="1270" y="0"/>
                  </a:lnTo>
                  <a:lnTo>
                    <a:pt x="1270" y="0"/>
                  </a:lnTo>
                  <a:lnTo>
                    <a:pt x="635" y="0"/>
                  </a:lnTo>
                  <a:lnTo>
                    <a:pt x="0" y="635"/>
                  </a:lnTo>
                  <a:lnTo>
                    <a:pt x="0" y="635"/>
                  </a:lnTo>
                  <a:close/>
                </a:path>
              </a:pathLst>
            </a:custGeom>
            <a:solidFill>
              <a:srgbClr val="AA3DC4"/>
            </a:solid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F1CD011-C595-10AF-8B4F-4F6C11432D1F}"/>
                </a:ext>
              </a:extLst>
            </p:cNvPr>
            <p:cNvSpPr/>
            <p:nvPr/>
          </p:nvSpPr>
          <p:spPr>
            <a:xfrm>
              <a:off x="6073140" y="3100070"/>
              <a:ext cx="756919" cy="709929"/>
            </a:xfrm>
            <a:custGeom>
              <a:avLst/>
              <a:gdLst>
                <a:gd name="connsiteX0" fmla="*/ 756920 w 756919"/>
                <a:gd name="connsiteY0" fmla="*/ 544195 h 709929"/>
                <a:gd name="connsiteX1" fmla="*/ 737870 w 756919"/>
                <a:gd name="connsiteY1" fmla="*/ 709930 h 709929"/>
                <a:gd name="connsiteX2" fmla="*/ 2540 w 756919"/>
                <a:gd name="connsiteY2" fmla="*/ 513080 h 709929"/>
                <a:gd name="connsiteX3" fmla="*/ 2540 w 756919"/>
                <a:gd name="connsiteY3" fmla="*/ 512445 h 709929"/>
                <a:gd name="connsiteX4" fmla="*/ 1905 w 756919"/>
                <a:gd name="connsiteY4" fmla="*/ 513080 h 709929"/>
                <a:gd name="connsiteX5" fmla="*/ 0 w 756919"/>
                <a:gd name="connsiteY5" fmla="*/ 512445 h 709929"/>
                <a:gd name="connsiteX6" fmla="*/ 512445 w 756919"/>
                <a:gd name="connsiteY6" fmla="*/ 0 h 709929"/>
                <a:gd name="connsiteX7" fmla="*/ 756920 w 756919"/>
                <a:gd name="connsiteY7" fmla="*/ 544195 h 709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919" h="709929">
                  <a:moveTo>
                    <a:pt x="756920" y="544195"/>
                  </a:moveTo>
                  <a:cubicBezTo>
                    <a:pt x="756920" y="600710"/>
                    <a:pt x="749935" y="656590"/>
                    <a:pt x="737870" y="709930"/>
                  </a:cubicBezTo>
                  <a:lnTo>
                    <a:pt x="2540" y="513080"/>
                  </a:lnTo>
                  <a:lnTo>
                    <a:pt x="2540" y="512445"/>
                  </a:lnTo>
                  <a:lnTo>
                    <a:pt x="1905" y="513080"/>
                  </a:lnTo>
                  <a:lnTo>
                    <a:pt x="0" y="512445"/>
                  </a:lnTo>
                  <a:lnTo>
                    <a:pt x="512445" y="0"/>
                  </a:lnTo>
                  <a:cubicBezTo>
                    <a:pt x="662940" y="133350"/>
                    <a:pt x="756920" y="327660"/>
                    <a:pt x="756920" y="544195"/>
                  </a:cubicBezTo>
                  <a:close/>
                </a:path>
              </a:pathLst>
            </a:custGeom>
            <a:solidFill>
              <a:schemeClr val="bg2">
                <a:lumMod val="75000"/>
              </a:schemeClr>
            </a:solid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CDEC3142-76C5-CB37-2E81-BAC5513B7C2F}"/>
                </a:ext>
              </a:extLst>
            </p:cNvPr>
            <p:cNvSpPr/>
            <p:nvPr/>
          </p:nvSpPr>
          <p:spPr>
            <a:xfrm>
              <a:off x="6075679" y="3612515"/>
              <a:ext cx="6350" cy="634"/>
            </a:xfrm>
            <a:custGeom>
              <a:avLst/>
              <a:gdLst>
                <a:gd name="connsiteX0" fmla="*/ 0 w 6350"/>
                <a:gd name="connsiteY0" fmla="*/ 0 h 634"/>
                <a:gd name="connsiteX1" fmla="*/ 0 w 6350"/>
                <a:gd name="connsiteY1" fmla="*/ 0 h 634"/>
                <a:gd name="connsiteX2" fmla="*/ 0 w 6350"/>
                <a:gd name="connsiteY2" fmla="*/ 0 h 634"/>
                <a:gd name="connsiteX3" fmla="*/ 0 w 6350"/>
                <a:gd name="connsiteY3" fmla="*/ 635 h 634"/>
              </a:gdLst>
              <a:ahLst/>
              <a:cxnLst>
                <a:cxn ang="0">
                  <a:pos x="connsiteX0" y="connsiteY0"/>
                </a:cxn>
                <a:cxn ang="0">
                  <a:pos x="connsiteX1" y="connsiteY1"/>
                </a:cxn>
                <a:cxn ang="0">
                  <a:pos x="connsiteX2" y="connsiteY2"/>
                </a:cxn>
                <a:cxn ang="0">
                  <a:pos x="connsiteX3" y="connsiteY3"/>
                </a:cxn>
              </a:cxnLst>
              <a:rect l="l" t="t" r="r" b="b"/>
              <a:pathLst>
                <a:path w="6350" h="634">
                  <a:moveTo>
                    <a:pt x="0" y="0"/>
                  </a:moveTo>
                  <a:lnTo>
                    <a:pt x="0" y="0"/>
                  </a:lnTo>
                  <a:lnTo>
                    <a:pt x="0" y="0"/>
                  </a:lnTo>
                  <a:lnTo>
                    <a:pt x="0" y="635"/>
                  </a:lnTo>
                  <a:close/>
                </a:path>
              </a:pathLst>
            </a:custGeom>
            <a:solidFill>
              <a:srgbClr val="AA3DC4"/>
            </a:solidFill>
            <a:ln w="6350"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CB8AB8BB-2ADE-1A95-91F4-17140A835EC0}"/>
                </a:ext>
              </a:extLst>
            </p:cNvPr>
            <p:cNvSpPr/>
            <p:nvPr/>
          </p:nvSpPr>
          <p:spPr>
            <a:xfrm>
              <a:off x="6073775" y="3612515"/>
              <a:ext cx="1904" cy="6350"/>
            </a:xfrm>
            <a:custGeom>
              <a:avLst/>
              <a:gdLst>
                <a:gd name="connsiteX0" fmla="*/ 1905 w 1904"/>
                <a:gd name="connsiteY0" fmla="*/ 0 h 6350"/>
                <a:gd name="connsiteX1" fmla="*/ 0 w 1904"/>
                <a:gd name="connsiteY1" fmla="*/ 0 h 6350"/>
                <a:gd name="connsiteX2" fmla="*/ 1905 w 1904"/>
                <a:gd name="connsiteY2" fmla="*/ 0 h 6350"/>
              </a:gdLst>
              <a:ahLst/>
              <a:cxnLst>
                <a:cxn ang="0">
                  <a:pos x="connsiteX0" y="connsiteY0"/>
                </a:cxn>
                <a:cxn ang="0">
                  <a:pos x="connsiteX1" y="connsiteY1"/>
                </a:cxn>
                <a:cxn ang="0">
                  <a:pos x="connsiteX2" y="connsiteY2"/>
                </a:cxn>
              </a:cxnLst>
              <a:rect l="l" t="t" r="r" b="b"/>
              <a:pathLst>
                <a:path w="1904" h="6350">
                  <a:moveTo>
                    <a:pt x="1905" y="0"/>
                  </a:moveTo>
                  <a:lnTo>
                    <a:pt x="0" y="0"/>
                  </a:lnTo>
                  <a:lnTo>
                    <a:pt x="1905" y="0"/>
                  </a:lnTo>
                  <a:close/>
                </a:path>
              </a:pathLst>
            </a:custGeom>
            <a:solidFill>
              <a:srgbClr val="AA3DC4"/>
            </a:solidFill>
            <a:ln w="6350"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54E210BE-0A02-78CE-675D-E5D43901B008}"/>
                </a:ext>
              </a:extLst>
            </p:cNvPr>
            <p:cNvSpPr/>
            <p:nvPr/>
          </p:nvSpPr>
          <p:spPr>
            <a:xfrm>
              <a:off x="6073775" y="3611879"/>
              <a:ext cx="6350" cy="635"/>
            </a:xfrm>
            <a:custGeom>
              <a:avLst/>
              <a:gdLst>
                <a:gd name="connsiteX0" fmla="*/ 0 w 6350"/>
                <a:gd name="connsiteY0" fmla="*/ 635 h 635"/>
                <a:gd name="connsiteX1" fmla="*/ 0 w 6350"/>
                <a:gd name="connsiteY1" fmla="*/ 635 h 635"/>
                <a:gd name="connsiteX2" fmla="*/ 0 w 6350"/>
                <a:gd name="connsiteY2" fmla="*/ 635 h 635"/>
                <a:gd name="connsiteX3" fmla="*/ 0 w 6350"/>
                <a:gd name="connsiteY3" fmla="*/ 0 h 635"/>
              </a:gdLst>
              <a:ahLst/>
              <a:cxnLst>
                <a:cxn ang="0">
                  <a:pos x="connsiteX0" y="connsiteY0"/>
                </a:cxn>
                <a:cxn ang="0">
                  <a:pos x="connsiteX1" y="connsiteY1"/>
                </a:cxn>
                <a:cxn ang="0">
                  <a:pos x="connsiteX2" y="connsiteY2"/>
                </a:cxn>
                <a:cxn ang="0">
                  <a:pos x="connsiteX3" y="connsiteY3"/>
                </a:cxn>
              </a:cxnLst>
              <a:rect l="l" t="t" r="r" b="b"/>
              <a:pathLst>
                <a:path w="6350" h="635">
                  <a:moveTo>
                    <a:pt x="0" y="635"/>
                  </a:moveTo>
                  <a:lnTo>
                    <a:pt x="0" y="635"/>
                  </a:lnTo>
                  <a:lnTo>
                    <a:pt x="0" y="635"/>
                  </a:lnTo>
                  <a:lnTo>
                    <a:pt x="0" y="0"/>
                  </a:lnTo>
                  <a:close/>
                </a:path>
              </a:pathLst>
            </a:custGeom>
            <a:solidFill>
              <a:srgbClr val="AA3DC4"/>
            </a:solidFill>
            <a:ln w="6350"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07F78599-DED1-21F9-32B4-033D2D5A7A77}"/>
                </a:ext>
              </a:extLst>
            </p:cNvPr>
            <p:cNvSpPr/>
            <p:nvPr/>
          </p:nvSpPr>
          <p:spPr>
            <a:xfrm>
              <a:off x="5401945" y="2943860"/>
              <a:ext cx="671829" cy="668655"/>
            </a:xfrm>
            <a:custGeom>
              <a:avLst/>
              <a:gdLst>
                <a:gd name="connsiteX0" fmla="*/ 671830 w 671829"/>
                <a:gd name="connsiteY0" fmla="*/ 668655 h 668655"/>
                <a:gd name="connsiteX1" fmla="*/ 0 w 671829"/>
                <a:gd name="connsiteY1" fmla="*/ 488315 h 668655"/>
                <a:gd name="connsiteX2" fmla="*/ 492760 w 671829"/>
                <a:gd name="connsiteY2" fmla="*/ 0 h 668655"/>
                <a:gd name="connsiteX3" fmla="*/ 671830 w 671829"/>
                <a:gd name="connsiteY3" fmla="*/ 668655 h 668655"/>
              </a:gdLst>
              <a:ahLst/>
              <a:cxnLst>
                <a:cxn ang="0">
                  <a:pos x="connsiteX0" y="connsiteY0"/>
                </a:cxn>
                <a:cxn ang="0">
                  <a:pos x="connsiteX1" y="connsiteY1"/>
                </a:cxn>
                <a:cxn ang="0">
                  <a:pos x="connsiteX2" y="connsiteY2"/>
                </a:cxn>
                <a:cxn ang="0">
                  <a:pos x="connsiteX3" y="connsiteY3"/>
                </a:cxn>
              </a:cxnLst>
              <a:rect l="l" t="t" r="r" b="b"/>
              <a:pathLst>
                <a:path w="671829" h="668655">
                  <a:moveTo>
                    <a:pt x="671830" y="668655"/>
                  </a:moveTo>
                  <a:lnTo>
                    <a:pt x="0" y="488315"/>
                  </a:lnTo>
                  <a:cubicBezTo>
                    <a:pt x="71120" y="253365"/>
                    <a:pt x="257175" y="69215"/>
                    <a:pt x="492760" y="0"/>
                  </a:cubicBezTo>
                  <a:lnTo>
                    <a:pt x="671830" y="668655"/>
                  </a:lnTo>
                  <a:close/>
                </a:path>
              </a:pathLst>
            </a:custGeom>
            <a:solidFill>
              <a:schemeClr val="bg2">
                <a:lumMod val="10000"/>
              </a:schemeClr>
            </a:solidFill>
            <a:ln w="6350"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BAD0A57-BAD3-2EC1-06AC-1FB06FEB5ACF}"/>
                </a:ext>
              </a:extLst>
            </p:cNvPr>
            <p:cNvSpPr/>
            <p:nvPr/>
          </p:nvSpPr>
          <p:spPr>
            <a:xfrm>
              <a:off x="6073775" y="3612515"/>
              <a:ext cx="6350" cy="6350"/>
            </a:xfrm>
            <a:custGeom>
              <a:avLst/>
              <a:gdLst>
                <a:gd name="connsiteX0" fmla="*/ 0 w 6350"/>
                <a:gd name="connsiteY0" fmla="*/ 0 h 6350"/>
                <a:gd name="connsiteX1" fmla="*/ 0 w 6350"/>
                <a:gd name="connsiteY1" fmla="*/ 0 h 6350"/>
                <a:gd name="connsiteX2" fmla="*/ 0 w 6350"/>
                <a:gd name="connsiteY2" fmla="*/ 0 h 6350"/>
              </a:gdLst>
              <a:ahLst/>
              <a:cxnLst>
                <a:cxn ang="0">
                  <a:pos x="connsiteX0" y="connsiteY0"/>
                </a:cxn>
                <a:cxn ang="0">
                  <a:pos x="connsiteX1" y="connsiteY1"/>
                </a:cxn>
                <a:cxn ang="0">
                  <a:pos x="connsiteX2" y="connsiteY2"/>
                </a:cxn>
              </a:cxnLst>
              <a:rect l="l" t="t" r="r" b="b"/>
              <a:pathLst>
                <a:path w="6350" h="6350">
                  <a:moveTo>
                    <a:pt x="0" y="0"/>
                  </a:moveTo>
                  <a:lnTo>
                    <a:pt x="0" y="0"/>
                  </a:lnTo>
                  <a:lnTo>
                    <a:pt x="0" y="0"/>
                  </a:lnTo>
                  <a:close/>
                </a:path>
              </a:pathLst>
            </a:custGeom>
            <a:solidFill>
              <a:srgbClr val="AA3DC4"/>
            </a:solidFill>
            <a:ln w="6350"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11522379-CB06-D266-550A-C55788B06382}"/>
                </a:ext>
              </a:extLst>
            </p:cNvPr>
            <p:cNvSpPr/>
            <p:nvPr/>
          </p:nvSpPr>
          <p:spPr>
            <a:xfrm>
              <a:off x="5894704" y="2914650"/>
              <a:ext cx="691514" cy="697229"/>
            </a:xfrm>
            <a:custGeom>
              <a:avLst/>
              <a:gdLst>
                <a:gd name="connsiteX0" fmla="*/ 691515 w 691514"/>
                <a:gd name="connsiteY0" fmla="*/ 184785 h 697229"/>
                <a:gd name="connsiteX1" fmla="*/ 179070 w 691514"/>
                <a:gd name="connsiteY1" fmla="*/ 697230 h 697229"/>
                <a:gd name="connsiteX2" fmla="*/ 0 w 691514"/>
                <a:gd name="connsiteY2" fmla="*/ 29210 h 697229"/>
                <a:gd name="connsiteX3" fmla="*/ 205740 w 691514"/>
                <a:gd name="connsiteY3" fmla="*/ 0 h 697229"/>
                <a:gd name="connsiteX4" fmla="*/ 691515 w 691514"/>
                <a:gd name="connsiteY4" fmla="*/ 184785 h 697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4" h="697229">
                  <a:moveTo>
                    <a:pt x="691515" y="184785"/>
                  </a:moveTo>
                  <a:lnTo>
                    <a:pt x="179070" y="697230"/>
                  </a:lnTo>
                  <a:lnTo>
                    <a:pt x="0" y="29210"/>
                  </a:lnTo>
                  <a:cubicBezTo>
                    <a:pt x="65405" y="10160"/>
                    <a:pt x="134620" y="0"/>
                    <a:pt x="205740" y="0"/>
                  </a:cubicBezTo>
                  <a:cubicBezTo>
                    <a:pt x="392430" y="0"/>
                    <a:pt x="562610" y="69850"/>
                    <a:pt x="691515" y="184785"/>
                  </a:cubicBezTo>
                  <a:close/>
                </a:path>
              </a:pathLst>
            </a:custGeom>
            <a:solidFill>
              <a:schemeClr val="accent5">
                <a:lumMod val="75000"/>
              </a:schemeClr>
            </a:solidFill>
            <a:ln w="6350"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F9C1AD93-16AF-E5C7-1818-1646E1A7FD98}"/>
                </a:ext>
              </a:extLst>
            </p:cNvPr>
            <p:cNvSpPr/>
            <p:nvPr/>
          </p:nvSpPr>
          <p:spPr>
            <a:xfrm>
              <a:off x="5894704" y="2943860"/>
              <a:ext cx="178435" cy="668655"/>
            </a:xfrm>
            <a:custGeom>
              <a:avLst/>
              <a:gdLst>
                <a:gd name="connsiteX0" fmla="*/ 0 w 178435"/>
                <a:gd name="connsiteY0" fmla="*/ 0 h 668655"/>
                <a:gd name="connsiteX1" fmla="*/ 0 w 178435"/>
                <a:gd name="connsiteY1" fmla="*/ 0 h 668655"/>
                <a:gd name="connsiteX2" fmla="*/ 178435 w 178435"/>
                <a:gd name="connsiteY2" fmla="*/ 668655 h 668655"/>
                <a:gd name="connsiteX3" fmla="*/ 178435 w 178435"/>
                <a:gd name="connsiteY3" fmla="*/ 668655 h 668655"/>
                <a:gd name="connsiteX4" fmla="*/ 178435 w 178435"/>
                <a:gd name="connsiteY4" fmla="*/ 668655 h 668655"/>
                <a:gd name="connsiteX5" fmla="*/ 0 w 178435"/>
                <a:gd name="connsiteY5" fmla="*/ 0 h 66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435" h="668655">
                  <a:moveTo>
                    <a:pt x="0" y="0"/>
                  </a:moveTo>
                  <a:cubicBezTo>
                    <a:pt x="0" y="0"/>
                    <a:pt x="0" y="0"/>
                    <a:pt x="0" y="0"/>
                  </a:cubicBezTo>
                  <a:lnTo>
                    <a:pt x="178435" y="668655"/>
                  </a:lnTo>
                  <a:lnTo>
                    <a:pt x="178435" y="668655"/>
                  </a:lnTo>
                  <a:lnTo>
                    <a:pt x="178435" y="668655"/>
                  </a:lnTo>
                  <a:lnTo>
                    <a:pt x="0" y="0"/>
                  </a:lnTo>
                  <a:close/>
                </a:path>
              </a:pathLst>
            </a:custGeom>
            <a:solidFill>
              <a:srgbClr val="AA3DC4"/>
            </a:solidFill>
            <a:ln w="6350"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65EAC93-9AD7-C0C6-13B9-BFD5508BA57D}"/>
                </a:ext>
              </a:extLst>
            </p:cNvPr>
            <p:cNvSpPr/>
            <p:nvPr/>
          </p:nvSpPr>
          <p:spPr>
            <a:xfrm rot="3599436">
              <a:off x="5340068" y="3304664"/>
              <a:ext cx="693067" cy="736080"/>
            </a:xfrm>
            <a:custGeom>
              <a:avLst/>
              <a:gdLst>
                <a:gd name="connsiteX0" fmla="*/ 716280 w 716279"/>
                <a:gd name="connsiteY0" fmla="*/ 739775 h 760730"/>
                <a:gd name="connsiteX1" fmla="*/ 543560 w 716279"/>
                <a:gd name="connsiteY1" fmla="*/ 760730 h 760730"/>
                <a:gd name="connsiteX2" fmla="*/ 0 w 716279"/>
                <a:gd name="connsiteY2" fmla="*/ 517525 h 760730"/>
                <a:gd name="connsiteX3" fmla="*/ 517525 w 716279"/>
                <a:gd name="connsiteY3" fmla="*/ 0 h 760730"/>
                <a:gd name="connsiteX4" fmla="*/ 716280 w 716279"/>
                <a:gd name="connsiteY4" fmla="*/ 739775 h 76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6279" h="760730">
                  <a:moveTo>
                    <a:pt x="716280" y="739775"/>
                  </a:moveTo>
                  <a:cubicBezTo>
                    <a:pt x="661035" y="753110"/>
                    <a:pt x="603250" y="760730"/>
                    <a:pt x="543560" y="760730"/>
                  </a:cubicBezTo>
                  <a:cubicBezTo>
                    <a:pt x="327660" y="760730"/>
                    <a:pt x="133985" y="666750"/>
                    <a:pt x="0" y="517525"/>
                  </a:cubicBezTo>
                  <a:lnTo>
                    <a:pt x="517525" y="0"/>
                  </a:lnTo>
                  <a:lnTo>
                    <a:pt x="716280" y="739775"/>
                  </a:lnTo>
                  <a:close/>
                </a:path>
              </a:pathLst>
            </a:custGeom>
            <a:solidFill>
              <a:schemeClr val="accent3">
                <a:lumMod val="75000"/>
              </a:schemeClr>
            </a:solidFill>
            <a:ln w="6350" cap="flat">
              <a:noFill/>
              <a:prstDash val="solid"/>
              <a:miter/>
            </a:ln>
          </p:spPr>
          <p:txBody>
            <a:bodyPr rtlCol="0" anchor="ctr"/>
            <a:lstStyle/>
            <a:p>
              <a:endParaRPr lang="en-US"/>
            </a:p>
          </p:txBody>
        </p:sp>
      </p:grpSp>
      <p:grpSp>
        <p:nvGrpSpPr>
          <p:cNvPr id="74" name="Graphic 5">
            <a:extLst>
              <a:ext uri="{FF2B5EF4-FFF2-40B4-BE49-F238E27FC236}">
                <a16:creationId xmlns:a16="http://schemas.microsoft.com/office/drawing/2014/main" id="{06D8224E-5073-07E0-D4DF-4C5BFBC96BDE}"/>
              </a:ext>
            </a:extLst>
          </p:cNvPr>
          <p:cNvGrpSpPr/>
          <p:nvPr/>
        </p:nvGrpSpPr>
        <p:grpSpPr>
          <a:xfrm>
            <a:off x="4187083" y="4950755"/>
            <a:ext cx="1047432" cy="1047432"/>
            <a:chOff x="5492750" y="3035300"/>
            <a:chExt cx="1244600" cy="1244600"/>
          </a:xfrm>
          <a:solidFill>
            <a:srgbClr val="FFFFFF"/>
          </a:solidFill>
        </p:grpSpPr>
        <p:sp>
          <p:nvSpPr>
            <p:cNvPr id="75" name="Freeform: Shape 74">
              <a:extLst>
                <a:ext uri="{FF2B5EF4-FFF2-40B4-BE49-F238E27FC236}">
                  <a16:creationId xmlns:a16="http://schemas.microsoft.com/office/drawing/2014/main" id="{49859FCC-B5DB-6B18-E713-AEE33F74068D}"/>
                </a:ext>
              </a:extLst>
            </p:cNvPr>
            <p:cNvSpPr/>
            <p:nvPr/>
          </p:nvSpPr>
          <p:spPr>
            <a:xfrm>
              <a:off x="5519420" y="3063240"/>
              <a:ext cx="1162050" cy="1162050"/>
            </a:xfrm>
            <a:custGeom>
              <a:avLst/>
              <a:gdLst>
                <a:gd name="connsiteX0" fmla="*/ 1162050 w 1162050"/>
                <a:gd name="connsiteY0" fmla="*/ 581025 h 1162050"/>
                <a:gd name="connsiteX1" fmla="*/ 581025 w 1162050"/>
                <a:gd name="connsiteY1" fmla="*/ 1162050 h 1162050"/>
                <a:gd name="connsiteX2" fmla="*/ 0 w 1162050"/>
                <a:gd name="connsiteY2" fmla="*/ 581025 h 1162050"/>
                <a:gd name="connsiteX3" fmla="*/ 581025 w 1162050"/>
                <a:gd name="connsiteY3" fmla="*/ 0 h 1162050"/>
                <a:gd name="connsiteX4" fmla="*/ 1162050 w 1162050"/>
                <a:gd name="connsiteY4" fmla="*/ 581025 h 1162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2050" h="1162050">
                  <a:moveTo>
                    <a:pt x="1162050" y="581025"/>
                  </a:moveTo>
                  <a:cubicBezTo>
                    <a:pt x="1162050" y="901916"/>
                    <a:pt x="901916" y="1162050"/>
                    <a:pt x="581025" y="1162050"/>
                  </a:cubicBezTo>
                  <a:cubicBezTo>
                    <a:pt x="260133" y="1162050"/>
                    <a:pt x="0" y="901916"/>
                    <a:pt x="0" y="581025"/>
                  </a:cubicBezTo>
                  <a:cubicBezTo>
                    <a:pt x="0" y="260134"/>
                    <a:pt x="260133" y="0"/>
                    <a:pt x="581025" y="0"/>
                  </a:cubicBezTo>
                  <a:cubicBezTo>
                    <a:pt x="901916" y="0"/>
                    <a:pt x="1162050" y="260134"/>
                    <a:pt x="1162050" y="581025"/>
                  </a:cubicBezTo>
                  <a:close/>
                </a:path>
              </a:pathLst>
            </a:custGeom>
            <a:solidFill>
              <a:schemeClr val="bg2"/>
            </a:solidFill>
            <a:ln w="6350" cap="flat">
              <a:noFill/>
              <a:prstDash val="solid"/>
              <a:miter/>
            </a:ln>
          </p:spPr>
          <p:txBody>
            <a:bodyPr rtlCol="0" anchor="ctr"/>
            <a:lstStyle/>
            <a:p>
              <a:endParaRPr lang="en-US"/>
            </a:p>
          </p:txBody>
        </p:sp>
      </p:grpSp>
      <p:sp>
        <p:nvSpPr>
          <p:cNvPr id="76" name="Rectangle 75">
            <a:extLst>
              <a:ext uri="{FF2B5EF4-FFF2-40B4-BE49-F238E27FC236}">
                <a16:creationId xmlns:a16="http://schemas.microsoft.com/office/drawing/2014/main" id="{1BAF3EBE-5ECE-C7ED-1CE9-69F2D555C1AE}"/>
              </a:ext>
            </a:extLst>
          </p:cNvPr>
          <p:cNvSpPr/>
          <p:nvPr/>
        </p:nvSpPr>
        <p:spPr>
          <a:xfrm>
            <a:off x="3240345" y="4072931"/>
            <a:ext cx="612068" cy="4316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lang="pl-PL" sz="1600" b="1" dirty="0">
                <a:solidFill>
                  <a:schemeClr val="bg1"/>
                </a:solidFill>
                <a:latin typeface="Lexend Deca" panose="020B0604020202020204" charset="0"/>
                <a:cs typeface="Lexend Deca" panose="020B0604020202020204" charset="0"/>
              </a:rPr>
              <a:t>01</a:t>
            </a:r>
          </a:p>
        </p:txBody>
      </p:sp>
      <p:sp>
        <p:nvSpPr>
          <p:cNvPr id="77" name="Rectangle 76">
            <a:extLst>
              <a:ext uri="{FF2B5EF4-FFF2-40B4-BE49-F238E27FC236}">
                <a16:creationId xmlns:a16="http://schemas.microsoft.com/office/drawing/2014/main" id="{23B92060-3A4E-9693-E5CC-FD4514098759}"/>
              </a:ext>
            </a:extLst>
          </p:cNvPr>
          <p:cNvSpPr/>
          <p:nvPr/>
        </p:nvSpPr>
        <p:spPr>
          <a:xfrm>
            <a:off x="4650045" y="3882431"/>
            <a:ext cx="612068" cy="4316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lang="pl-PL" sz="1600" b="1" dirty="0">
                <a:solidFill>
                  <a:schemeClr val="bg1"/>
                </a:solidFill>
                <a:latin typeface="Lexend Deca" panose="020B0604020202020204" charset="0"/>
                <a:cs typeface="Lexend Deca" panose="020B0604020202020204" charset="0"/>
              </a:rPr>
              <a:t>02</a:t>
            </a:r>
          </a:p>
        </p:txBody>
      </p:sp>
      <p:sp>
        <p:nvSpPr>
          <p:cNvPr id="78" name="Rectangle 77">
            <a:extLst>
              <a:ext uri="{FF2B5EF4-FFF2-40B4-BE49-F238E27FC236}">
                <a16:creationId xmlns:a16="http://schemas.microsoft.com/office/drawing/2014/main" id="{00B306FD-555F-89A7-083E-5CDCE7A98386}"/>
              </a:ext>
            </a:extLst>
          </p:cNvPr>
          <p:cNvSpPr/>
          <p:nvPr/>
        </p:nvSpPr>
        <p:spPr>
          <a:xfrm>
            <a:off x="5650170" y="4825406"/>
            <a:ext cx="612068" cy="4316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lang="pl-PL" sz="1600" b="1" dirty="0">
                <a:solidFill>
                  <a:schemeClr val="tx1"/>
                </a:solidFill>
                <a:latin typeface="Lexend Deca" panose="020B0604020202020204" charset="0"/>
                <a:cs typeface="Lexend Deca" panose="020B0604020202020204" charset="0"/>
              </a:rPr>
              <a:t>03</a:t>
            </a:r>
          </a:p>
        </p:txBody>
      </p:sp>
      <p:sp>
        <p:nvSpPr>
          <p:cNvPr id="79" name="Rectangle 78">
            <a:extLst>
              <a:ext uri="{FF2B5EF4-FFF2-40B4-BE49-F238E27FC236}">
                <a16:creationId xmlns:a16="http://schemas.microsoft.com/office/drawing/2014/main" id="{96C1F864-ACD1-D850-9CCA-31A0779E3BCD}"/>
              </a:ext>
            </a:extLst>
          </p:cNvPr>
          <p:cNvSpPr/>
          <p:nvPr/>
        </p:nvSpPr>
        <p:spPr>
          <a:xfrm>
            <a:off x="5202495" y="6006506"/>
            <a:ext cx="612068" cy="4316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lang="pl-PL" sz="1600" b="1" dirty="0">
                <a:solidFill>
                  <a:schemeClr val="bg1"/>
                </a:solidFill>
                <a:latin typeface="Lexend Deca" panose="020B0604020202020204" charset="0"/>
                <a:cs typeface="Lexend Deca" panose="020B0604020202020204" charset="0"/>
              </a:rPr>
              <a:t>04</a:t>
            </a:r>
          </a:p>
        </p:txBody>
      </p:sp>
      <p:sp>
        <p:nvSpPr>
          <p:cNvPr id="80" name="Rectangle 79">
            <a:extLst>
              <a:ext uri="{FF2B5EF4-FFF2-40B4-BE49-F238E27FC236}">
                <a16:creationId xmlns:a16="http://schemas.microsoft.com/office/drawing/2014/main" id="{E69E1BCB-C2F5-59AC-DE95-B17B9E074FBB}"/>
              </a:ext>
            </a:extLst>
          </p:cNvPr>
          <p:cNvSpPr/>
          <p:nvPr/>
        </p:nvSpPr>
        <p:spPr>
          <a:xfrm>
            <a:off x="4059495" y="6320831"/>
            <a:ext cx="612068" cy="4316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lang="pl-PL" sz="1600" b="1" dirty="0">
                <a:solidFill>
                  <a:schemeClr val="bg1"/>
                </a:solidFill>
                <a:latin typeface="Lexend Deca" panose="020B0604020202020204" charset="0"/>
                <a:cs typeface="Lexend Deca" panose="020B0604020202020204" charset="0"/>
              </a:rPr>
              <a:t>05</a:t>
            </a:r>
          </a:p>
        </p:txBody>
      </p:sp>
      <p:sp>
        <p:nvSpPr>
          <p:cNvPr id="81" name="Rectangle 80">
            <a:extLst>
              <a:ext uri="{FF2B5EF4-FFF2-40B4-BE49-F238E27FC236}">
                <a16:creationId xmlns:a16="http://schemas.microsoft.com/office/drawing/2014/main" id="{0F8A49A9-1BBF-A974-B5C0-8D05EEDD5F63}"/>
              </a:ext>
            </a:extLst>
          </p:cNvPr>
          <p:cNvSpPr/>
          <p:nvPr/>
        </p:nvSpPr>
        <p:spPr>
          <a:xfrm>
            <a:off x="2983170" y="5520731"/>
            <a:ext cx="612068" cy="4316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lang="pl-PL" sz="1600" b="1" dirty="0">
                <a:solidFill>
                  <a:schemeClr val="bg1"/>
                </a:solidFill>
                <a:latin typeface="Lexend Deca" panose="020B0604020202020204" charset="0"/>
                <a:cs typeface="Lexend Deca" panose="020B0604020202020204" charset="0"/>
              </a:rPr>
              <a:t>06</a:t>
            </a:r>
          </a:p>
        </p:txBody>
      </p:sp>
      <p:sp>
        <p:nvSpPr>
          <p:cNvPr id="82" name="Rectangle 81">
            <a:extLst>
              <a:ext uri="{FF2B5EF4-FFF2-40B4-BE49-F238E27FC236}">
                <a16:creationId xmlns:a16="http://schemas.microsoft.com/office/drawing/2014/main" id="{3FA2B174-E0CC-063B-F21F-7D01A01E31FC}"/>
              </a:ext>
            </a:extLst>
          </p:cNvPr>
          <p:cNvSpPr/>
          <p:nvPr/>
        </p:nvSpPr>
        <p:spPr>
          <a:xfrm>
            <a:off x="9778552" y="2957514"/>
            <a:ext cx="3251648" cy="115170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800"/>
              </a:spcBef>
            </a:pPr>
            <a:r>
              <a:rPr lang="pl-PL" sz="1600" b="1" dirty="0">
                <a:solidFill>
                  <a:schemeClr val="tx1"/>
                </a:solidFill>
                <a:latin typeface="Outfit" panose="020B0604020202020204" charset="0"/>
              </a:rPr>
              <a:t>01</a:t>
            </a:r>
          </a:p>
          <a:p>
            <a:pPr>
              <a:spcBef>
                <a:spcPts val="800"/>
              </a:spcBef>
            </a:pPr>
            <a:r>
              <a:rPr lang="pl-PL" sz="1600" dirty="0">
                <a:solidFill>
                  <a:schemeClr val="tx1"/>
                </a:solidFill>
                <a:latin typeface="Outfit" panose="020B0604020202020204" charset="0"/>
              </a:rPr>
              <a:t>Lorem ipsum dolor sit amet, consectetuer adipiscing elit. Maecenas porttitor </a:t>
            </a:r>
            <a:br>
              <a:rPr lang="pl-PL" sz="1600" dirty="0">
                <a:solidFill>
                  <a:schemeClr val="tx1"/>
                </a:solidFill>
                <a:latin typeface="Outfit" panose="020B0604020202020204" charset="0"/>
              </a:rPr>
            </a:br>
            <a:r>
              <a:rPr lang="pl-PL" sz="1600" dirty="0">
                <a:solidFill>
                  <a:schemeClr val="tx1"/>
                </a:solidFill>
                <a:latin typeface="Outfit" panose="020B0604020202020204" charset="0"/>
              </a:rPr>
              <a:t>congue massa. </a:t>
            </a:r>
          </a:p>
        </p:txBody>
      </p:sp>
      <p:sp>
        <p:nvSpPr>
          <p:cNvPr id="83" name="Rectangle 82">
            <a:extLst>
              <a:ext uri="{FF2B5EF4-FFF2-40B4-BE49-F238E27FC236}">
                <a16:creationId xmlns:a16="http://schemas.microsoft.com/office/drawing/2014/main" id="{FCCEF79D-A704-EF96-AAF9-A36E4B9ADE17}"/>
              </a:ext>
            </a:extLst>
          </p:cNvPr>
          <p:cNvSpPr/>
          <p:nvPr/>
        </p:nvSpPr>
        <p:spPr>
          <a:xfrm>
            <a:off x="12902752" y="2957514"/>
            <a:ext cx="3251648" cy="115170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800"/>
              </a:spcBef>
            </a:pPr>
            <a:r>
              <a:rPr lang="pl-PL" sz="1600" b="1" dirty="0">
                <a:solidFill>
                  <a:schemeClr val="accent5"/>
                </a:solidFill>
                <a:latin typeface="Outfit" panose="020B0604020202020204" charset="0"/>
              </a:rPr>
              <a:t>02</a:t>
            </a:r>
          </a:p>
          <a:p>
            <a:pPr>
              <a:spcBef>
                <a:spcPts val="800"/>
              </a:spcBef>
            </a:pPr>
            <a:r>
              <a:rPr lang="pl-PL" sz="1600" dirty="0">
                <a:solidFill>
                  <a:schemeClr val="tx1"/>
                </a:solidFill>
                <a:latin typeface="Outfit" panose="020B0604020202020204" charset="0"/>
              </a:rPr>
              <a:t>Lorem ipsum dolor sit amet, consectetuer adipiscing elit. Maecenas porttitor </a:t>
            </a:r>
            <a:br>
              <a:rPr lang="pl-PL" sz="1600" dirty="0">
                <a:solidFill>
                  <a:schemeClr val="tx1"/>
                </a:solidFill>
                <a:latin typeface="Outfit" panose="020B0604020202020204" charset="0"/>
              </a:rPr>
            </a:br>
            <a:r>
              <a:rPr lang="pl-PL" sz="1600" dirty="0">
                <a:solidFill>
                  <a:schemeClr val="tx1"/>
                </a:solidFill>
                <a:latin typeface="Outfit" panose="020B0604020202020204" charset="0"/>
              </a:rPr>
              <a:t>congue massa. </a:t>
            </a:r>
          </a:p>
        </p:txBody>
      </p:sp>
      <p:sp>
        <p:nvSpPr>
          <p:cNvPr id="84" name="Rectangle 83">
            <a:extLst>
              <a:ext uri="{FF2B5EF4-FFF2-40B4-BE49-F238E27FC236}">
                <a16:creationId xmlns:a16="http://schemas.microsoft.com/office/drawing/2014/main" id="{F7BFDFF0-5202-2CB9-51A2-1E5743886D31}"/>
              </a:ext>
            </a:extLst>
          </p:cNvPr>
          <p:cNvSpPr/>
          <p:nvPr/>
        </p:nvSpPr>
        <p:spPr>
          <a:xfrm>
            <a:off x="9778552" y="4541454"/>
            <a:ext cx="3251648" cy="115170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800"/>
              </a:spcBef>
            </a:pPr>
            <a:r>
              <a:rPr lang="pl-PL" sz="1600" b="1" dirty="0">
                <a:solidFill>
                  <a:schemeClr val="accent6">
                    <a:lumMod val="75000"/>
                  </a:schemeClr>
                </a:solidFill>
                <a:latin typeface="Outfit" panose="020B0604020202020204" charset="0"/>
              </a:rPr>
              <a:t>03</a:t>
            </a:r>
          </a:p>
          <a:p>
            <a:pPr>
              <a:spcBef>
                <a:spcPts val="800"/>
              </a:spcBef>
            </a:pPr>
            <a:r>
              <a:rPr lang="pl-PL" sz="1600" dirty="0">
                <a:solidFill>
                  <a:schemeClr val="tx1"/>
                </a:solidFill>
                <a:latin typeface="Outfit" panose="020B0604020202020204" charset="0"/>
              </a:rPr>
              <a:t>Lorem ipsum dolor sit amet, consectetuer adipiscing elit. Maecenas porttitor </a:t>
            </a:r>
            <a:br>
              <a:rPr lang="pl-PL" sz="1600" dirty="0">
                <a:solidFill>
                  <a:schemeClr val="tx1"/>
                </a:solidFill>
                <a:latin typeface="Outfit" panose="020B0604020202020204" charset="0"/>
              </a:rPr>
            </a:br>
            <a:r>
              <a:rPr lang="pl-PL" sz="1600" dirty="0">
                <a:solidFill>
                  <a:schemeClr val="tx1"/>
                </a:solidFill>
                <a:latin typeface="Outfit" panose="020B0604020202020204" charset="0"/>
              </a:rPr>
              <a:t>congue massa. </a:t>
            </a:r>
          </a:p>
        </p:txBody>
      </p:sp>
      <p:sp>
        <p:nvSpPr>
          <p:cNvPr id="85" name="Rectangle 84">
            <a:extLst>
              <a:ext uri="{FF2B5EF4-FFF2-40B4-BE49-F238E27FC236}">
                <a16:creationId xmlns:a16="http://schemas.microsoft.com/office/drawing/2014/main" id="{98516509-8EA4-4FAE-32F4-ECE98CD547E2}"/>
              </a:ext>
            </a:extLst>
          </p:cNvPr>
          <p:cNvSpPr/>
          <p:nvPr/>
        </p:nvSpPr>
        <p:spPr>
          <a:xfrm>
            <a:off x="12896378" y="4541454"/>
            <a:ext cx="2953222" cy="115170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800"/>
              </a:spcBef>
            </a:pPr>
            <a:r>
              <a:rPr lang="pl-PL" sz="1600" b="1" dirty="0">
                <a:solidFill>
                  <a:schemeClr val="accent1"/>
                </a:solidFill>
                <a:latin typeface="Outfit" panose="020B0604020202020204" charset="0"/>
              </a:rPr>
              <a:t>04</a:t>
            </a:r>
          </a:p>
          <a:p>
            <a:pPr>
              <a:spcBef>
                <a:spcPts val="800"/>
              </a:spcBef>
            </a:pPr>
            <a:r>
              <a:rPr lang="pl-PL" sz="1600" dirty="0">
                <a:solidFill>
                  <a:schemeClr val="tx1"/>
                </a:solidFill>
                <a:latin typeface="Outfit" panose="020B0604020202020204" charset="0"/>
              </a:rPr>
              <a:t>Lorem ipsum dolor sit amet, consectetuer adipiscing elit. Maecenas porttitor </a:t>
            </a:r>
            <a:br>
              <a:rPr lang="pl-PL" sz="1600" dirty="0">
                <a:solidFill>
                  <a:schemeClr val="tx1"/>
                </a:solidFill>
                <a:latin typeface="Outfit" panose="020B0604020202020204" charset="0"/>
              </a:rPr>
            </a:br>
            <a:r>
              <a:rPr lang="pl-PL" sz="1600" dirty="0">
                <a:solidFill>
                  <a:schemeClr val="tx1"/>
                </a:solidFill>
                <a:latin typeface="Outfit" panose="020B0604020202020204" charset="0"/>
              </a:rPr>
              <a:t>congue massa. </a:t>
            </a:r>
          </a:p>
        </p:txBody>
      </p:sp>
      <p:sp>
        <p:nvSpPr>
          <p:cNvPr id="86" name="Rectangle 85">
            <a:extLst>
              <a:ext uri="{FF2B5EF4-FFF2-40B4-BE49-F238E27FC236}">
                <a16:creationId xmlns:a16="http://schemas.microsoft.com/office/drawing/2014/main" id="{BF6C2644-39A6-F970-60A0-ACC6335F9B8C}"/>
              </a:ext>
            </a:extLst>
          </p:cNvPr>
          <p:cNvSpPr/>
          <p:nvPr/>
        </p:nvSpPr>
        <p:spPr>
          <a:xfrm>
            <a:off x="9778552" y="6125394"/>
            <a:ext cx="3251648" cy="115170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800"/>
              </a:spcBef>
            </a:pPr>
            <a:r>
              <a:rPr lang="pl-PL" sz="1600" b="1" dirty="0">
                <a:solidFill>
                  <a:schemeClr val="accent2"/>
                </a:solidFill>
                <a:latin typeface="Outfit" panose="020B0604020202020204" charset="0"/>
              </a:rPr>
              <a:t>05</a:t>
            </a:r>
          </a:p>
          <a:p>
            <a:pPr>
              <a:spcBef>
                <a:spcPts val="800"/>
              </a:spcBef>
            </a:pPr>
            <a:r>
              <a:rPr lang="pl-PL" sz="1600" dirty="0">
                <a:solidFill>
                  <a:schemeClr val="tx1"/>
                </a:solidFill>
                <a:latin typeface="Outfit" panose="020B0604020202020204" charset="0"/>
              </a:rPr>
              <a:t>Lorem ipsum dolor sit amet, consectetuer adipiscing elit. Maecenas porttitor </a:t>
            </a:r>
            <a:br>
              <a:rPr lang="pl-PL" sz="1600" dirty="0">
                <a:solidFill>
                  <a:schemeClr val="tx1"/>
                </a:solidFill>
                <a:latin typeface="Outfit" panose="020B0604020202020204" charset="0"/>
              </a:rPr>
            </a:br>
            <a:r>
              <a:rPr lang="pl-PL" sz="1600" dirty="0">
                <a:solidFill>
                  <a:schemeClr val="tx1"/>
                </a:solidFill>
                <a:latin typeface="Outfit" panose="020B0604020202020204" charset="0"/>
              </a:rPr>
              <a:t>congue massa. </a:t>
            </a:r>
          </a:p>
        </p:txBody>
      </p:sp>
      <p:sp>
        <p:nvSpPr>
          <p:cNvPr id="87" name="Rectangle 86">
            <a:extLst>
              <a:ext uri="{FF2B5EF4-FFF2-40B4-BE49-F238E27FC236}">
                <a16:creationId xmlns:a16="http://schemas.microsoft.com/office/drawing/2014/main" id="{D090DD23-9DAD-E27E-C359-AC314963DB48}"/>
              </a:ext>
            </a:extLst>
          </p:cNvPr>
          <p:cNvSpPr/>
          <p:nvPr/>
        </p:nvSpPr>
        <p:spPr>
          <a:xfrm>
            <a:off x="12902752" y="6125394"/>
            <a:ext cx="3251648" cy="115170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800"/>
              </a:spcBef>
            </a:pPr>
            <a:r>
              <a:rPr lang="pl-PL" sz="1600" b="1" dirty="0">
                <a:solidFill>
                  <a:schemeClr val="accent3"/>
                </a:solidFill>
                <a:latin typeface="Outfit" panose="020B0604020202020204" charset="0"/>
              </a:rPr>
              <a:t>06</a:t>
            </a:r>
          </a:p>
          <a:p>
            <a:pPr>
              <a:spcBef>
                <a:spcPts val="800"/>
              </a:spcBef>
            </a:pPr>
            <a:r>
              <a:rPr lang="pl-PL" sz="1600" dirty="0">
                <a:solidFill>
                  <a:schemeClr val="tx1"/>
                </a:solidFill>
                <a:latin typeface="Outfit" panose="020B0604020202020204" charset="0"/>
              </a:rPr>
              <a:t>Lorem ipsum dolor sit amet, consectetuer adipiscing elit. Maecenas porttitor </a:t>
            </a:r>
            <a:br>
              <a:rPr lang="pl-PL" sz="1600" dirty="0">
                <a:solidFill>
                  <a:schemeClr val="tx1"/>
                </a:solidFill>
                <a:latin typeface="Outfit" panose="020B0604020202020204" charset="0"/>
              </a:rPr>
            </a:br>
            <a:r>
              <a:rPr lang="pl-PL" sz="1600" dirty="0">
                <a:solidFill>
                  <a:schemeClr val="tx1"/>
                </a:solidFill>
                <a:latin typeface="Outfit" panose="020B0604020202020204" charset="0"/>
              </a:rPr>
              <a:t>congue massa. </a:t>
            </a:r>
          </a:p>
        </p:txBody>
      </p:sp>
    </p:spTree>
    <p:extLst>
      <p:ext uri="{BB962C8B-B14F-4D97-AF65-F5344CB8AC3E}">
        <p14:creationId xmlns:p14="http://schemas.microsoft.com/office/powerpoint/2010/main" val="183910749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5" name="TextBox 5"/>
          <p:cNvSpPr txBox="1"/>
          <p:nvPr/>
        </p:nvSpPr>
        <p:spPr>
          <a:xfrm>
            <a:off x="1256705" y="9549449"/>
            <a:ext cx="724495" cy="405764"/>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6" name="Group 6"/>
          <p:cNvGrpSpPr>
            <a:grpSpLocks noChangeAspect="1"/>
          </p:cNvGrpSpPr>
          <p:nvPr/>
        </p:nvGrpSpPr>
        <p:grpSpPr>
          <a:xfrm>
            <a:off x="16331765" y="473688"/>
            <a:ext cx="927535" cy="555012"/>
            <a:chOff x="0" y="0"/>
            <a:chExt cx="1855064" cy="1110031"/>
          </a:xfrm>
        </p:grpSpPr>
        <p:sp>
          <p:nvSpPr>
            <p:cNvPr id="7" name="Freeform 7"/>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8" name="Freeform 8"/>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9" name="Freeform 9"/>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10" name="TextBox 10"/>
          <p:cNvSpPr txBox="1"/>
          <p:nvPr/>
        </p:nvSpPr>
        <p:spPr>
          <a:xfrm>
            <a:off x="1028700" y="426064"/>
            <a:ext cx="1714500"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p:cNvSpPr txBox="1"/>
          <p:nvPr/>
        </p:nvSpPr>
        <p:spPr>
          <a:xfrm>
            <a:off x="1028700" y="1461010"/>
            <a:ext cx="1370877"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KPIs</a:t>
            </a:r>
          </a:p>
        </p:txBody>
      </p:sp>
      <p:pic>
        <p:nvPicPr>
          <p:cNvPr id="12" name="Picture 12"/>
          <p:cNvPicPr>
            <a:picLocks noChangeAspect="1"/>
          </p:cNvPicPr>
          <p:nvPr/>
        </p:nvPicPr>
        <p:blipFill>
          <a:blip r:embed="rId2"/>
          <a:stretch>
            <a:fillRect/>
          </a:stretch>
        </p:blipFill>
        <p:spPr>
          <a:xfrm>
            <a:off x="671277" y="4914212"/>
            <a:ext cx="4289074" cy="1396277"/>
          </a:xfrm>
          <a:prstGeom prst="rect">
            <a:avLst/>
          </a:prstGeom>
        </p:spPr>
      </p:pic>
      <p:pic>
        <p:nvPicPr>
          <p:cNvPr id="13" name="Picture 13"/>
          <p:cNvPicPr>
            <a:picLocks noChangeAspect="1"/>
          </p:cNvPicPr>
          <p:nvPr/>
        </p:nvPicPr>
        <p:blipFill>
          <a:blip r:embed="rId3"/>
          <a:stretch>
            <a:fillRect/>
          </a:stretch>
        </p:blipFill>
        <p:spPr>
          <a:xfrm>
            <a:off x="6561986" y="4909148"/>
            <a:ext cx="4349842" cy="1406405"/>
          </a:xfrm>
          <a:prstGeom prst="rect">
            <a:avLst/>
          </a:prstGeom>
        </p:spPr>
      </p:pic>
      <p:pic>
        <p:nvPicPr>
          <p:cNvPr id="14" name="Picture 14"/>
          <p:cNvPicPr>
            <a:picLocks noChangeAspect="1"/>
          </p:cNvPicPr>
          <p:nvPr/>
        </p:nvPicPr>
        <p:blipFill>
          <a:blip r:embed="rId4"/>
          <a:stretch>
            <a:fillRect/>
          </a:stretch>
        </p:blipFill>
        <p:spPr>
          <a:xfrm>
            <a:off x="12244576" y="4909148"/>
            <a:ext cx="4349842" cy="1406405"/>
          </a:xfrm>
          <a:prstGeom prst="rect">
            <a:avLst/>
          </a:prstGeom>
        </p:spPr>
      </p:pic>
      <p:sp>
        <p:nvSpPr>
          <p:cNvPr id="15" name="AutoShape 15"/>
          <p:cNvSpPr/>
          <p:nvPr/>
        </p:nvSpPr>
        <p:spPr>
          <a:xfrm flipV="1">
            <a:off x="1042988" y="6248341"/>
            <a:ext cx="0" cy="1856007"/>
          </a:xfrm>
          <a:prstGeom prst="line">
            <a:avLst/>
          </a:prstGeom>
          <a:ln w="19050" cap="flat">
            <a:solidFill>
              <a:srgbClr val="000000"/>
            </a:solidFill>
            <a:prstDash val="solid"/>
            <a:headEnd type="none" w="sm" len="sm"/>
            <a:tailEnd type="none" w="sm" len="sm"/>
          </a:ln>
        </p:spPr>
        <p:txBody>
          <a:bodyPr/>
          <a:lstStyle/>
          <a:p>
            <a:endParaRPr lang="en-US"/>
          </a:p>
        </p:txBody>
      </p:sp>
      <p:sp>
        <p:nvSpPr>
          <p:cNvPr id="16" name="AutoShape 16"/>
          <p:cNvSpPr/>
          <p:nvPr/>
        </p:nvSpPr>
        <p:spPr>
          <a:xfrm flipV="1">
            <a:off x="6933998" y="6248341"/>
            <a:ext cx="0" cy="1856007"/>
          </a:xfrm>
          <a:prstGeom prst="line">
            <a:avLst/>
          </a:prstGeom>
          <a:ln w="19050" cap="flat">
            <a:solidFill>
              <a:srgbClr val="000000"/>
            </a:solidFill>
            <a:prstDash val="solid"/>
            <a:headEnd type="none" w="sm" len="sm"/>
            <a:tailEnd type="none" w="sm" len="sm"/>
          </a:ln>
        </p:spPr>
        <p:txBody>
          <a:bodyPr/>
          <a:lstStyle/>
          <a:p>
            <a:endParaRPr lang="en-US"/>
          </a:p>
        </p:txBody>
      </p:sp>
      <p:sp>
        <p:nvSpPr>
          <p:cNvPr id="17" name="AutoShape 17"/>
          <p:cNvSpPr/>
          <p:nvPr/>
        </p:nvSpPr>
        <p:spPr>
          <a:xfrm flipV="1">
            <a:off x="12616588" y="6248341"/>
            <a:ext cx="0" cy="1856007"/>
          </a:xfrm>
          <a:prstGeom prst="line">
            <a:avLst/>
          </a:prstGeom>
          <a:ln w="19050" cap="flat">
            <a:solidFill>
              <a:srgbClr val="000000"/>
            </a:solidFill>
            <a:prstDash val="solid"/>
            <a:headEnd type="none" w="sm" len="sm"/>
            <a:tailEnd type="none" w="sm" len="sm"/>
          </a:ln>
        </p:spPr>
        <p:txBody>
          <a:bodyPr/>
          <a:lstStyle/>
          <a:p>
            <a:endParaRPr lang="en-US"/>
          </a:p>
        </p:txBody>
      </p:sp>
      <p:sp>
        <p:nvSpPr>
          <p:cNvPr id="18" name="TextBox 18"/>
          <p:cNvSpPr txBox="1"/>
          <p:nvPr/>
        </p:nvSpPr>
        <p:spPr>
          <a:xfrm>
            <a:off x="1246499" y="7704298"/>
            <a:ext cx="4303744" cy="466725"/>
          </a:xfrm>
          <a:prstGeom prst="rect">
            <a:avLst/>
          </a:prstGeom>
        </p:spPr>
        <p:txBody>
          <a:bodyPr lIns="0" tIns="0" rIns="0" bIns="0" rtlCol="0" anchor="t">
            <a:spAutoFit/>
          </a:bodyPr>
          <a:lstStyle/>
          <a:p>
            <a:pPr algn="l">
              <a:lnSpc>
                <a:spcPts val="3720"/>
              </a:lnSpc>
            </a:pPr>
            <a:r>
              <a:rPr lang="en-US" sz="3100" b="1" dirty="0">
                <a:solidFill>
                  <a:srgbClr val="000000"/>
                </a:solidFill>
                <a:latin typeface="Outfit Bold"/>
                <a:ea typeface="Outfit Bold"/>
                <a:cs typeface="Outfit Bold"/>
                <a:sym typeface="Outfit Bold"/>
              </a:rPr>
              <a:t>KPI # 1</a:t>
            </a:r>
          </a:p>
        </p:txBody>
      </p:sp>
      <p:sp>
        <p:nvSpPr>
          <p:cNvPr id="19" name="TextBox 19"/>
          <p:cNvSpPr txBox="1"/>
          <p:nvPr/>
        </p:nvSpPr>
        <p:spPr>
          <a:xfrm>
            <a:off x="1028700" y="8409148"/>
            <a:ext cx="4652222" cy="379512"/>
          </a:xfrm>
          <a:prstGeom prst="rect">
            <a:avLst/>
          </a:prstGeom>
        </p:spPr>
        <p:txBody>
          <a:bodyPr lIns="0" tIns="0" rIns="0" bIns="0" rtlCol="0" anchor="t">
            <a:spAutoFit/>
          </a:bodyPr>
          <a:lstStyle/>
          <a:p>
            <a:pPr algn="l">
              <a:lnSpc>
                <a:spcPts val="3077"/>
              </a:lnSpc>
            </a:pPr>
            <a:r>
              <a:rPr lang="en-US" sz="2367" dirty="0">
                <a:solidFill>
                  <a:srgbClr val="000000"/>
                </a:solidFill>
                <a:latin typeface="Outfit"/>
                <a:ea typeface="Outfit"/>
                <a:cs typeface="Outfit"/>
                <a:sym typeface="Outfit"/>
              </a:rPr>
              <a:t>Briefly elaborate on the KPI.</a:t>
            </a:r>
          </a:p>
        </p:txBody>
      </p:sp>
      <p:sp>
        <p:nvSpPr>
          <p:cNvPr id="20" name="TextBox 20"/>
          <p:cNvSpPr txBox="1"/>
          <p:nvPr/>
        </p:nvSpPr>
        <p:spPr>
          <a:xfrm>
            <a:off x="7166781" y="7704298"/>
            <a:ext cx="4318264" cy="466725"/>
          </a:xfrm>
          <a:prstGeom prst="rect">
            <a:avLst/>
          </a:prstGeom>
        </p:spPr>
        <p:txBody>
          <a:bodyPr lIns="0" tIns="0" rIns="0" bIns="0" rtlCol="0" anchor="t">
            <a:spAutoFit/>
          </a:bodyPr>
          <a:lstStyle/>
          <a:p>
            <a:pPr algn="l">
              <a:lnSpc>
                <a:spcPts val="3720"/>
              </a:lnSpc>
            </a:pPr>
            <a:r>
              <a:rPr lang="en-US" sz="3100" b="1" dirty="0">
                <a:solidFill>
                  <a:srgbClr val="000000"/>
                </a:solidFill>
                <a:latin typeface="Outfit Bold"/>
                <a:ea typeface="Outfit Bold"/>
                <a:cs typeface="Outfit Bold"/>
                <a:sym typeface="Outfit Bold"/>
              </a:rPr>
              <a:t>KPI # 2</a:t>
            </a:r>
          </a:p>
        </p:txBody>
      </p:sp>
      <p:sp>
        <p:nvSpPr>
          <p:cNvPr id="21" name="TextBox 21"/>
          <p:cNvSpPr txBox="1"/>
          <p:nvPr/>
        </p:nvSpPr>
        <p:spPr>
          <a:xfrm>
            <a:off x="6924473" y="8409148"/>
            <a:ext cx="4652222" cy="379512"/>
          </a:xfrm>
          <a:prstGeom prst="rect">
            <a:avLst/>
          </a:prstGeom>
        </p:spPr>
        <p:txBody>
          <a:bodyPr lIns="0" tIns="0" rIns="0" bIns="0" rtlCol="0" anchor="t">
            <a:spAutoFit/>
          </a:bodyPr>
          <a:lstStyle/>
          <a:p>
            <a:pPr algn="l">
              <a:lnSpc>
                <a:spcPts val="3077"/>
              </a:lnSpc>
            </a:pPr>
            <a:r>
              <a:rPr lang="en-US" sz="2367" dirty="0">
                <a:solidFill>
                  <a:srgbClr val="000000"/>
                </a:solidFill>
                <a:latin typeface="Outfit"/>
                <a:ea typeface="Outfit"/>
                <a:cs typeface="Outfit"/>
                <a:sym typeface="Outfit"/>
              </a:rPr>
              <a:t>Briefly elaborate on the KPI.</a:t>
            </a:r>
          </a:p>
        </p:txBody>
      </p:sp>
      <p:sp>
        <p:nvSpPr>
          <p:cNvPr id="22" name="TextBox 22"/>
          <p:cNvSpPr txBox="1"/>
          <p:nvPr/>
        </p:nvSpPr>
        <p:spPr>
          <a:xfrm>
            <a:off x="12845188" y="7704298"/>
            <a:ext cx="4129506" cy="466725"/>
          </a:xfrm>
          <a:prstGeom prst="rect">
            <a:avLst/>
          </a:prstGeom>
        </p:spPr>
        <p:txBody>
          <a:bodyPr lIns="0" tIns="0" rIns="0" bIns="0" rtlCol="0" anchor="t">
            <a:spAutoFit/>
          </a:bodyPr>
          <a:lstStyle/>
          <a:p>
            <a:pPr algn="l">
              <a:lnSpc>
                <a:spcPts val="3720"/>
              </a:lnSpc>
            </a:pPr>
            <a:r>
              <a:rPr lang="en-US" sz="3100" b="1">
                <a:solidFill>
                  <a:srgbClr val="000000"/>
                </a:solidFill>
                <a:latin typeface="Outfit Bold"/>
                <a:ea typeface="Outfit Bold"/>
                <a:cs typeface="Outfit Bold"/>
                <a:sym typeface="Outfit Bold"/>
              </a:rPr>
              <a:t>KPI # 3</a:t>
            </a:r>
          </a:p>
        </p:txBody>
      </p:sp>
      <p:sp>
        <p:nvSpPr>
          <p:cNvPr id="23" name="TextBox 23"/>
          <p:cNvSpPr txBox="1"/>
          <p:nvPr/>
        </p:nvSpPr>
        <p:spPr>
          <a:xfrm>
            <a:off x="12607063" y="8409148"/>
            <a:ext cx="4652222" cy="379512"/>
          </a:xfrm>
          <a:prstGeom prst="rect">
            <a:avLst/>
          </a:prstGeom>
        </p:spPr>
        <p:txBody>
          <a:bodyPr lIns="0" tIns="0" rIns="0" bIns="0" rtlCol="0" anchor="t">
            <a:spAutoFit/>
          </a:bodyPr>
          <a:lstStyle/>
          <a:p>
            <a:pPr algn="l">
              <a:lnSpc>
                <a:spcPts val="3077"/>
              </a:lnSpc>
            </a:pPr>
            <a:r>
              <a:rPr lang="en-US" sz="2367">
                <a:solidFill>
                  <a:srgbClr val="000000"/>
                </a:solidFill>
                <a:latin typeface="Outfit"/>
                <a:ea typeface="Outfit"/>
                <a:cs typeface="Outfit"/>
                <a:sym typeface="Outfit"/>
              </a:rPr>
              <a:t>Briefly elaborate on the KPI.</a:t>
            </a:r>
          </a:p>
        </p:txBody>
      </p:sp>
      <p:sp>
        <p:nvSpPr>
          <p:cNvPr id="24" name="TextBox 24"/>
          <p:cNvSpPr txBox="1"/>
          <p:nvPr/>
        </p:nvSpPr>
        <p:spPr>
          <a:xfrm>
            <a:off x="1042988" y="2457960"/>
            <a:ext cx="10900187" cy="1758950"/>
          </a:xfrm>
          <a:prstGeom prst="rect">
            <a:avLst/>
          </a:prstGeom>
        </p:spPr>
        <p:txBody>
          <a:bodyPr lIns="0" tIns="0" rIns="0" bIns="0" rtlCol="0" anchor="t">
            <a:spAutoFit/>
          </a:bodyPr>
          <a:lstStyle/>
          <a:p>
            <a:pPr algn="l">
              <a:lnSpc>
                <a:spcPts val="2800"/>
              </a:lnSpc>
            </a:pPr>
            <a:r>
              <a:rPr lang="en-US" sz="2000" b="1" dirty="0">
                <a:solidFill>
                  <a:srgbClr val="000000"/>
                </a:solidFill>
                <a:latin typeface="Outfit Bold"/>
                <a:ea typeface="Outfit Bold"/>
                <a:cs typeface="Outfit Bold"/>
                <a:sym typeface="Outfit Bold"/>
              </a:rPr>
              <a:t>Header</a:t>
            </a:r>
          </a:p>
          <a:p>
            <a:pPr algn="l">
              <a:lnSpc>
                <a:spcPts val="2800"/>
              </a:lnSpc>
            </a:pPr>
            <a:r>
              <a:rPr lang="en-US" sz="2000" dirty="0">
                <a:solidFill>
                  <a:srgbClr val="000000"/>
                </a:solidFill>
                <a:latin typeface="Outfit"/>
                <a:ea typeface="Outfit"/>
                <a:cs typeface="Outfit"/>
                <a:sym typeface="Outfit"/>
              </a:rPr>
              <a:t>Lorem ipsum dolor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consectetuer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adipiscing</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elit</a:t>
            </a:r>
            <a:r>
              <a:rPr lang="en-US" sz="2000" dirty="0">
                <a:solidFill>
                  <a:srgbClr val="000000"/>
                </a:solidFill>
                <a:latin typeface="Outfit"/>
                <a:ea typeface="Outfit"/>
                <a:cs typeface="Outfit"/>
                <a:sym typeface="Outfit"/>
              </a:rPr>
              <a:t>. Maecenas </a:t>
            </a:r>
            <a:r>
              <a:rPr lang="en-US" sz="2000" dirty="0" err="1">
                <a:solidFill>
                  <a:srgbClr val="000000"/>
                </a:solidFill>
                <a:latin typeface="Outfit"/>
                <a:ea typeface="Outfit"/>
                <a:cs typeface="Outfit"/>
                <a:sym typeface="Outfit"/>
              </a:rPr>
              <a:t>porttitor</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congue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massa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posuere</a:t>
            </a:r>
            <a:r>
              <a:rPr lang="en-US" sz="2000" dirty="0">
                <a:solidFill>
                  <a:srgbClr val="000000"/>
                </a:solidFill>
                <a:latin typeface="Outfit"/>
                <a:ea typeface="Outfit"/>
                <a:cs typeface="Outfit"/>
                <a:sym typeface="Outfit"/>
              </a:rPr>
              <a:t>, magna sed pulvinar </a:t>
            </a:r>
            <a:r>
              <a:rPr lang="en-US" sz="2000" dirty="0" err="1">
                <a:solidFill>
                  <a:srgbClr val="000000"/>
                </a:solidFill>
                <a:latin typeface="Outfit"/>
                <a:ea typeface="Outfit"/>
                <a:cs typeface="Outfit"/>
                <a:sym typeface="Outfit"/>
              </a:rPr>
              <a:t>ultricies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purus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lectus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malesuada</a:t>
            </a:r>
            <a:r>
              <a:rPr lang="en-US" sz="2000" dirty="0">
                <a:solidFill>
                  <a:srgbClr val="000000"/>
                </a:solidFill>
                <a:latin typeface="Outfit"/>
                <a:ea typeface="Outfit"/>
                <a:cs typeface="Outfit"/>
                <a:sym typeface="Outfit"/>
              </a:rPr>
              <a:t> libero, sit </a:t>
            </a:r>
            <a:r>
              <a:rPr lang="en-US" sz="2000" dirty="0" err="1">
                <a:solidFill>
                  <a:srgbClr val="000000"/>
                </a:solidFill>
                <a:latin typeface="Outfit"/>
                <a:ea typeface="Outfit"/>
                <a:cs typeface="Outfit"/>
                <a:sym typeface="Outfit"/>
              </a:rPr>
              <a:t>amet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commodo</a:t>
            </a:r>
            <a:r>
              <a:rPr lang="en-US" sz="2000" dirty="0">
                <a:solidFill>
                  <a:srgbClr val="000000"/>
                </a:solidFill>
                <a:latin typeface="Outfit"/>
                <a:ea typeface="Outfit"/>
                <a:cs typeface="Outfit"/>
                <a:sym typeface="Outfit"/>
              </a:rPr>
              <a:t> magna eros </a:t>
            </a:r>
            <a:r>
              <a:rPr lang="en-US" sz="2000" dirty="0" err="1">
                <a:solidFill>
                  <a:srgbClr val="000000"/>
                </a:solidFill>
                <a:latin typeface="Outfit"/>
                <a:ea typeface="Outfit"/>
                <a:cs typeface="Outfit"/>
                <a:sym typeface="Outfit"/>
              </a:rPr>
              <a:t>quis</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urna</a:t>
            </a:r>
            <a:endParaRPr lang="en-US" sz="2000" dirty="0">
              <a:solidFill>
                <a:srgbClr val="000000"/>
              </a:solidFill>
              <a:latin typeface="Outfit"/>
              <a:ea typeface="Outfit"/>
              <a:cs typeface="Outfit"/>
              <a:sym typeface="Outfit"/>
            </a:endParaRPr>
          </a:p>
          <a:p>
            <a:pPr marL="431801" lvl="1" indent="-215900" algn="l">
              <a:lnSpc>
                <a:spcPts val="2800"/>
              </a:lnSpc>
              <a:buFont typeface="Arial"/>
              <a:buChar char="•"/>
            </a:pPr>
            <a:r>
              <a:rPr lang="en-US" sz="2000" dirty="0">
                <a:solidFill>
                  <a:srgbClr val="000000"/>
                </a:solidFill>
                <a:latin typeface="Outfit"/>
                <a:ea typeface="Outfit"/>
                <a:cs typeface="Outfit"/>
                <a:sym typeface="Outfit"/>
              </a:rPr>
              <a:t>Nunc </a:t>
            </a:r>
            <a:r>
              <a:rPr lang="en-US" sz="2000" dirty="0" err="1">
                <a:solidFill>
                  <a:srgbClr val="000000"/>
                </a:solidFill>
                <a:latin typeface="Outfit"/>
                <a:ea typeface="Outfit"/>
                <a:cs typeface="Outfit"/>
                <a:sym typeface="Outfit"/>
              </a:rPr>
              <a:t>viverra</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imperdiet</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enim</a:t>
            </a:r>
            <a:r>
              <a:rPr lang="en-US" sz="2000" dirty="0">
                <a:solidFill>
                  <a:srgbClr val="000000"/>
                </a:solidFill>
                <a:latin typeface="Outfit"/>
                <a:ea typeface="Outfit"/>
                <a:cs typeface="Outfit"/>
                <a:sym typeface="Outfit"/>
              </a:rPr>
              <a:t>. </a:t>
            </a:r>
            <a:r>
              <a:rPr lang="en-US" sz="2000" dirty="0" err="1">
                <a:solidFill>
                  <a:srgbClr val="000000"/>
                </a:solidFill>
                <a:latin typeface="Outfit"/>
                <a:ea typeface="Outfit"/>
                <a:cs typeface="Outfit"/>
                <a:sym typeface="Outfit"/>
              </a:rPr>
              <a:t>Fusce</a:t>
            </a:r>
            <a:r>
              <a:rPr lang="en-US" sz="2000" dirty="0">
                <a:solidFill>
                  <a:srgbClr val="000000"/>
                </a:solidFill>
                <a:latin typeface="Outfit"/>
                <a:ea typeface="Outfit"/>
                <a:cs typeface="Outfit"/>
                <a:sym typeface="Outfit"/>
              </a:rPr>
              <a:t> est. </a:t>
            </a:r>
            <a:r>
              <a:rPr lang="en-US" sz="2000" dirty="0" err="1">
                <a:solidFill>
                  <a:srgbClr val="000000"/>
                </a:solidFill>
                <a:latin typeface="Outfit"/>
                <a:ea typeface="Outfit"/>
                <a:cs typeface="Outfit"/>
                <a:sym typeface="Outfit"/>
              </a:rPr>
              <a:t>Vivamus</a:t>
            </a:r>
            <a:r>
              <a:rPr lang="en-US" sz="2000" dirty="0">
                <a:solidFill>
                  <a:srgbClr val="000000"/>
                </a:solidFill>
                <a:latin typeface="Outfit"/>
                <a:ea typeface="Outfit"/>
                <a:cs typeface="Outfit"/>
                <a:sym typeface="Outfit"/>
              </a:rPr>
              <a:t> a </a:t>
            </a:r>
            <a:r>
              <a:rPr lang="en-US" sz="2000" dirty="0" err="1">
                <a:solidFill>
                  <a:srgbClr val="000000"/>
                </a:solidFill>
                <a:latin typeface="Outfit"/>
                <a:ea typeface="Outfit"/>
                <a:cs typeface="Outfit"/>
                <a:sym typeface="Outfit"/>
              </a:rPr>
              <a:t>tellus</a:t>
            </a:r>
            <a:endParaRPr lang="en-US" sz="2000" dirty="0">
              <a:solidFill>
                <a:srgbClr val="000000"/>
              </a:solidFill>
              <a:latin typeface="Outfit"/>
              <a:ea typeface="Outfit"/>
              <a:cs typeface="Outfit"/>
              <a:sym typeface="Outfit"/>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a:solidFill>
                  <a:srgbClr val="F97141"/>
                </a:solidFill>
                <a:latin typeface="Outfit Bold"/>
                <a:ea typeface="Outfit Bold"/>
                <a:cs typeface="Outfit Bold"/>
                <a:sym typeface="Outfit Bold"/>
              </a:rPr>
              <a:t>&gt;</a:t>
            </a:r>
          </a:p>
        </p:txBody>
      </p:sp>
      <p:sp>
        <p:nvSpPr>
          <p:cNvPr id="5" name="TextBox 5"/>
          <p:cNvSpPr txBox="1"/>
          <p:nvPr/>
        </p:nvSpPr>
        <p:spPr>
          <a:xfrm>
            <a:off x="1256705" y="9549448"/>
            <a:ext cx="6482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6" name="Group 6"/>
          <p:cNvGrpSpPr>
            <a:grpSpLocks noChangeAspect="1"/>
          </p:cNvGrpSpPr>
          <p:nvPr/>
        </p:nvGrpSpPr>
        <p:grpSpPr>
          <a:xfrm>
            <a:off x="16331765" y="473688"/>
            <a:ext cx="927535" cy="555012"/>
            <a:chOff x="0" y="0"/>
            <a:chExt cx="1855064" cy="1110031"/>
          </a:xfrm>
        </p:grpSpPr>
        <p:sp>
          <p:nvSpPr>
            <p:cNvPr id="7" name="Freeform 7"/>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8" name="Freeform 8"/>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9" name="Freeform 9"/>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10" name="TextBox 10"/>
          <p:cNvSpPr txBox="1"/>
          <p:nvPr/>
        </p:nvSpPr>
        <p:spPr>
          <a:xfrm>
            <a:off x="1028700" y="426064"/>
            <a:ext cx="1714500" cy="401828"/>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p:cNvSpPr txBox="1"/>
          <p:nvPr/>
        </p:nvSpPr>
        <p:spPr>
          <a:xfrm>
            <a:off x="1028700" y="1417288"/>
            <a:ext cx="3596668" cy="863600"/>
          </a:xfrm>
          <a:prstGeom prst="rect">
            <a:avLst/>
          </a:prstGeom>
        </p:spPr>
        <p:txBody>
          <a:bodyPr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Comparison</a:t>
            </a:r>
          </a:p>
        </p:txBody>
      </p:sp>
      <p:grpSp>
        <p:nvGrpSpPr>
          <p:cNvPr id="12" name="Group 12"/>
          <p:cNvGrpSpPr/>
          <p:nvPr/>
        </p:nvGrpSpPr>
        <p:grpSpPr>
          <a:xfrm>
            <a:off x="1028700" y="4545109"/>
            <a:ext cx="3993857" cy="773093"/>
            <a:chOff x="0" y="0"/>
            <a:chExt cx="3411676" cy="660400"/>
          </a:xfrm>
        </p:grpSpPr>
        <p:sp>
          <p:nvSpPr>
            <p:cNvPr id="13" name="Freeform 13"/>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000000"/>
            </a:solidFill>
          </p:spPr>
          <p:txBody>
            <a:bodyPr/>
            <a:lstStyle/>
            <a:p>
              <a:endParaRPr lang="en-US"/>
            </a:p>
          </p:txBody>
        </p:sp>
      </p:grpSp>
      <p:grpSp>
        <p:nvGrpSpPr>
          <p:cNvPr id="14" name="Group 14"/>
          <p:cNvGrpSpPr/>
          <p:nvPr/>
        </p:nvGrpSpPr>
        <p:grpSpPr>
          <a:xfrm>
            <a:off x="1028700" y="5461077"/>
            <a:ext cx="3993857" cy="773093"/>
            <a:chOff x="0" y="0"/>
            <a:chExt cx="3411676" cy="660400"/>
          </a:xfrm>
        </p:grpSpPr>
        <p:sp>
          <p:nvSpPr>
            <p:cNvPr id="15" name="Freeform 15"/>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000000"/>
            </a:solidFill>
          </p:spPr>
          <p:txBody>
            <a:bodyPr/>
            <a:lstStyle/>
            <a:p>
              <a:endParaRPr lang="en-US">
                <a:latin typeface="Lexend Deca" panose="020B0604020202020204" charset="0"/>
                <a:cs typeface="Lexend Deca" panose="020B0604020202020204" charset="0"/>
              </a:endParaRPr>
            </a:p>
          </p:txBody>
        </p:sp>
      </p:grpSp>
      <p:grpSp>
        <p:nvGrpSpPr>
          <p:cNvPr id="16" name="Group 16"/>
          <p:cNvGrpSpPr/>
          <p:nvPr/>
        </p:nvGrpSpPr>
        <p:grpSpPr>
          <a:xfrm>
            <a:off x="1028700" y="6377046"/>
            <a:ext cx="3993857" cy="773093"/>
            <a:chOff x="0" y="0"/>
            <a:chExt cx="3411676" cy="660400"/>
          </a:xfrm>
        </p:grpSpPr>
        <p:sp>
          <p:nvSpPr>
            <p:cNvPr id="17" name="Freeform 17"/>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000000"/>
            </a:solidFill>
          </p:spPr>
          <p:txBody>
            <a:bodyPr/>
            <a:lstStyle/>
            <a:p>
              <a:endParaRPr lang="en-US"/>
            </a:p>
          </p:txBody>
        </p:sp>
      </p:grpSp>
      <p:grpSp>
        <p:nvGrpSpPr>
          <p:cNvPr id="18" name="Group 18"/>
          <p:cNvGrpSpPr/>
          <p:nvPr/>
        </p:nvGrpSpPr>
        <p:grpSpPr>
          <a:xfrm>
            <a:off x="1028700" y="7293014"/>
            <a:ext cx="3993857" cy="773093"/>
            <a:chOff x="0" y="0"/>
            <a:chExt cx="3411676" cy="660400"/>
          </a:xfrm>
        </p:grpSpPr>
        <p:sp>
          <p:nvSpPr>
            <p:cNvPr id="19" name="Freeform 19"/>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000000"/>
            </a:solidFill>
          </p:spPr>
          <p:txBody>
            <a:bodyPr/>
            <a:lstStyle/>
            <a:p>
              <a:endParaRPr lang="en-US"/>
            </a:p>
          </p:txBody>
        </p:sp>
      </p:grpSp>
      <p:grpSp>
        <p:nvGrpSpPr>
          <p:cNvPr id="20" name="Group 20"/>
          <p:cNvGrpSpPr/>
          <p:nvPr/>
        </p:nvGrpSpPr>
        <p:grpSpPr>
          <a:xfrm>
            <a:off x="1028700" y="8208982"/>
            <a:ext cx="3993857" cy="773093"/>
            <a:chOff x="0" y="0"/>
            <a:chExt cx="3411676" cy="660400"/>
          </a:xfrm>
        </p:grpSpPr>
        <p:sp>
          <p:nvSpPr>
            <p:cNvPr id="21" name="Freeform 21"/>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000000"/>
            </a:solidFill>
          </p:spPr>
          <p:txBody>
            <a:bodyPr/>
            <a:lstStyle/>
            <a:p>
              <a:endParaRPr lang="en-US"/>
            </a:p>
          </p:txBody>
        </p:sp>
      </p:grpSp>
      <p:grpSp>
        <p:nvGrpSpPr>
          <p:cNvPr id="22" name="Group 22"/>
          <p:cNvGrpSpPr/>
          <p:nvPr/>
        </p:nvGrpSpPr>
        <p:grpSpPr>
          <a:xfrm>
            <a:off x="5107040" y="4545109"/>
            <a:ext cx="3993857" cy="773093"/>
            <a:chOff x="0" y="0"/>
            <a:chExt cx="3411676" cy="660400"/>
          </a:xfrm>
        </p:grpSpPr>
        <p:sp>
          <p:nvSpPr>
            <p:cNvPr id="23" name="Freeform 23"/>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24" name="Group 24"/>
          <p:cNvGrpSpPr/>
          <p:nvPr/>
        </p:nvGrpSpPr>
        <p:grpSpPr>
          <a:xfrm>
            <a:off x="5107040" y="5461077"/>
            <a:ext cx="3993857" cy="773093"/>
            <a:chOff x="0" y="0"/>
            <a:chExt cx="3411676" cy="660400"/>
          </a:xfrm>
        </p:grpSpPr>
        <p:sp>
          <p:nvSpPr>
            <p:cNvPr id="25" name="Freeform 25"/>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26" name="Group 26"/>
          <p:cNvGrpSpPr/>
          <p:nvPr/>
        </p:nvGrpSpPr>
        <p:grpSpPr>
          <a:xfrm>
            <a:off x="5107040" y="6377046"/>
            <a:ext cx="3993857" cy="773093"/>
            <a:chOff x="0" y="0"/>
            <a:chExt cx="3411676" cy="660400"/>
          </a:xfrm>
        </p:grpSpPr>
        <p:sp>
          <p:nvSpPr>
            <p:cNvPr id="27" name="Freeform 27"/>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28" name="Group 28"/>
          <p:cNvGrpSpPr/>
          <p:nvPr/>
        </p:nvGrpSpPr>
        <p:grpSpPr>
          <a:xfrm>
            <a:off x="5107040" y="7293014"/>
            <a:ext cx="3993857" cy="773093"/>
            <a:chOff x="0" y="0"/>
            <a:chExt cx="3411676" cy="660400"/>
          </a:xfrm>
        </p:grpSpPr>
        <p:sp>
          <p:nvSpPr>
            <p:cNvPr id="29" name="Freeform 29"/>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30" name="Group 30"/>
          <p:cNvGrpSpPr/>
          <p:nvPr/>
        </p:nvGrpSpPr>
        <p:grpSpPr>
          <a:xfrm>
            <a:off x="5107040" y="8208982"/>
            <a:ext cx="3993857" cy="773093"/>
            <a:chOff x="0" y="0"/>
            <a:chExt cx="3411676" cy="660400"/>
          </a:xfrm>
        </p:grpSpPr>
        <p:sp>
          <p:nvSpPr>
            <p:cNvPr id="31" name="Freeform 31"/>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32" name="Group 32"/>
          <p:cNvGrpSpPr/>
          <p:nvPr/>
        </p:nvGrpSpPr>
        <p:grpSpPr>
          <a:xfrm>
            <a:off x="5107040" y="3625981"/>
            <a:ext cx="3993857" cy="773093"/>
            <a:chOff x="0" y="0"/>
            <a:chExt cx="3411676" cy="660400"/>
          </a:xfrm>
        </p:grpSpPr>
        <p:sp>
          <p:nvSpPr>
            <p:cNvPr id="33" name="Freeform 33"/>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000000"/>
            </a:solidFill>
          </p:spPr>
          <p:txBody>
            <a:bodyPr/>
            <a:lstStyle/>
            <a:p>
              <a:endParaRPr lang="en-US"/>
            </a:p>
          </p:txBody>
        </p:sp>
      </p:grpSp>
      <p:grpSp>
        <p:nvGrpSpPr>
          <p:cNvPr id="34" name="Group 34"/>
          <p:cNvGrpSpPr/>
          <p:nvPr/>
        </p:nvGrpSpPr>
        <p:grpSpPr>
          <a:xfrm>
            <a:off x="9186241" y="4545109"/>
            <a:ext cx="3993857" cy="773093"/>
            <a:chOff x="0" y="0"/>
            <a:chExt cx="3411676" cy="660400"/>
          </a:xfrm>
        </p:grpSpPr>
        <p:sp>
          <p:nvSpPr>
            <p:cNvPr id="35" name="Freeform 35"/>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36" name="Group 36"/>
          <p:cNvGrpSpPr/>
          <p:nvPr/>
        </p:nvGrpSpPr>
        <p:grpSpPr>
          <a:xfrm>
            <a:off x="9186241" y="5461077"/>
            <a:ext cx="3993857" cy="773093"/>
            <a:chOff x="0" y="0"/>
            <a:chExt cx="3411676" cy="660400"/>
          </a:xfrm>
        </p:grpSpPr>
        <p:sp>
          <p:nvSpPr>
            <p:cNvPr id="37" name="Freeform 37"/>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38" name="Group 38"/>
          <p:cNvGrpSpPr/>
          <p:nvPr/>
        </p:nvGrpSpPr>
        <p:grpSpPr>
          <a:xfrm>
            <a:off x="9186241" y="6377046"/>
            <a:ext cx="3993857" cy="773093"/>
            <a:chOff x="0" y="0"/>
            <a:chExt cx="3411676" cy="660400"/>
          </a:xfrm>
        </p:grpSpPr>
        <p:sp>
          <p:nvSpPr>
            <p:cNvPr id="39" name="Freeform 39"/>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40" name="Group 40"/>
          <p:cNvGrpSpPr/>
          <p:nvPr/>
        </p:nvGrpSpPr>
        <p:grpSpPr>
          <a:xfrm>
            <a:off x="9186241" y="7293014"/>
            <a:ext cx="3993857" cy="773093"/>
            <a:chOff x="0" y="0"/>
            <a:chExt cx="3411676" cy="660400"/>
          </a:xfrm>
        </p:grpSpPr>
        <p:sp>
          <p:nvSpPr>
            <p:cNvPr id="41" name="Freeform 41"/>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42" name="Group 42"/>
          <p:cNvGrpSpPr/>
          <p:nvPr/>
        </p:nvGrpSpPr>
        <p:grpSpPr>
          <a:xfrm>
            <a:off x="9186241" y="8208982"/>
            <a:ext cx="3993857" cy="773093"/>
            <a:chOff x="0" y="0"/>
            <a:chExt cx="3411676" cy="660400"/>
          </a:xfrm>
        </p:grpSpPr>
        <p:sp>
          <p:nvSpPr>
            <p:cNvPr id="43" name="Freeform 43"/>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44" name="Group 44"/>
          <p:cNvGrpSpPr/>
          <p:nvPr/>
        </p:nvGrpSpPr>
        <p:grpSpPr>
          <a:xfrm>
            <a:off x="9186241" y="3625981"/>
            <a:ext cx="3993857" cy="773093"/>
            <a:chOff x="0" y="0"/>
            <a:chExt cx="3411676" cy="660400"/>
          </a:xfrm>
        </p:grpSpPr>
        <p:sp>
          <p:nvSpPr>
            <p:cNvPr id="45" name="Freeform 45"/>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000000"/>
            </a:solidFill>
          </p:spPr>
          <p:txBody>
            <a:bodyPr/>
            <a:lstStyle/>
            <a:p>
              <a:endParaRPr lang="en-US"/>
            </a:p>
          </p:txBody>
        </p:sp>
      </p:grpSp>
      <p:grpSp>
        <p:nvGrpSpPr>
          <p:cNvPr id="46" name="Group 46"/>
          <p:cNvGrpSpPr/>
          <p:nvPr/>
        </p:nvGrpSpPr>
        <p:grpSpPr>
          <a:xfrm>
            <a:off x="13265443" y="4545109"/>
            <a:ext cx="3993857" cy="773093"/>
            <a:chOff x="0" y="0"/>
            <a:chExt cx="3411676" cy="660400"/>
          </a:xfrm>
        </p:grpSpPr>
        <p:sp>
          <p:nvSpPr>
            <p:cNvPr id="47" name="Freeform 47"/>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48" name="Group 48"/>
          <p:cNvGrpSpPr/>
          <p:nvPr/>
        </p:nvGrpSpPr>
        <p:grpSpPr>
          <a:xfrm>
            <a:off x="13265443" y="5461077"/>
            <a:ext cx="3993857" cy="773093"/>
            <a:chOff x="0" y="0"/>
            <a:chExt cx="3411676" cy="660400"/>
          </a:xfrm>
        </p:grpSpPr>
        <p:sp>
          <p:nvSpPr>
            <p:cNvPr id="49" name="Freeform 49"/>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50" name="Group 50"/>
          <p:cNvGrpSpPr/>
          <p:nvPr/>
        </p:nvGrpSpPr>
        <p:grpSpPr>
          <a:xfrm>
            <a:off x="13265443" y="6377046"/>
            <a:ext cx="3993857" cy="773093"/>
            <a:chOff x="0" y="0"/>
            <a:chExt cx="3411676" cy="660400"/>
          </a:xfrm>
        </p:grpSpPr>
        <p:sp>
          <p:nvSpPr>
            <p:cNvPr id="51" name="Freeform 51"/>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52" name="Group 52"/>
          <p:cNvGrpSpPr/>
          <p:nvPr/>
        </p:nvGrpSpPr>
        <p:grpSpPr>
          <a:xfrm>
            <a:off x="13265443" y="7293014"/>
            <a:ext cx="3993857" cy="773093"/>
            <a:chOff x="0" y="0"/>
            <a:chExt cx="3411676" cy="660400"/>
          </a:xfrm>
        </p:grpSpPr>
        <p:sp>
          <p:nvSpPr>
            <p:cNvPr id="53" name="Freeform 53"/>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54" name="Group 54"/>
          <p:cNvGrpSpPr/>
          <p:nvPr/>
        </p:nvGrpSpPr>
        <p:grpSpPr>
          <a:xfrm>
            <a:off x="13265443" y="8208982"/>
            <a:ext cx="3993857" cy="773093"/>
            <a:chOff x="0" y="0"/>
            <a:chExt cx="3411676" cy="660400"/>
          </a:xfrm>
        </p:grpSpPr>
        <p:sp>
          <p:nvSpPr>
            <p:cNvPr id="55" name="Freeform 55"/>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E1E1E1"/>
            </a:solidFill>
          </p:spPr>
          <p:txBody>
            <a:bodyPr/>
            <a:lstStyle/>
            <a:p>
              <a:endParaRPr lang="en-US"/>
            </a:p>
          </p:txBody>
        </p:sp>
      </p:grpSp>
      <p:grpSp>
        <p:nvGrpSpPr>
          <p:cNvPr id="56" name="Group 56"/>
          <p:cNvGrpSpPr/>
          <p:nvPr/>
        </p:nvGrpSpPr>
        <p:grpSpPr>
          <a:xfrm>
            <a:off x="13265443" y="3625981"/>
            <a:ext cx="3993857" cy="773093"/>
            <a:chOff x="0" y="0"/>
            <a:chExt cx="3411676" cy="660400"/>
          </a:xfrm>
        </p:grpSpPr>
        <p:sp>
          <p:nvSpPr>
            <p:cNvPr id="57" name="Freeform 57"/>
            <p:cNvSpPr/>
            <p:nvPr/>
          </p:nvSpPr>
          <p:spPr>
            <a:xfrm>
              <a:off x="0" y="0"/>
              <a:ext cx="3411676" cy="660400"/>
            </a:xfrm>
            <a:custGeom>
              <a:avLst/>
              <a:gdLst/>
              <a:ahLst/>
              <a:cxnLst/>
              <a:rect l="l" t="t" r="r" b="b"/>
              <a:pathLst>
                <a:path w="3411676" h="660400">
                  <a:moveTo>
                    <a:pt x="3287216" y="660400"/>
                  </a:moveTo>
                  <a:lnTo>
                    <a:pt x="124460" y="660400"/>
                  </a:lnTo>
                  <a:cubicBezTo>
                    <a:pt x="55880" y="660400"/>
                    <a:pt x="0" y="604520"/>
                    <a:pt x="0" y="535940"/>
                  </a:cubicBezTo>
                  <a:lnTo>
                    <a:pt x="0" y="124460"/>
                  </a:lnTo>
                  <a:cubicBezTo>
                    <a:pt x="0" y="55880"/>
                    <a:pt x="55880" y="0"/>
                    <a:pt x="124460" y="0"/>
                  </a:cubicBezTo>
                  <a:lnTo>
                    <a:pt x="3287216" y="0"/>
                  </a:lnTo>
                  <a:cubicBezTo>
                    <a:pt x="3355796" y="0"/>
                    <a:pt x="3411676" y="55880"/>
                    <a:pt x="3411676" y="124460"/>
                  </a:cubicBezTo>
                  <a:lnTo>
                    <a:pt x="3411676" y="535940"/>
                  </a:lnTo>
                  <a:cubicBezTo>
                    <a:pt x="3411676" y="604520"/>
                    <a:pt x="3355796" y="660400"/>
                    <a:pt x="3287216" y="660400"/>
                  </a:cubicBezTo>
                  <a:close/>
                </a:path>
              </a:pathLst>
            </a:custGeom>
            <a:solidFill>
              <a:srgbClr val="000000"/>
            </a:solidFill>
          </p:spPr>
          <p:txBody>
            <a:bodyPr/>
            <a:lstStyle/>
            <a:p>
              <a:endParaRPr lang="en-US"/>
            </a:p>
          </p:txBody>
        </p:sp>
      </p:grpSp>
      <p:sp>
        <p:nvSpPr>
          <p:cNvPr id="58" name="Freeform 58"/>
          <p:cNvSpPr/>
          <p:nvPr/>
        </p:nvSpPr>
        <p:spPr>
          <a:xfrm>
            <a:off x="6918231" y="4745918"/>
            <a:ext cx="371475" cy="371475"/>
          </a:xfrm>
          <a:custGeom>
            <a:avLst/>
            <a:gdLst/>
            <a:ahLst/>
            <a:cxnLst/>
            <a:rect l="l" t="t" r="r" b="b"/>
            <a:pathLst>
              <a:path w="371475" h="371475">
                <a:moveTo>
                  <a:pt x="0" y="0"/>
                </a:moveTo>
                <a:lnTo>
                  <a:pt x="371475" y="0"/>
                </a:lnTo>
                <a:lnTo>
                  <a:pt x="371475" y="371475"/>
                </a:lnTo>
                <a:lnTo>
                  <a:pt x="0" y="3714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9" name="Freeform 59"/>
          <p:cNvSpPr/>
          <p:nvPr/>
        </p:nvSpPr>
        <p:spPr>
          <a:xfrm>
            <a:off x="15075574" y="4745918"/>
            <a:ext cx="371475" cy="371475"/>
          </a:xfrm>
          <a:custGeom>
            <a:avLst/>
            <a:gdLst/>
            <a:ahLst/>
            <a:cxnLst/>
            <a:rect l="l" t="t" r="r" b="b"/>
            <a:pathLst>
              <a:path w="371475" h="371475">
                <a:moveTo>
                  <a:pt x="0" y="0"/>
                </a:moveTo>
                <a:lnTo>
                  <a:pt x="371475" y="0"/>
                </a:lnTo>
                <a:lnTo>
                  <a:pt x="371475" y="371475"/>
                </a:lnTo>
                <a:lnTo>
                  <a:pt x="0" y="3714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0" name="Freeform 60"/>
          <p:cNvSpPr/>
          <p:nvPr/>
        </p:nvSpPr>
        <p:spPr>
          <a:xfrm>
            <a:off x="10997432" y="5661102"/>
            <a:ext cx="371475" cy="371475"/>
          </a:xfrm>
          <a:custGeom>
            <a:avLst/>
            <a:gdLst/>
            <a:ahLst/>
            <a:cxnLst/>
            <a:rect l="l" t="t" r="r" b="b"/>
            <a:pathLst>
              <a:path w="371475" h="371475">
                <a:moveTo>
                  <a:pt x="0" y="0"/>
                </a:moveTo>
                <a:lnTo>
                  <a:pt x="371475" y="0"/>
                </a:lnTo>
                <a:lnTo>
                  <a:pt x="371475" y="371475"/>
                </a:lnTo>
                <a:lnTo>
                  <a:pt x="0" y="3714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1" name="Freeform 61"/>
          <p:cNvSpPr/>
          <p:nvPr/>
        </p:nvSpPr>
        <p:spPr>
          <a:xfrm>
            <a:off x="6918231" y="6577855"/>
            <a:ext cx="371475" cy="371475"/>
          </a:xfrm>
          <a:custGeom>
            <a:avLst/>
            <a:gdLst/>
            <a:ahLst/>
            <a:cxnLst/>
            <a:rect l="l" t="t" r="r" b="b"/>
            <a:pathLst>
              <a:path w="371475" h="371475">
                <a:moveTo>
                  <a:pt x="0" y="0"/>
                </a:moveTo>
                <a:lnTo>
                  <a:pt x="371475" y="0"/>
                </a:lnTo>
                <a:lnTo>
                  <a:pt x="371475" y="371475"/>
                </a:lnTo>
                <a:lnTo>
                  <a:pt x="0" y="3714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2" name="Freeform 62"/>
          <p:cNvSpPr/>
          <p:nvPr/>
        </p:nvSpPr>
        <p:spPr>
          <a:xfrm>
            <a:off x="15075574" y="6577855"/>
            <a:ext cx="371475" cy="371475"/>
          </a:xfrm>
          <a:custGeom>
            <a:avLst/>
            <a:gdLst/>
            <a:ahLst/>
            <a:cxnLst/>
            <a:rect l="l" t="t" r="r" b="b"/>
            <a:pathLst>
              <a:path w="371475" h="371475">
                <a:moveTo>
                  <a:pt x="0" y="0"/>
                </a:moveTo>
                <a:lnTo>
                  <a:pt x="371475" y="0"/>
                </a:lnTo>
                <a:lnTo>
                  <a:pt x="371475" y="371475"/>
                </a:lnTo>
                <a:lnTo>
                  <a:pt x="0" y="3714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3" name="Freeform 63"/>
          <p:cNvSpPr/>
          <p:nvPr/>
        </p:nvSpPr>
        <p:spPr>
          <a:xfrm>
            <a:off x="10996372" y="6577855"/>
            <a:ext cx="371475" cy="371475"/>
          </a:xfrm>
          <a:custGeom>
            <a:avLst/>
            <a:gdLst/>
            <a:ahLst/>
            <a:cxnLst/>
            <a:rect l="l" t="t" r="r" b="b"/>
            <a:pathLst>
              <a:path w="371475" h="371475">
                <a:moveTo>
                  <a:pt x="0" y="0"/>
                </a:moveTo>
                <a:lnTo>
                  <a:pt x="371475" y="0"/>
                </a:lnTo>
                <a:lnTo>
                  <a:pt x="371475" y="371475"/>
                </a:lnTo>
                <a:lnTo>
                  <a:pt x="0" y="3714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4" name="Freeform 64"/>
          <p:cNvSpPr/>
          <p:nvPr/>
        </p:nvSpPr>
        <p:spPr>
          <a:xfrm>
            <a:off x="10996372" y="8409007"/>
            <a:ext cx="371475" cy="371475"/>
          </a:xfrm>
          <a:custGeom>
            <a:avLst/>
            <a:gdLst/>
            <a:ahLst/>
            <a:cxnLst/>
            <a:rect l="l" t="t" r="r" b="b"/>
            <a:pathLst>
              <a:path w="371475" h="371475">
                <a:moveTo>
                  <a:pt x="0" y="0"/>
                </a:moveTo>
                <a:lnTo>
                  <a:pt x="371475" y="0"/>
                </a:lnTo>
                <a:lnTo>
                  <a:pt x="371475" y="371475"/>
                </a:lnTo>
                <a:lnTo>
                  <a:pt x="0" y="3714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5" name="Freeform 65"/>
          <p:cNvSpPr/>
          <p:nvPr/>
        </p:nvSpPr>
        <p:spPr>
          <a:xfrm>
            <a:off x="6918231" y="7493039"/>
            <a:ext cx="371475" cy="371475"/>
          </a:xfrm>
          <a:custGeom>
            <a:avLst/>
            <a:gdLst/>
            <a:ahLst/>
            <a:cxnLst/>
            <a:rect l="l" t="t" r="r" b="b"/>
            <a:pathLst>
              <a:path w="371475" h="371475">
                <a:moveTo>
                  <a:pt x="0" y="0"/>
                </a:moveTo>
                <a:lnTo>
                  <a:pt x="371475" y="0"/>
                </a:lnTo>
                <a:lnTo>
                  <a:pt x="371475" y="371475"/>
                </a:lnTo>
                <a:lnTo>
                  <a:pt x="0" y="3714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6" name="Freeform 66"/>
          <p:cNvSpPr/>
          <p:nvPr/>
        </p:nvSpPr>
        <p:spPr>
          <a:xfrm>
            <a:off x="15075574" y="7493039"/>
            <a:ext cx="371475" cy="371475"/>
          </a:xfrm>
          <a:custGeom>
            <a:avLst/>
            <a:gdLst/>
            <a:ahLst/>
            <a:cxnLst/>
            <a:rect l="l" t="t" r="r" b="b"/>
            <a:pathLst>
              <a:path w="371475" h="371475">
                <a:moveTo>
                  <a:pt x="0" y="0"/>
                </a:moveTo>
                <a:lnTo>
                  <a:pt x="371475" y="0"/>
                </a:lnTo>
                <a:lnTo>
                  <a:pt x="371475" y="371475"/>
                </a:lnTo>
                <a:lnTo>
                  <a:pt x="0" y="3714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7" name="Freeform 67"/>
          <p:cNvSpPr/>
          <p:nvPr/>
        </p:nvSpPr>
        <p:spPr>
          <a:xfrm>
            <a:off x="15075574" y="8409007"/>
            <a:ext cx="371475" cy="371475"/>
          </a:xfrm>
          <a:custGeom>
            <a:avLst/>
            <a:gdLst/>
            <a:ahLst/>
            <a:cxnLst/>
            <a:rect l="l" t="t" r="r" b="b"/>
            <a:pathLst>
              <a:path w="371475" h="371475">
                <a:moveTo>
                  <a:pt x="0" y="0"/>
                </a:moveTo>
                <a:lnTo>
                  <a:pt x="371475" y="0"/>
                </a:lnTo>
                <a:lnTo>
                  <a:pt x="371475" y="371475"/>
                </a:lnTo>
                <a:lnTo>
                  <a:pt x="0" y="3714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8" name="TextBox 68"/>
          <p:cNvSpPr txBox="1"/>
          <p:nvPr/>
        </p:nvSpPr>
        <p:spPr>
          <a:xfrm>
            <a:off x="1099772" y="4736393"/>
            <a:ext cx="3851713" cy="365485"/>
          </a:xfrm>
          <a:prstGeom prst="rect">
            <a:avLst/>
          </a:prstGeom>
        </p:spPr>
        <p:txBody>
          <a:bodyPr lIns="0" tIns="0" rIns="0" bIns="0" rtlCol="0" anchor="t">
            <a:spAutoFit/>
          </a:bodyPr>
          <a:lstStyle/>
          <a:p>
            <a:pPr algn="ctr">
              <a:lnSpc>
                <a:spcPts val="2999"/>
              </a:lnSpc>
            </a:pPr>
            <a:r>
              <a:rPr lang="en-US" sz="2499" b="1" dirty="0">
                <a:solidFill>
                  <a:srgbClr val="F5F5F4"/>
                </a:solidFill>
                <a:latin typeface="Lexend Deca" panose="020B0604020202020204" charset="0"/>
                <a:ea typeface="Public Sans Bold"/>
                <a:cs typeface="Lexend Deca" panose="020B0604020202020204" charset="0"/>
                <a:sym typeface="Public Sans Bold"/>
              </a:rPr>
              <a:t>METRIC-1</a:t>
            </a:r>
          </a:p>
        </p:txBody>
      </p:sp>
      <p:sp>
        <p:nvSpPr>
          <p:cNvPr id="69" name="TextBox 69"/>
          <p:cNvSpPr txBox="1"/>
          <p:nvPr/>
        </p:nvSpPr>
        <p:spPr>
          <a:xfrm>
            <a:off x="1099772" y="5652361"/>
            <a:ext cx="3851713" cy="365485"/>
          </a:xfrm>
          <a:prstGeom prst="rect">
            <a:avLst/>
          </a:prstGeom>
        </p:spPr>
        <p:txBody>
          <a:bodyPr lIns="0" tIns="0" rIns="0" bIns="0" rtlCol="0" anchor="t">
            <a:spAutoFit/>
          </a:bodyPr>
          <a:lstStyle/>
          <a:p>
            <a:pPr algn="ctr">
              <a:lnSpc>
                <a:spcPts val="2999"/>
              </a:lnSpc>
            </a:pPr>
            <a:r>
              <a:rPr lang="en-US" sz="2499" b="1" dirty="0">
                <a:solidFill>
                  <a:srgbClr val="F5F5F4"/>
                </a:solidFill>
                <a:latin typeface="Lexend Deca" panose="020B0604020202020204" charset="0"/>
                <a:ea typeface="Public Sans Bold"/>
                <a:cs typeface="Lexend Deca" panose="020B0604020202020204" charset="0"/>
                <a:sym typeface="Public Sans Bold"/>
              </a:rPr>
              <a:t>METRIC-2</a:t>
            </a:r>
          </a:p>
        </p:txBody>
      </p:sp>
      <p:sp>
        <p:nvSpPr>
          <p:cNvPr id="70" name="TextBox 70"/>
          <p:cNvSpPr txBox="1"/>
          <p:nvPr/>
        </p:nvSpPr>
        <p:spPr>
          <a:xfrm>
            <a:off x="1099772" y="6568330"/>
            <a:ext cx="3851713" cy="365485"/>
          </a:xfrm>
          <a:prstGeom prst="rect">
            <a:avLst/>
          </a:prstGeom>
        </p:spPr>
        <p:txBody>
          <a:bodyPr lIns="0" tIns="0" rIns="0" bIns="0" rtlCol="0" anchor="t">
            <a:spAutoFit/>
          </a:bodyPr>
          <a:lstStyle/>
          <a:p>
            <a:pPr algn="ctr">
              <a:lnSpc>
                <a:spcPts val="2999"/>
              </a:lnSpc>
            </a:pPr>
            <a:r>
              <a:rPr lang="en-US" sz="2499" b="1" dirty="0">
                <a:solidFill>
                  <a:srgbClr val="F5F5F4"/>
                </a:solidFill>
                <a:latin typeface="Lexend Deca" panose="020B0604020202020204" charset="0"/>
                <a:ea typeface="Public Sans Bold"/>
                <a:cs typeface="Lexend Deca" panose="020B0604020202020204" charset="0"/>
                <a:sym typeface="Public Sans Bold"/>
              </a:rPr>
              <a:t>METRIC-3</a:t>
            </a:r>
          </a:p>
        </p:txBody>
      </p:sp>
      <p:sp>
        <p:nvSpPr>
          <p:cNvPr id="71" name="TextBox 71"/>
          <p:cNvSpPr txBox="1"/>
          <p:nvPr/>
        </p:nvSpPr>
        <p:spPr>
          <a:xfrm>
            <a:off x="1099772" y="7484298"/>
            <a:ext cx="3851713" cy="365485"/>
          </a:xfrm>
          <a:prstGeom prst="rect">
            <a:avLst/>
          </a:prstGeom>
        </p:spPr>
        <p:txBody>
          <a:bodyPr lIns="0" tIns="0" rIns="0" bIns="0" rtlCol="0" anchor="t">
            <a:spAutoFit/>
          </a:bodyPr>
          <a:lstStyle/>
          <a:p>
            <a:pPr algn="ctr">
              <a:lnSpc>
                <a:spcPts val="2999"/>
              </a:lnSpc>
            </a:pPr>
            <a:r>
              <a:rPr lang="en-US" sz="2499" b="1" dirty="0">
                <a:solidFill>
                  <a:srgbClr val="F5F5F4"/>
                </a:solidFill>
                <a:latin typeface="Lexend Deca" panose="020B0604020202020204" charset="0"/>
                <a:ea typeface="Public Sans Bold"/>
                <a:cs typeface="Lexend Deca" panose="020B0604020202020204" charset="0"/>
                <a:sym typeface="Public Sans Bold"/>
              </a:rPr>
              <a:t>METRIC-4</a:t>
            </a:r>
          </a:p>
        </p:txBody>
      </p:sp>
      <p:sp>
        <p:nvSpPr>
          <p:cNvPr id="72" name="TextBox 72"/>
          <p:cNvSpPr txBox="1"/>
          <p:nvPr/>
        </p:nvSpPr>
        <p:spPr>
          <a:xfrm>
            <a:off x="1099772" y="8400266"/>
            <a:ext cx="3851713" cy="365485"/>
          </a:xfrm>
          <a:prstGeom prst="rect">
            <a:avLst/>
          </a:prstGeom>
        </p:spPr>
        <p:txBody>
          <a:bodyPr lIns="0" tIns="0" rIns="0" bIns="0" rtlCol="0" anchor="t">
            <a:spAutoFit/>
          </a:bodyPr>
          <a:lstStyle/>
          <a:p>
            <a:pPr algn="ctr">
              <a:lnSpc>
                <a:spcPts val="2999"/>
              </a:lnSpc>
            </a:pPr>
            <a:r>
              <a:rPr lang="en-US" sz="2499" b="1" dirty="0">
                <a:solidFill>
                  <a:srgbClr val="F5F5F4"/>
                </a:solidFill>
                <a:latin typeface="Lexend Deca" panose="020B0604020202020204" charset="0"/>
                <a:ea typeface="Public Sans Bold"/>
                <a:cs typeface="Lexend Deca" panose="020B0604020202020204" charset="0"/>
                <a:sym typeface="Public Sans Bold"/>
              </a:rPr>
              <a:t>METRIC-5</a:t>
            </a:r>
          </a:p>
        </p:txBody>
      </p:sp>
      <p:sp>
        <p:nvSpPr>
          <p:cNvPr id="73" name="TextBox 73"/>
          <p:cNvSpPr txBox="1"/>
          <p:nvPr/>
        </p:nvSpPr>
        <p:spPr>
          <a:xfrm>
            <a:off x="5178112" y="3817265"/>
            <a:ext cx="3851713" cy="365485"/>
          </a:xfrm>
          <a:prstGeom prst="rect">
            <a:avLst/>
          </a:prstGeom>
        </p:spPr>
        <p:txBody>
          <a:bodyPr lIns="0" tIns="0" rIns="0" bIns="0" rtlCol="0" anchor="t">
            <a:spAutoFit/>
          </a:bodyPr>
          <a:lstStyle/>
          <a:p>
            <a:pPr algn="ctr">
              <a:lnSpc>
                <a:spcPts val="2999"/>
              </a:lnSpc>
            </a:pPr>
            <a:r>
              <a:rPr lang="en-US" sz="2499" b="1" dirty="0">
                <a:solidFill>
                  <a:srgbClr val="F5F5F4"/>
                </a:solidFill>
                <a:latin typeface="Lexend Deca" panose="020B0604020202020204" charset="0"/>
                <a:ea typeface="Public Sans Bold"/>
                <a:cs typeface="Lexend Deca" panose="020B0604020202020204" charset="0"/>
                <a:sym typeface="Public Sans Bold"/>
              </a:rPr>
              <a:t>HEADER-1</a:t>
            </a:r>
          </a:p>
        </p:txBody>
      </p:sp>
      <p:sp>
        <p:nvSpPr>
          <p:cNvPr id="74" name="TextBox 74"/>
          <p:cNvSpPr txBox="1"/>
          <p:nvPr/>
        </p:nvSpPr>
        <p:spPr>
          <a:xfrm>
            <a:off x="9257313" y="3817265"/>
            <a:ext cx="3851713" cy="365485"/>
          </a:xfrm>
          <a:prstGeom prst="rect">
            <a:avLst/>
          </a:prstGeom>
        </p:spPr>
        <p:txBody>
          <a:bodyPr lIns="0" tIns="0" rIns="0" bIns="0" rtlCol="0" anchor="t">
            <a:spAutoFit/>
          </a:bodyPr>
          <a:lstStyle/>
          <a:p>
            <a:pPr algn="ctr">
              <a:lnSpc>
                <a:spcPts val="2999"/>
              </a:lnSpc>
            </a:pPr>
            <a:r>
              <a:rPr lang="en-US" sz="2499" b="1" dirty="0">
                <a:solidFill>
                  <a:srgbClr val="F5F5F4"/>
                </a:solidFill>
                <a:latin typeface="Lexend Deca" panose="020B0604020202020204" charset="0"/>
                <a:ea typeface="Public Sans Bold"/>
                <a:cs typeface="Lexend Deca" panose="020B0604020202020204" charset="0"/>
                <a:sym typeface="Public Sans Bold"/>
              </a:rPr>
              <a:t>HEADER-2</a:t>
            </a:r>
          </a:p>
        </p:txBody>
      </p:sp>
      <p:sp>
        <p:nvSpPr>
          <p:cNvPr id="75" name="TextBox 75"/>
          <p:cNvSpPr txBox="1"/>
          <p:nvPr/>
        </p:nvSpPr>
        <p:spPr>
          <a:xfrm>
            <a:off x="13336515" y="3817265"/>
            <a:ext cx="3851713" cy="365485"/>
          </a:xfrm>
          <a:prstGeom prst="rect">
            <a:avLst/>
          </a:prstGeom>
        </p:spPr>
        <p:txBody>
          <a:bodyPr lIns="0" tIns="0" rIns="0" bIns="0" rtlCol="0" anchor="t">
            <a:spAutoFit/>
          </a:bodyPr>
          <a:lstStyle/>
          <a:p>
            <a:pPr algn="ctr">
              <a:lnSpc>
                <a:spcPts val="2999"/>
              </a:lnSpc>
            </a:pPr>
            <a:r>
              <a:rPr lang="en-US" sz="2499" b="1" dirty="0">
                <a:solidFill>
                  <a:srgbClr val="F5F5F4"/>
                </a:solidFill>
                <a:latin typeface="Lexend Deca" panose="020B0604020202020204" charset="0"/>
                <a:ea typeface="Public Sans Bold"/>
                <a:cs typeface="Lexend Deca" panose="020B0604020202020204" charset="0"/>
                <a:sym typeface="Public Sans Bold"/>
              </a:rPr>
              <a:t>HEADER-3</a:t>
            </a:r>
          </a:p>
        </p:txBody>
      </p:sp>
      <p:sp>
        <p:nvSpPr>
          <p:cNvPr id="76" name="TextBox 76"/>
          <p:cNvSpPr txBox="1"/>
          <p:nvPr/>
        </p:nvSpPr>
        <p:spPr>
          <a:xfrm>
            <a:off x="1028700" y="2366613"/>
            <a:ext cx="3036813" cy="721171"/>
          </a:xfrm>
          <a:prstGeom prst="rect">
            <a:avLst/>
          </a:prstGeom>
        </p:spPr>
        <p:txBody>
          <a:bodyPr lIns="0" tIns="0" rIns="0" bIns="0" rtlCol="0" anchor="t">
            <a:spAutoFit/>
          </a:bodyPr>
          <a:lstStyle/>
          <a:p>
            <a:pPr marL="0" lvl="0" indent="0" algn="l">
              <a:lnSpc>
                <a:spcPts val="2904"/>
              </a:lnSpc>
              <a:spcBef>
                <a:spcPct val="0"/>
              </a:spcBef>
            </a:pPr>
            <a:r>
              <a:rPr lang="en-US" sz="1936" dirty="0">
                <a:solidFill>
                  <a:srgbClr val="000000"/>
                </a:solidFill>
                <a:latin typeface="Outfit"/>
                <a:ea typeface="Outfit"/>
                <a:cs typeface="Outfit"/>
                <a:sym typeface="Outfit"/>
              </a:rPr>
              <a:t>Lorem ipsum dolor sit </a:t>
            </a:r>
            <a:r>
              <a:rPr lang="en-US" sz="1936" dirty="0" err="1">
                <a:solidFill>
                  <a:srgbClr val="000000"/>
                </a:solidFill>
                <a:latin typeface="Outfit"/>
                <a:ea typeface="Outfit"/>
                <a:cs typeface="Outfit"/>
                <a:sym typeface="Outfit"/>
              </a:rPr>
              <a:t>amet</a:t>
            </a:r>
            <a:r>
              <a:rPr lang="en-US" sz="1936" dirty="0">
                <a:solidFill>
                  <a:srgbClr val="000000"/>
                </a:solidFill>
                <a:latin typeface="Outfit"/>
                <a:ea typeface="Outfit"/>
                <a:cs typeface="Outfit"/>
                <a:sym typeface="Outfit"/>
              </a:rPr>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5B1FCF-E520-C20C-954C-FBB36E89430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8DEB249-31AE-8DE3-1B08-4777FF250684}"/>
              </a:ext>
            </a:extLst>
          </p:cNvPr>
          <p:cNvSpPr/>
          <p:nvPr/>
        </p:nvSpPr>
        <p:spPr>
          <a:xfrm>
            <a:off x="1028700" y="102870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3" name="AutoShape 3">
            <a:extLst>
              <a:ext uri="{FF2B5EF4-FFF2-40B4-BE49-F238E27FC236}">
                <a16:creationId xmlns:a16="http://schemas.microsoft.com/office/drawing/2014/main" id="{BC5515E1-558D-9611-A1C8-3233117C8803}"/>
              </a:ext>
            </a:extLst>
          </p:cNvPr>
          <p:cNvSpPr/>
          <p:nvPr/>
        </p:nvSpPr>
        <p:spPr>
          <a:xfrm>
            <a:off x="1028700" y="9277350"/>
            <a:ext cx="16230600" cy="0"/>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TextBox 4">
            <a:extLst>
              <a:ext uri="{FF2B5EF4-FFF2-40B4-BE49-F238E27FC236}">
                <a16:creationId xmlns:a16="http://schemas.microsoft.com/office/drawing/2014/main" id="{A6529B38-C9D7-1B1D-ECA7-0A10672E08AF}"/>
              </a:ext>
            </a:extLst>
          </p:cNvPr>
          <p:cNvSpPr txBox="1"/>
          <p:nvPr/>
        </p:nvSpPr>
        <p:spPr>
          <a:xfrm>
            <a:off x="16882846" y="9172575"/>
            <a:ext cx="376454" cy="896620"/>
          </a:xfrm>
          <a:prstGeom prst="rect">
            <a:avLst/>
          </a:prstGeom>
        </p:spPr>
        <p:txBody>
          <a:bodyPr lIns="0" tIns="0" rIns="0" bIns="0" rtlCol="0" anchor="t">
            <a:spAutoFit/>
          </a:bodyPr>
          <a:lstStyle/>
          <a:p>
            <a:pPr algn="ctr">
              <a:lnSpc>
                <a:spcPts val="7279"/>
              </a:lnSpc>
            </a:pPr>
            <a:r>
              <a:rPr lang="en-US" sz="5199" b="1" dirty="0">
                <a:solidFill>
                  <a:srgbClr val="F97141"/>
                </a:solidFill>
                <a:latin typeface="Outfit Bold"/>
                <a:ea typeface="Outfit Bold"/>
                <a:cs typeface="Outfit Bold"/>
                <a:sym typeface="Outfit Bold"/>
              </a:rPr>
              <a:t>&gt;</a:t>
            </a:r>
          </a:p>
        </p:txBody>
      </p:sp>
      <p:sp>
        <p:nvSpPr>
          <p:cNvPr id="5" name="TextBox 5">
            <a:extLst>
              <a:ext uri="{FF2B5EF4-FFF2-40B4-BE49-F238E27FC236}">
                <a16:creationId xmlns:a16="http://schemas.microsoft.com/office/drawing/2014/main" id="{11B3DBAD-7876-4C06-BCC3-76321DFFEEEE}"/>
              </a:ext>
            </a:extLst>
          </p:cNvPr>
          <p:cNvSpPr txBox="1"/>
          <p:nvPr/>
        </p:nvSpPr>
        <p:spPr>
          <a:xfrm>
            <a:off x="1256705" y="9549448"/>
            <a:ext cx="648295" cy="403252"/>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Pg: 1</a:t>
            </a:r>
          </a:p>
        </p:txBody>
      </p:sp>
      <p:grpSp>
        <p:nvGrpSpPr>
          <p:cNvPr id="6" name="Group 6">
            <a:extLst>
              <a:ext uri="{FF2B5EF4-FFF2-40B4-BE49-F238E27FC236}">
                <a16:creationId xmlns:a16="http://schemas.microsoft.com/office/drawing/2014/main" id="{701DF38F-F76C-BCAC-C9C9-AB18BFD941C1}"/>
              </a:ext>
            </a:extLst>
          </p:cNvPr>
          <p:cNvGrpSpPr>
            <a:grpSpLocks noChangeAspect="1"/>
          </p:cNvGrpSpPr>
          <p:nvPr/>
        </p:nvGrpSpPr>
        <p:grpSpPr>
          <a:xfrm>
            <a:off x="16331765" y="473688"/>
            <a:ext cx="927535" cy="555012"/>
            <a:chOff x="0" y="0"/>
            <a:chExt cx="1855064" cy="1110031"/>
          </a:xfrm>
        </p:grpSpPr>
        <p:sp>
          <p:nvSpPr>
            <p:cNvPr id="7" name="Freeform 7">
              <a:extLst>
                <a:ext uri="{FF2B5EF4-FFF2-40B4-BE49-F238E27FC236}">
                  <a16:creationId xmlns:a16="http://schemas.microsoft.com/office/drawing/2014/main" id="{46C3D615-5F97-D4B7-4854-47DC768CD358}"/>
                </a:ext>
              </a:extLst>
            </p:cNvPr>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8" name="Freeform 8">
              <a:extLst>
                <a:ext uri="{FF2B5EF4-FFF2-40B4-BE49-F238E27FC236}">
                  <a16:creationId xmlns:a16="http://schemas.microsoft.com/office/drawing/2014/main" id="{0B3AC535-3373-8B7F-9EC2-3A4EE5B97CE4}"/>
                </a:ext>
              </a:extLst>
            </p:cNvPr>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9" name="Freeform 9">
              <a:extLst>
                <a:ext uri="{FF2B5EF4-FFF2-40B4-BE49-F238E27FC236}">
                  <a16:creationId xmlns:a16="http://schemas.microsoft.com/office/drawing/2014/main" id="{829327DC-7588-EBD7-261A-4B8859359817}"/>
                </a:ext>
              </a:extLst>
            </p:cNvPr>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
        <p:nvSpPr>
          <p:cNvPr id="10" name="TextBox 10">
            <a:extLst>
              <a:ext uri="{FF2B5EF4-FFF2-40B4-BE49-F238E27FC236}">
                <a16:creationId xmlns:a16="http://schemas.microsoft.com/office/drawing/2014/main" id="{710C7D08-9EB9-89FA-42B4-7E7A777DF430}"/>
              </a:ext>
            </a:extLst>
          </p:cNvPr>
          <p:cNvSpPr txBox="1"/>
          <p:nvPr/>
        </p:nvSpPr>
        <p:spPr>
          <a:xfrm>
            <a:off x="1028700" y="426064"/>
            <a:ext cx="1714500" cy="401828"/>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Outfit"/>
                <a:ea typeface="Outfit"/>
                <a:cs typeface="Outfit"/>
                <a:sym typeface="Outfit"/>
              </a:rPr>
              <a:t>Section Title</a:t>
            </a:r>
          </a:p>
        </p:txBody>
      </p:sp>
      <p:sp>
        <p:nvSpPr>
          <p:cNvPr id="11" name="TextBox 11">
            <a:extLst>
              <a:ext uri="{FF2B5EF4-FFF2-40B4-BE49-F238E27FC236}">
                <a16:creationId xmlns:a16="http://schemas.microsoft.com/office/drawing/2014/main" id="{DF0ED63E-3EBF-47DB-E13D-B0612188DE02}"/>
              </a:ext>
            </a:extLst>
          </p:cNvPr>
          <p:cNvSpPr txBox="1"/>
          <p:nvPr/>
        </p:nvSpPr>
        <p:spPr>
          <a:xfrm>
            <a:off x="1028700" y="1417288"/>
            <a:ext cx="1714500" cy="863600"/>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Table</a:t>
            </a:r>
          </a:p>
        </p:txBody>
      </p:sp>
      <p:sp>
        <p:nvSpPr>
          <p:cNvPr id="76" name="TextBox 76">
            <a:extLst>
              <a:ext uri="{FF2B5EF4-FFF2-40B4-BE49-F238E27FC236}">
                <a16:creationId xmlns:a16="http://schemas.microsoft.com/office/drawing/2014/main" id="{06A20AEA-87DC-D43F-4E67-DF92A4F9BC3D}"/>
              </a:ext>
            </a:extLst>
          </p:cNvPr>
          <p:cNvSpPr txBox="1"/>
          <p:nvPr/>
        </p:nvSpPr>
        <p:spPr>
          <a:xfrm>
            <a:off x="1028700" y="2366613"/>
            <a:ext cx="3036813" cy="721171"/>
          </a:xfrm>
          <a:prstGeom prst="rect">
            <a:avLst/>
          </a:prstGeom>
        </p:spPr>
        <p:txBody>
          <a:bodyPr lIns="0" tIns="0" rIns="0" bIns="0" rtlCol="0" anchor="t">
            <a:spAutoFit/>
          </a:bodyPr>
          <a:lstStyle/>
          <a:p>
            <a:pPr marL="0" lvl="0" indent="0" algn="l">
              <a:lnSpc>
                <a:spcPts val="2904"/>
              </a:lnSpc>
              <a:spcBef>
                <a:spcPct val="0"/>
              </a:spcBef>
            </a:pPr>
            <a:r>
              <a:rPr lang="en-US" sz="1936" dirty="0">
                <a:solidFill>
                  <a:srgbClr val="000000"/>
                </a:solidFill>
                <a:latin typeface="Outfit"/>
                <a:ea typeface="Outfit"/>
                <a:cs typeface="Outfit"/>
                <a:sym typeface="Outfit"/>
              </a:rPr>
              <a:t>Lorem ipsum dolor sit </a:t>
            </a:r>
            <a:r>
              <a:rPr lang="en-US" sz="1936" dirty="0" err="1">
                <a:solidFill>
                  <a:srgbClr val="000000"/>
                </a:solidFill>
                <a:latin typeface="Outfit"/>
                <a:ea typeface="Outfit"/>
                <a:cs typeface="Outfit"/>
                <a:sym typeface="Outfit"/>
              </a:rPr>
              <a:t>amet</a:t>
            </a:r>
            <a:r>
              <a:rPr lang="en-US" sz="1936" dirty="0">
                <a:solidFill>
                  <a:srgbClr val="000000"/>
                </a:solidFill>
                <a:latin typeface="Outfit"/>
                <a:ea typeface="Outfit"/>
                <a:cs typeface="Outfit"/>
                <a:sym typeface="Outfit"/>
              </a:rPr>
              <a:t>.</a:t>
            </a:r>
          </a:p>
        </p:txBody>
      </p:sp>
      <p:graphicFrame>
        <p:nvGraphicFramePr>
          <p:cNvPr id="77" name="Table 13">
            <a:extLst>
              <a:ext uri="{FF2B5EF4-FFF2-40B4-BE49-F238E27FC236}">
                <a16:creationId xmlns:a16="http://schemas.microsoft.com/office/drawing/2014/main" id="{A65960F1-B1C8-7EA0-DBEB-B663B1503FC8}"/>
              </a:ext>
            </a:extLst>
          </p:cNvPr>
          <p:cNvGraphicFramePr>
            <a:graphicFrameLocks/>
          </p:cNvGraphicFramePr>
          <p:nvPr>
            <p:extLst>
              <p:ext uri="{D42A27DB-BD31-4B8C-83A1-F6EECF244321}">
                <p14:modId xmlns:p14="http://schemas.microsoft.com/office/powerpoint/2010/main" val="4222982164"/>
              </p:ext>
            </p:extLst>
          </p:nvPr>
        </p:nvGraphicFramePr>
        <p:xfrm>
          <a:off x="1800552" y="3087784"/>
          <a:ext cx="14687550" cy="5808656"/>
        </p:xfrm>
        <a:graphic>
          <a:graphicData uri="http://schemas.openxmlformats.org/drawingml/2006/table">
            <a:tbl>
              <a:tblPr firstRow="1" bandRow="1">
                <a:tableStyleId>{5C22544A-7EE6-4342-B048-85BDC9FD1C3A}</a:tableStyleId>
              </a:tblPr>
              <a:tblGrid>
                <a:gridCol w="2937510">
                  <a:extLst>
                    <a:ext uri="{9D8B030D-6E8A-4147-A177-3AD203B41FA5}">
                      <a16:colId xmlns:a16="http://schemas.microsoft.com/office/drawing/2014/main" val="1966832001"/>
                    </a:ext>
                  </a:extLst>
                </a:gridCol>
                <a:gridCol w="2937510">
                  <a:extLst>
                    <a:ext uri="{9D8B030D-6E8A-4147-A177-3AD203B41FA5}">
                      <a16:colId xmlns:a16="http://schemas.microsoft.com/office/drawing/2014/main" val="3540949815"/>
                    </a:ext>
                  </a:extLst>
                </a:gridCol>
                <a:gridCol w="2937510">
                  <a:extLst>
                    <a:ext uri="{9D8B030D-6E8A-4147-A177-3AD203B41FA5}">
                      <a16:colId xmlns:a16="http://schemas.microsoft.com/office/drawing/2014/main" val="3369825937"/>
                    </a:ext>
                  </a:extLst>
                </a:gridCol>
                <a:gridCol w="2937510">
                  <a:extLst>
                    <a:ext uri="{9D8B030D-6E8A-4147-A177-3AD203B41FA5}">
                      <a16:colId xmlns:a16="http://schemas.microsoft.com/office/drawing/2014/main" val="2650077375"/>
                    </a:ext>
                  </a:extLst>
                </a:gridCol>
                <a:gridCol w="2937510">
                  <a:extLst>
                    <a:ext uri="{9D8B030D-6E8A-4147-A177-3AD203B41FA5}">
                      <a16:colId xmlns:a16="http://schemas.microsoft.com/office/drawing/2014/main" val="1785039167"/>
                    </a:ext>
                  </a:extLst>
                </a:gridCol>
              </a:tblGrid>
              <a:tr h="8298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1" i="0" u="none" strike="noStrike" kern="1200" cap="none" spc="0" normalizeH="0" baseline="0" noProof="0" dirty="0">
                          <a:ln>
                            <a:noFill/>
                          </a:ln>
                          <a:solidFill>
                            <a:schemeClr val="tx1"/>
                          </a:solidFill>
                          <a:effectLst/>
                          <a:uLnTx/>
                          <a:uFillTx/>
                          <a:latin typeface="Outfit" panose="020B0604020202020204" charset="0"/>
                          <a:ea typeface="+mn-ea"/>
                          <a:cs typeface="+mn-cs"/>
                        </a:rPr>
                        <a:t>Header </a:t>
                      </a:r>
                      <a:endParaRPr kumimoji="0" lang="en-US" sz="2000" b="1" i="0" u="none" strike="noStrike" kern="1200" cap="none" spc="0" normalizeH="0" baseline="0" noProof="0" dirty="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1" i="0" u="none" strike="noStrike" kern="1200" cap="none" spc="0" normalizeH="0" baseline="0" noProof="0">
                          <a:ln>
                            <a:noFill/>
                          </a:ln>
                          <a:solidFill>
                            <a:srgbClr val="202020"/>
                          </a:solidFill>
                          <a:effectLst/>
                          <a:uLnTx/>
                          <a:uFillTx/>
                          <a:latin typeface="Outfit" panose="020B0604020202020204" charset="0"/>
                          <a:ea typeface="+mn-ea"/>
                          <a:cs typeface="+mn-cs"/>
                        </a:rPr>
                        <a:t>Header</a:t>
                      </a:r>
                      <a:endParaRPr kumimoji="0" lang="en-US" sz="2000" b="1"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1" i="0" u="none" strike="noStrike" kern="1200" cap="none" spc="0" normalizeH="0" baseline="0" noProof="0">
                          <a:ln>
                            <a:noFill/>
                          </a:ln>
                          <a:solidFill>
                            <a:srgbClr val="202020"/>
                          </a:solidFill>
                          <a:effectLst/>
                          <a:uLnTx/>
                          <a:uFillTx/>
                          <a:latin typeface="Outfit" panose="020B0604020202020204" charset="0"/>
                          <a:ea typeface="+mn-ea"/>
                          <a:cs typeface="+mn-cs"/>
                        </a:rPr>
                        <a:t>Header</a:t>
                      </a:r>
                      <a:endParaRPr kumimoji="0" lang="en-US" sz="2000" b="1"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1" i="0" u="none" strike="noStrike" kern="1200" cap="none" spc="0" normalizeH="0" baseline="0" noProof="0" dirty="0">
                          <a:ln>
                            <a:noFill/>
                          </a:ln>
                          <a:solidFill>
                            <a:srgbClr val="202020"/>
                          </a:solidFill>
                          <a:effectLst/>
                          <a:uLnTx/>
                          <a:uFillTx/>
                          <a:latin typeface="Outfit" panose="020B0604020202020204" charset="0"/>
                          <a:ea typeface="+mn-ea"/>
                          <a:cs typeface="+mn-cs"/>
                        </a:rPr>
                        <a:t>Header</a:t>
                      </a:r>
                      <a:endParaRPr kumimoji="0" lang="en-US" sz="2000" b="1" i="0" u="none" strike="noStrike" kern="1200" cap="none" spc="0" normalizeH="0" baseline="0" noProof="0" dirty="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1" i="0" u="none" strike="noStrike" kern="1200" cap="none" spc="0" normalizeH="0" baseline="0" noProof="0" dirty="0">
                          <a:ln>
                            <a:noFill/>
                          </a:ln>
                          <a:solidFill>
                            <a:srgbClr val="202020"/>
                          </a:solidFill>
                          <a:effectLst/>
                          <a:uLnTx/>
                          <a:uFillTx/>
                          <a:latin typeface="Outfit" panose="020B0604020202020204" charset="0"/>
                          <a:ea typeface="+mn-ea"/>
                          <a:cs typeface="+mn-cs"/>
                        </a:rPr>
                        <a:t>Header</a:t>
                      </a:r>
                      <a:endParaRPr kumimoji="0" lang="en-US" sz="2000" b="1" i="0" u="none" strike="noStrike" kern="1200" cap="none" spc="0" normalizeH="0" baseline="0" noProof="0" dirty="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5372436"/>
                  </a:ext>
                </a:extLst>
              </a:tr>
              <a:tr h="829808">
                <a:tc>
                  <a:txBody>
                    <a:bodyPr/>
                    <a:lstStyle/>
                    <a:p>
                      <a:r>
                        <a:rPr lang="pl-PL" sz="2000" dirty="0">
                          <a:solidFill>
                            <a:schemeClr val="tx1"/>
                          </a:solidFill>
                          <a:latin typeface="Outfit" panose="020B0604020202020204" charset="0"/>
                        </a:rPr>
                        <a:t>Text</a:t>
                      </a:r>
                      <a:endParaRPr lang="en-US" sz="2000" dirty="0">
                        <a:solidFill>
                          <a:schemeClr val="tx1"/>
                        </a:solidFill>
                        <a:latin typeface="Outfit" panose="020B0604020202020204" charset="0"/>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dirty="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dirty="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dirty="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dirty="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0808767"/>
                  </a:ext>
                </a:extLst>
              </a:tr>
              <a:tr h="8298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0008310"/>
                  </a:ext>
                </a:extLst>
              </a:tr>
              <a:tr h="8298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9397579"/>
                  </a:ext>
                </a:extLst>
              </a:tr>
              <a:tr h="8298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980659"/>
                  </a:ext>
                </a:extLst>
              </a:tr>
              <a:tr h="8298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4138922"/>
                  </a:ext>
                </a:extLst>
              </a:tr>
              <a:tr h="8298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dirty="0">
                          <a:ln>
                            <a:noFill/>
                          </a:ln>
                          <a:solidFill>
                            <a:schemeClr val="tx1"/>
                          </a:solidFill>
                          <a:effectLst/>
                          <a:uLnTx/>
                          <a:uFillTx/>
                          <a:latin typeface="Outfit" panose="020B0604020202020204" charset="0"/>
                          <a:ea typeface="+mn-ea"/>
                          <a:cs typeface="+mn-cs"/>
                        </a:rPr>
                        <a:t>Text</a:t>
                      </a:r>
                      <a:endParaRPr kumimoji="0" lang="en-US" sz="2000" b="0" i="0" u="none" strike="noStrike" kern="1200" cap="none" spc="0" normalizeH="0" baseline="0" noProof="0" dirty="0">
                        <a:ln>
                          <a:noFill/>
                        </a:ln>
                        <a:solidFill>
                          <a:schemeClr val="tx1"/>
                        </a:solidFill>
                        <a:effectLst/>
                        <a:uLnTx/>
                        <a:uFillTx/>
                        <a:latin typeface="Outfit" panose="020B0604020202020204" charset="0"/>
                        <a:ea typeface="+mn-ea"/>
                        <a:cs typeface="+mn-cs"/>
                      </a:endParaRPr>
                    </a:p>
                  </a:txBody>
                  <a:tcPr marL="0" marR="0" marT="0" marB="0" anchor="ctr">
                    <a:lnL w="12700" cmpd="sng">
                      <a:noFill/>
                    </a:lnL>
                    <a:lnR w="12700" cmpd="sng">
                      <a:noFill/>
                    </a:lnR>
                    <a:lnT w="6350" cap="flat" cmpd="sng" algn="ctr">
                      <a:solidFill>
                        <a:schemeClr val="accent6">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851937"/>
                  </a:ext>
                </a:extLst>
              </a:tr>
            </a:tbl>
          </a:graphicData>
        </a:graphic>
      </p:graphicFrame>
    </p:spTree>
    <p:extLst>
      <p:ext uri="{BB962C8B-B14F-4D97-AF65-F5344CB8AC3E}">
        <p14:creationId xmlns:p14="http://schemas.microsoft.com/office/powerpoint/2010/main" val="142857320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028700" y="1028700"/>
            <a:ext cx="2244349" cy="1629958"/>
          </a:xfrm>
          <a:custGeom>
            <a:avLst/>
            <a:gdLst/>
            <a:ahLst/>
            <a:cxnLst/>
            <a:rect l="l" t="t" r="r" b="b"/>
            <a:pathLst>
              <a:path w="2244349" h="1629958">
                <a:moveTo>
                  <a:pt x="0" y="0"/>
                </a:moveTo>
                <a:lnTo>
                  <a:pt x="2244349" y="0"/>
                </a:lnTo>
                <a:lnTo>
                  <a:pt x="2244349" y="1629958"/>
                </a:lnTo>
                <a:lnTo>
                  <a:pt x="0" y="162995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3" name="TextBox 3"/>
          <p:cNvSpPr txBox="1"/>
          <p:nvPr/>
        </p:nvSpPr>
        <p:spPr>
          <a:xfrm>
            <a:off x="1028700" y="4322560"/>
            <a:ext cx="13597623" cy="1835150"/>
          </a:xfrm>
          <a:prstGeom prst="rect">
            <a:avLst/>
          </a:prstGeom>
        </p:spPr>
        <p:txBody>
          <a:bodyPr lIns="0" tIns="0" rIns="0" bIns="0" rtlCol="0" anchor="t">
            <a:spAutoFit/>
          </a:bodyPr>
          <a:lstStyle/>
          <a:p>
            <a:pPr algn="l">
              <a:lnSpc>
                <a:spcPts val="7150"/>
              </a:lnSpc>
            </a:pPr>
            <a:r>
              <a:rPr lang="en-US" sz="6500" b="1" dirty="0">
                <a:solidFill>
                  <a:schemeClr val="bg1"/>
                </a:solidFill>
                <a:latin typeface="Lexend Deca" panose="020B0604020202020204" charset="0"/>
                <a:ea typeface="Atkinson Hyperlegible Bold"/>
                <a:cs typeface="Lexend Deca" panose="020B0604020202020204" charset="0"/>
                <a:sym typeface="Atkinson Hyperlegible Bold"/>
              </a:rPr>
              <a:t>Do things at your own pace. </a:t>
            </a:r>
          </a:p>
          <a:p>
            <a:pPr algn="l">
              <a:lnSpc>
                <a:spcPts val="7150"/>
              </a:lnSpc>
            </a:pPr>
            <a:r>
              <a:rPr lang="en-US" sz="6500" b="1" dirty="0">
                <a:solidFill>
                  <a:schemeClr val="bg1"/>
                </a:solidFill>
                <a:latin typeface="Lexend Deca" panose="020B0604020202020204" charset="0"/>
                <a:ea typeface="Atkinson Hyperlegible Bold"/>
                <a:cs typeface="Lexend Deca" panose="020B0604020202020204" charset="0"/>
                <a:sym typeface="Atkinson Hyperlegible Bold"/>
              </a:rPr>
              <a:t>Life's not a race.</a:t>
            </a:r>
          </a:p>
        </p:txBody>
      </p:sp>
      <p:sp>
        <p:nvSpPr>
          <p:cNvPr id="4" name="TextBox 4"/>
          <p:cNvSpPr txBox="1"/>
          <p:nvPr/>
        </p:nvSpPr>
        <p:spPr>
          <a:xfrm>
            <a:off x="1028700" y="8787765"/>
            <a:ext cx="3310286" cy="470535"/>
          </a:xfrm>
          <a:prstGeom prst="rect">
            <a:avLst/>
          </a:prstGeom>
        </p:spPr>
        <p:txBody>
          <a:bodyPr lIns="0" tIns="0" rIns="0" bIns="0" rtlCol="0" anchor="t">
            <a:spAutoFit/>
          </a:bodyPr>
          <a:lstStyle/>
          <a:p>
            <a:pPr algn="l">
              <a:lnSpc>
                <a:spcPts val="3630"/>
              </a:lnSpc>
            </a:pPr>
            <a:r>
              <a:rPr lang="en-US" sz="3300" b="1" spc="99" dirty="0">
                <a:solidFill>
                  <a:srgbClr val="FFFFFF"/>
                </a:solidFill>
                <a:latin typeface="Lexend Deca" panose="020B0604020202020204" charset="0"/>
                <a:ea typeface="Atkinson Hyperlegible Bold"/>
                <a:cs typeface="Lexend Deca" panose="020B0604020202020204" charset="0"/>
                <a:sym typeface="Atkinson Hyperlegible Bold"/>
              </a:rPr>
              <a:t>- Shawn Garcia</a:t>
            </a:r>
          </a:p>
        </p:txBody>
      </p:sp>
      <p:grpSp>
        <p:nvGrpSpPr>
          <p:cNvPr id="5" name="Group 5"/>
          <p:cNvGrpSpPr>
            <a:grpSpLocks noChangeAspect="1"/>
          </p:cNvGrpSpPr>
          <p:nvPr/>
        </p:nvGrpSpPr>
        <p:grpSpPr>
          <a:xfrm>
            <a:off x="16331765" y="473688"/>
            <a:ext cx="927535" cy="555012"/>
            <a:chOff x="0" y="0"/>
            <a:chExt cx="1855064" cy="1110031"/>
          </a:xfrm>
        </p:grpSpPr>
        <p:sp>
          <p:nvSpPr>
            <p:cNvPr id="6" name="Freeform 6"/>
            <p:cNvSpPr/>
            <p:nvPr/>
          </p:nvSpPr>
          <p:spPr>
            <a:xfrm>
              <a:off x="63500" y="74168"/>
              <a:ext cx="498348" cy="727329"/>
            </a:xfrm>
            <a:custGeom>
              <a:avLst/>
              <a:gdLst/>
              <a:ahLst/>
              <a:cxnLst/>
              <a:rect l="l" t="t" r="r" b="b"/>
              <a:pathLst>
                <a:path w="498348" h="727329">
                  <a:moveTo>
                    <a:pt x="271526" y="0"/>
                  </a:moveTo>
                  <a:lnTo>
                    <a:pt x="498348" y="0"/>
                  </a:lnTo>
                  <a:lnTo>
                    <a:pt x="213995" y="363601"/>
                  </a:lnTo>
                  <a:lnTo>
                    <a:pt x="498348" y="727329"/>
                  </a:lnTo>
                  <a:lnTo>
                    <a:pt x="271526" y="727329"/>
                  </a:lnTo>
                  <a:lnTo>
                    <a:pt x="0" y="363601"/>
                  </a:lnTo>
                  <a:close/>
                </a:path>
              </a:pathLst>
            </a:custGeom>
            <a:solidFill>
              <a:srgbClr val="FA7040"/>
            </a:solidFill>
          </p:spPr>
          <p:txBody>
            <a:bodyPr/>
            <a:lstStyle/>
            <a:p>
              <a:endParaRPr lang="en-US"/>
            </a:p>
          </p:txBody>
        </p:sp>
        <p:sp>
          <p:nvSpPr>
            <p:cNvPr id="7" name="Freeform 7"/>
            <p:cNvSpPr/>
            <p:nvPr/>
          </p:nvSpPr>
          <p:spPr>
            <a:xfrm>
              <a:off x="1293241" y="74168"/>
              <a:ext cx="498348" cy="727329"/>
            </a:xfrm>
            <a:custGeom>
              <a:avLst/>
              <a:gdLst/>
              <a:ahLst/>
              <a:cxnLst/>
              <a:rect l="l" t="t" r="r" b="b"/>
              <a:pathLst>
                <a:path w="498348" h="727329">
                  <a:moveTo>
                    <a:pt x="226822" y="0"/>
                  </a:moveTo>
                  <a:lnTo>
                    <a:pt x="0" y="0"/>
                  </a:lnTo>
                  <a:lnTo>
                    <a:pt x="284353" y="363601"/>
                  </a:lnTo>
                  <a:lnTo>
                    <a:pt x="0" y="727329"/>
                  </a:lnTo>
                  <a:lnTo>
                    <a:pt x="226822" y="727329"/>
                  </a:lnTo>
                  <a:lnTo>
                    <a:pt x="498348" y="363601"/>
                  </a:lnTo>
                  <a:close/>
                </a:path>
              </a:pathLst>
            </a:custGeom>
            <a:solidFill>
              <a:srgbClr val="FA7040"/>
            </a:solidFill>
          </p:spPr>
          <p:txBody>
            <a:bodyPr/>
            <a:lstStyle/>
            <a:p>
              <a:endParaRPr lang="en-US"/>
            </a:p>
          </p:txBody>
        </p:sp>
        <p:sp>
          <p:nvSpPr>
            <p:cNvPr id="8" name="Freeform 8"/>
            <p:cNvSpPr/>
            <p:nvPr/>
          </p:nvSpPr>
          <p:spPr>
            <a:xfrm>
              <a:off x="611505" y="63500"/>
              <a:ext cx="729107" cy="982980"/>
            </a:xfrm>
            <a:custGeom>
              <a:avLst/>
              <a:gdLst/>
              <a:ahLst/>
              <a:cxnLst/>
              <a:rect l="l" t="t" r="r" b="b"/>
              <a:pathLst>
                <a:path w="729107" h="982980">
                  <a:moveTo>
                    <a:pt x="563499" y="49657"/>
                  </a:moveTo>
                  <a:cubicBezTo>
                    <a:pt x="512191" y="16510"/>
                    <a:pt x="454152" y="0"/>
                    <a:pt x="389255" y="0"/>
                  </a:cubicBezTo>
                  <a:cubicBezTo>
                    <a:pt x="338963" y="0"/>
                    <a:pt x="293624" y="11049"/>
                    <a:pt x="253492" y="33147"/>
                  </a:cubicBezTo>
                  <a:cubicBezTo>
                    <a:pt x="229743" y="46228"/>
                    <a:pt x="208661" y="62103"/>
                    <a:pt x="190373" y="80645"/>
                  </a:cubicBezTo>
                  <a:lnTo>
                    <a:pt x="190373" y="10668"/>
                  </a:lnTo>
                  <a:lnTo>
                    <a:pt x="0" y="10668"/>
                  </a:lnTo>
                  <a:lnTo>
                    <a:pt x="0" y="982980"/>
                  </a:lnTo>
                  <a:lnTo>
                    <a:pt x="188849" y="982980"/>
                  </a:lnTo>
                  <a:lnTo>
                    <a:pt x="188849" y="678053"/>
                  </a:lnTo>
                  <a:cubicBezTo>
                    <a:pt x="207264" y="696468"/>
                    <a:pt x="228473" y="712089"/>
                    <a:pt x="252730" y="725043"/>
                  </a:cubicBezTo>
                  <a:cubicBezTo>
                    <a:pt x="293370" y="746633"/>
                    <a:pt x="338963" y="757428"/>
                    <a:pt x="389255" y="757428"/>
                  </a:cubicBezTo>
                  <a:cubicBezTo>
                    <a:pt x="454152" y="757428"/>
                    <a:pt x="512191" y="740791"/>
                    <a:pt x="563499" y="707771"/>
                  </a:cubicBezTo>
                  <a:cubicBezTo>
                    <a:pt x="614807" y="674751"/>
                    <a:pt x="655193" y="629412"/>
                    <a:pt x="684784" y="572262"/>
                  </a:cubicBezTo>
                  <a:cubicBezTo>
                    <a:pt x="714375" y="515112"/>
                    <a:pt x="729107" y="450850"/>
                    <a:pt x="729107" y="379476"/>
                  </a:cubicBezTo>
                  <a:cubicBezTo>
                    <a:pt x="729107" y="307213"/>
                    <a:pt x="714375" y="242443"/>
                    <a:pt x="684784" y="185166"/>
                  </a:cubicBezTo>
                  <a:cubicBezTo>
                    <a:pt x="655193" y="127889"/>
                    <a:pt x="614807" y="82804"/>
                    <a:pt x="563499" y="49657"/>
                  </a:cubicBezTo>
                  <a:moveTo>
                    <a:pt x="511937" y="481076"/>
                  </a:moveTo>
                  <a:cubicBezTo>
                    <a:pt x="496951" y="510667"/>
                    <a:pt x="475869" y="533781"/>
                    <a:pt x="448818" y="550291"/>
                  </a:cubicBezTo>
                  <a:cubicBezTo>
                    <a:pt x="421767" y="566801"/>
                    <a:pt x="390779" y="575183"/>
                    <a:pt x="355854" y="575183"/>
                  </a:cubicBezTo>
                  <a:cubicBezTo>
                    <a:pt x="320929" y="575183"/>
                    <a:pt x="290195" y="566928"/>
                    <a:pt x="263652" y="550291"/>
                  </a:cubicBezTo>
                  <a:cubicBezTo>
                    <a:pt x="237109" y="533654"/>
                    <a:pt x="216281" y="510667"/>
                    <a:pt x="201168" y="481076"/>
                  </a:cubicBezTo>
                  <a:cubicBezTo>
                    <a:pt x="186055" y="451485"/>
                    <a:pt x="178689" y="417068"/>
                    <a:pt x="178689" y="377952"/>
                  </a:cubicBezTo>
                  <a:cubicBezTo>
                    <a:pt x="178689" y="339852"/>
                    <a:pt x="186182" y="305943"/>
                    <a:pt x="201168" y="276352"/>
                  </a:cubicBezTo>
                  <a:cubicBezTo>
                    <a:pt x="216154" y="246761"/>
                    <a:pt x="237236" y="223647"/>
                    <a:pt x="264287" y="207137"/>
                  </a:cubicBezTo>
                  <a:cubicBezTo>
                    <a:pt x="291338" y="190627"/>
                    <a:pt x="321945" y="182245"/>
                    <a:pt x="355727" y="182245"/>
                  </a:cubicBezTo>
                  <a:cubicBezTo>
                    <a:pt x="390525" y="182245"/>
                    <a:pt x="421513" y="190500"/>
                    <a:pt x="448691" y="207137"/>
                  </a:cubicBezTo>
                  <a:cubicBezTo>
                    <a:pt x="475869" y="223774"/>
                    <a:pt x="496824" y="246761"/>
                    <a:pt x="511810" y="276352"/>
                  </a:cubicBezTo>
                  <a:cubicBezTo>
                    <a:pt x="526796" y="305943"/>
                    <a:pt x="534289" y="339852"/>
                    <a:pt x="534289" y="377952"/>
                  </a:cubicBezTo>
                  <a:cubicBezTo>
                    <a:pt x="534289" y="417068"/>
                    <a:pt x="526796" y="451485"/>
                    <a:pt x="511810" y="481076"/>
                  </a:cubicBezTo>
                </a:path>
              </a:pathLst>
            </a:custGeom>
            <a:solidFill>
              <a:srgbClr val="FA7040"/>
            </a:solidFill>
          </p:spPr>
          <p:txBody>
            <a:bodyPr/>
            <a:lstStyle/>
            <a:p>
              <a:endParaRPr lang="en-US"/>
            </a:p>
          </p:txBody>
        </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26EB2C-72B4-2376-B415-1DBB54E4B58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150BFE9-031E-CA36-023B-637B07AE69B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5917" r="-20140" b="-14557"/>
            </a:stretch>
          </a:blipFill>
        </p:spPr>
        <p:txBody>
          <a:bodyPr/>
          <a:lstStyle/>
          <a:p>
            <a:endParaRPr lang="en-US"/>
          </a:p>
        </p:txBody>
      </p:sp>
      <p:sp>
        <p:nvSpPr>
          <p:cNvPr id="3" name="TextBox 3">
            <a:extLst>
              <a:ext uri="{FF2B5EF4-FFF2-40B4-BE49-F238E27FC236}">
                <a16:creationId xmlns:a16="http://schemas.microsoft.com/office/drawing/2014/main" id="{EC7B70BD-A3C3-8A62-3110-7C1BE7A32E3C}"/>
              </a:ext>
            </a:extLst>
          </p:cNvPr>
          <p:cNvSpPr txBox="1"/>
          <p:nvPr/>
        </p:nvSpPr>
        <p:spPr>
          <a:xfrm>
            <a:off x="1028701" y="4479925"/>
            <a:ext cx="4229099" cy="1193800"/>
          </a:xfrm>
          <a:prstGeom prst="rect">
            <a:avLst/>
          </a:prstGeom>
        </p:spPr>
        <p:txBody>
          <a:bodyPr wrap="square" lIns="0" tIns="0" rIns="0" bIns="0" rtlCol="0" anchor="t">
            <a:spAutoFit/>
          </a:bodyPr>
          <a:lstStyle/>
          <a:p>
            <a:pPr algn="ctr">
              <a:lnSpc>
                <a:spcPts val="9799"/>
              </a:lnSpc>
            </a:pPr>
            <a:r>
              <a:rPr lang="en-US" sz="6999" dirty="0">
                <a:solidFill>
                  <a:srgbClr val="FFFFFF"/>
                </a:solidFill>
                <a:latin typeface="Outfit"/>
                <a:ea typeface="Outfit"/>
                <a:cs typeface="Outfit"/>
                <a:sym typeface="Outfit"/>
              </a:rPr>
              <a:t>Thank You</a:t>
            </a:r>
          </a:p>
        </p:txBody>
      </p:sp>
      <p:sp>
        <p:nvSpPr>
          <p:cNvPr id="5" name="AutoShape 5">
            <a:extLst>
              <a:ext uri="{FF2B5EF4-FFF2-40B4-BE49-F238E27FC236}">
                <a16:creationId xmlns:a16="http://schemas.microsoft.com/office/drawing/2014/main" id="{F6230806-A285-7401-5018-2F5698374104}"/>
              </a:ext>
            </a:extLst>
          </p:cNvPr>
          <p:cNvSpPr/>
          <p:nvPr/>
        </p:nvSpPr>
        <p:spPr>
          <a:xfrm>
            <a:off x="1028700" y="4271210"/>
            <a:ext cx="11361420" cy="0"/>
          </a:xfrm>
          <a:prstGeom prst="line">
            <a:avLst/>
          </a:prstGeom>
          <a:ln w="38100" cap="flat">
            <a:solidFill>
              <a:srgbClr val="FFFFFF"/>
            </a:solidFill>
            <a:prstDash val="solid"/>
            <a:headEnd type="none" w="sm" len="sm"/>
            <a:tailEnd type="none" w="sm" len="sm"/>
          </a:ln>
        </p:spPr>
        <p:txBody>
          <a:bodyPr/>
          <a:lstStyle/>
          <a:p>
            <a:endParaRPr lang="en-US"/>
          </a:p>
        </p:txBody>
      </p:sp>
      <p:sp>
        <p:nvSpPr>
          <p:cNvPr id="6" name="Freeform 6">
            <a:extLst>
              <a:ext uri="{FF2B5EF4-FFF2-40B4-BE49-F238E27FC236}">
                <a16:creationId xmlns:a16="http://schemas.microsoft.com/office/drawing/2014/main" id="{3FED85B6-C546-8002-E2CC-108F72D2DE81}"/>
              </a:ext>
            </a:extLst>
          </p:cNvPr>
          <p:cNvSpPr/>
          <p:nvPr/>
        </p:nvSpPr>
        <p:spPr>
          <a:xfrm>
            <a:off x="15224028" y="312480"/>
            <a:ext cx="2035272" cy="716220"/>
          </a:xfrm>
          <a:custGeom>
            <a:avLst/>
            <a:gdLst/>
            <a:ahLst/>
            <a:cxnLst/>
            <a:rect l="l" t="t" r="r" b="b"/>
            <a:pathLst>
              <a:path w="2035272" h="716220">
                <a:moveTo>
                  <a:pt x="0" y="0"/>
                </a:moveTo>
                <a:lnTo>
                  <a:pt x="2035272" y="0"/>
                </a:lnTo>
                <a:lnTo>
                  <a:pt x="2035272" y="716220"/>
                </a:lnTo>
                <a:lnTo>
                  <a:pt x="0" y="716220"/>
                </a:lnTo>
                <a:lnTo>
                  <a:pt x="0" y="0"/>
                </a:lnTo>
                <a:close/>
              </a:path>
            </a:pathLst>
          </a:custGeom>
          <a:blipFill>
            <a:blip>
              <a:extLst>
                <a:ext uri="{96DAC541-7B7A-43D3-8B79-37D633B846F1}">
                  <asvg:svgBlip xmlns:asvg="http://schemas.microsoft.com/office/drawing/2016/SVG/main" r:embed="rId3"/>
                </a:ext>
              </a:extLst>
            </a:blip>
            <a:stretch>
              <a:fillRect l="-29718" t="-66107" r="-27809" b="-85571"/>
            </a:stretch>
          </a:blipFill>
        </p:spPr>
        <p:txBody>
          <a:bodyPr/>
          <a:lstStyle/>
          <a:p>
            <a:endParaRPr lang="en-US"/>
          </a:p>
        </p:txBody>
      </p:sp>
    </p:spTree>
    <p:extLst>
      <p:ext uri="{BB962C8B-B14F-4D97-AF65-F5344CB8AC3E}">
        <p14:creationId xmlns:p14="http://schemas.microsoft.com/office/powerpoint/2010/main" val="93565128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8282908" y="1724723"/>
            <a:ext cx="1163180" cy="1271867"/>
          </a:xfrm>
          <a:custGeom>
            <a:avLst/>
            <a:gdLst/>
            <a:ahLst/>
            <a:cxnLst/>
            <a:rect l="l" t="t" r="r" b="b"/>
            <a:pathLst>
              <a:path w="1163180" h="1271867">
                <a:moveTo>
                  <a:pt x="0" y="0"/>
                </a:moveTo>
                <a:lnTo>
                  <a:pt x="1163180" y="0"/>
                </a:lnTo>
                <a:lnTo>
                  <a:pt x="1163180" y="1271867"/>
                </a:lnTo>
                <a:lnTo>
                  <a:pt x="0" y="127186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2310964" y="1724723"/>
            <a:ext cx="807057" cy="1271867"/>
          </a:xfrm>
          <a:custGeom>
            <a:avLst/>
            <a:gdLst/>
            <a:ahLst/>
            <a:cxnLst/>
            <a:rect l="l" t="t" r="r" b="b"/>
            <a:pathLst>
              <a:path w="807057" h="1271867">
                <a:moveTo>
                  <a:pt x="0" y="0"/>
                </a:moveTo>
                <a:lnTo>
                  <a:pt x="807057" y="0"/>
                </a:lnTo>
                <a:lnTo>
                  <a:pt x="807057" y="1271867"/>
                </a:lnTo>
                <a:lnTo>
                  <a:pt x="0" y="127186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4025665" y="1724723"/>
            <a:ext cx="917120" cy="1128447"/>
          </a:xfrm>
          <a:custGeom>
            <a:avLst/>
            <a:gdLst/>
            <a:ahLst/>
            <a:cxnLst/>
            <a:rect l="l" t="t" r="r" b="b"/>
            <a:pathLst>
              <a:path w="917120" h="1128447">
                <a:moveTo>
                  <a:pt x="0" y="0"/>
                </a:moveTo>
                <a:lnTo>
                  <a:pt x="917120" y="0"/>
                </a:lnTo>
                <a:lnTo>
                  <a:pt x="917120" y="1128448"/>
                </a:lnTo>
                <a:lnTo>
                  <a:pt x="0" y="11284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5938180" y="1724723"/>
            <a:ext cx="794017" cy="1128447"/>
          </a:xfrm>
          <a:custGeom>
            <a:avLst/>
            <a:gdLst/>
            <a:ahLst/>
            <a:cxnLst/>
            <a:rect l="l" t="t" r="r" b="b"/>
            <a:pathLst>
              <a:path w="794017" h="1128447">
                <a:moveTo>
                  <a:pt x="0" y="0"/>
                </a:moveTo>
                <a:lnTo>
                  <a:pt x="794017" y="0"/>
                </a:lnTo>
                <a:lnTo>
                  <a:pt x="794017" y="1128448"/>
                </a:lnTo>
                <a:lnTo>
                  <a:pt x="0" y="112844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5792952" y="3838977"/>
            <a:ext cx="1084473" cy="940534"/>
          </a:xfrm>
          <a:custGeom>
            <a:avLst/>
            <a:gdLst/>
            <a:ahLst/>
            <a:cxnLst/>
            <a:rect l="l" t="t" r="r" b="b"/>
            <a:pathLst>
              <a:path w="1084473" h="940534">
                <a:moveTo>
                  <a:pt x="0" y="0"/>
                </a:moveTo>
                <a:lnTo>
                  <a:pt x="1084473" y="0"/>
                </a:lnTo>
                <a:lnTo>
                  <a:pt x="1084473" y="940534"/>
                </a:lnTo>
                <a:lnTo>
                  <a:pt x="0" y="94053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10300443" y="3838977"/>
            <a:ext cx="1042353" cy="1042353"/>
          </a:xfrm>
          <a:custGeom>
            <a:avLst/>
            <a:gdLst/>
            <a:ahLst/>
            <a:cxnLst/>
            <a:rect l="l" t="t" r="r" b="b"/>
            <a:pathLst>
              <a:path w="1042353" h="1042353">
                <a:moveTo>
                  <a:pt x="0" y="0"/>
                </a:moveTo>
                <a:lnTo>
                  <a:pt x="1042353" y="0"/>
                </a:lnTo>
                <a:lnTo>
                  <a:pt x="1042353" y="1042353"/>
                </a:lnTo>
                <a:lnTo>
                  <a:pt x="0" y="104235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12220796" y="3737158"/>
            <a:ext cx="987392" cy="1042353"/>
          </a:xfrm>
          <a:custGeom>
            <a:avLst/>
            <a:gdLst/>
            <a:ahLst/>
            <a:cxnLst/>
            <a:rect l="l" t="t" r="r" b="b"/>
            <a:pathLst>
              <a:path w="987392" h="1042353">
                <a:moveTo>
                  <a:pt x="0" y="0"/>
                </a:moveTo>
                <a:lnTo>
                  <a:pt x="987392" y="0"/>
                </a:lnTo>
                <a:lnTo>
                  <a:pt x="987392" y="1042353"/>
                </a:lnTo>
                <a:lnTo>
                  <a:pt x="0" y="104235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 name="Freeform 9"/>
          <p:cNvSpPr/>
          <p:nvPr/>
        </p:nvSpPr>
        <p:spPr>
          <a:xfrm>
            <a:off x="10292110" y="5844789"/>
            <a:ext cx="1059018" cy="966595"/>
          </a:xfrm>
          <a:custGeom>
            <a:avLst/>
            <a:gdLst/>
            <a:ahLst/>
            <a:cxnLst/>
            <a:rect l="l" t="t" r="r" b="b"/>
            <a:pathLst>
              <a:path w="1059018" h="966595">
                <a:moveTo>
                  <a:pt x="0" y="0"/>
                </a:moveTo>
                <a:lnTo>
                  <a:pt x="1059018" y="0"/>
                </a:lnTo>
                <a:lnTo>
                  <a:pt x="1059018" y="966595"/>
                </a:lnTo>
                <a:lnTo>
                  <a:pt x="0" y="96659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 name="Freeform 10"/>
          <p:cNvSpPr/>
          <p:nvPr/>
        </p:nvSpPr>
        <p:spPr>
          <a:xfrm>
            <a:off x="8452087" y="5798119"/>
            <a:ext cx="824822" cy="1059935"/>
          </a:xfrm>
          <a:custGeom>
            <a:avLst/>
            <a:gdLst/>
            <a:ahLst/>
            <a:cxnLst/>
            <a:rect l="l" t="t" r="r" b="b"/>
            <a:pathLst>
              <a:path w="824822" h="1059935">
                <a:moveTo>
                  <a:pt x="0" y="0"/>
                </a:moveTo>
                <a:lnTo>
                  <a:pt x="824822" y="0"/>
                </a:lnTo>
                <a:lnTo>
                  <a:pt x="824822" y="1059935"/>
                </a:lnTo>
                <a:lnTo>
                  <a:pt x="0" y="105993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a:off x="14087990" y="3737158"/>
            <a:ext cx="792469" cy="975074"/>
          </a:xfrm>
          <a:custGeom>
            <a:avLst/>
            <a:gdLst/>
            <a:ahLst/>
            <a:cxnLst/>
            <a:rect l="l" t="t" r="r" b="b"/>
            <a:pathLst>
              <a:path w="792469" h="975074">
                <a:moveTo>
                  <a:pt x="0" y="0"/>
                </a:moveTo>
                <a:lnTo>
                  <a:pt x="792469" y="0"/>
                </a:lnTo>
                <a:lnTo>
                  <a:pt x="792469" y="975074"/>
                </a:lnTo>
                <a:lnTo>
                  <a:pt x="0" y="975074"/>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2" name="Freeform 12"/>
          <p:cNvSpPr/>
          <p:nvPr/>
        </p:nvSpPr>
        <p:spPr>
          <a:xfrm>
            <a:off x="8294986" y="3838977"/>
            <a:ext cx="1139024" cy="1035476"/>
          </a:xfrm>
          <a:custGeom>
            <a:avLst/>
            <a:gdLst/>
            <a:ahLst/>
            <a:cxnLst/>
            <a:rect l="l" t="t" r="r" b="b"/>
            <a:pathLst>
              <a:path w="1139024" h="1035476">
                <a:moveTo>
                  <a:pt x="0" y="0"/>
                </a:moveTo>
                <a:lnTo>
                  <a:pt x="1139024" y="0"/>
                </a:lnTo>
                <a:lnTo>
                  <a:pt x="1139024" y="1035476"/>
                </a:lnTo>
                <a:lnTo>
                  <a:pt x="0" y="1035476"/>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3" name="Freeform 13"/>
          <p:cNvSpPr/>
          <p:nvPr/>
        </p:nvSpPr>
        <p:spPr>
          <a:xfrm>
            <a:off x="10355732" y="7687203"/>
            <a:ext cx="931775" cy="847068"/>
          </a:xfrm>
          <a:custGeom>
            <a:avLst/>
            <a:gdLst/>
            <a:ahLst/>
            <a:cxnLst/>
            <a:rect l="l" t="t" r="r" b="b"/>
            <a:pathLst>
              <a:path w="931775" h="847068">
                <a:moveTo>
                  <a:pt x="0" y="0"/>
                </a:moveTo>
                <a:lnTo>
                  <a:pt x="931775" y="0"/>
                </a:lnTo>
                <a:lnTo>
                  <a:pt x="931775" y="847068"/>
                </a:lnTo>
                <a:lnTo>
                  <a:pt x="0" y="847068"/>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4" name="Freeform 14"/>
          <p:cNvSpPr/>
          <p:nvPr/>
        </p:nvSpPr>
        <p:spPr>
          <a:xfrm>
            <a:off x="12272474" y="5775908"/>
            <a:ext cx="884037" cy="847068"/>
          </a:xfrm>
          <a:custGeom>
            <a:avLst/>
            <a:gdLst/>
            <a:ahLst/>
            <a:cxnLst/>
            <a:rect l="l" t="t" r="r" b="b"/>
            <a:pathLst>
              <a:path w="884037" h="847068">
                <a:moveTo>
                  <a:pt x="0" y="0"/>
                </a:moveTo>
                <a:lnTo>
                  <a:pt x="884037" y="0"/>
                </a:lnTo>
                <a:lnTo>
                  <a:pt x="884037" y="847068"/>
                </a:lnTo>
                <a:lnTo>
                  <a:pt x="0" y="847068"/>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5" name="Freeform 15"/>
          <p:cNvSpPr/>
          <p:nvPr/>
        </p:nvSpPr>
        <p:spPr>
          <a:xfrm>
            <a:off x="15826234" y="5943114"/>
            <a:ext cx="1017909" cy="512656"/>
          </a:xfrm>
          <a:custGeom>
            <a:avLst/>
            <a:gdLst/>
            <a:ahLst/>
            <a:cxnLst/>
            <a:rect l="l" t="t" r="r" b="b"/>
            <a:pathLst>
              <a:path w="1017909" h="512656">
                <a:moveTo>
                  <a:pt x="0" y="0"/>
                </a:moveTo>
                <a:lnTo>
                  <a:pt x="1017909" y="0"/>
                </a:lnTo>
                <a:lnTo>
                  <a:pt x="1017909" y="512656"/>
                </a:lnTo>
                <a:lnTo>
                  <a:pt x="0" y="512656"/>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6" name="Freeform 16"/>
          <p:cNvSpPr/>
          <p:nvPr/>
        </p:nvSpPr>
        <p:spPr>
          <a:xfrm>
            <a:off x="13960789" y="5674095"/>
            <a:ext cx="1046872" cy="1050693"/>
          </a:xfrm>
          <a:custGeom>
            <a:avLst/>
            <a:gdLst/>
            <a:ahLst/>
            <a:cxnLst/>
            <a:rect l="l" t="t" r="r" b="b"/>
            <a:pathLst>
              <a:path w="1046872" h="1050693">
                <a:moveTo>
                  <a:pt x="0" y="0"/>
                </a:moveTo>
                <a:lnTo>
                  <a:pt x="1046872" y="0"/>
                </a:lnTo>
                <a:lnTo>
                  <a:pt x="1046872" y="1050693"/>
                </a:lnTo>
                <a:lnTo>
                  <a:pt x="0" y="1050693"/>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7" name="Freeform 17"/>
          <p:cNvSpPr/>
          <p:nvPr/>
        </p:nvSpPr>
        <p:spPr>
          <a:xfrm>
            <a:off x="8415885" y="7578977"/>
            <a:ext cx="897225" cy="1063521"/>
          </a:xfrm>
          <a:custGeom>
            <a:avLst/>
            <a:gdLst/>
            <a:ahLst/>
            <a:cxnLst/>
            <a:rect l="l" t="t" r="r" b="b"/>
            <a:pathLst>
              <a:path w="897225" h="1063521">
                <a:moveTo>
                  <a:pt x="0" y="0"/>
                </a:moveTo>
                <a:lnTo>
                  <a:pt x="897225" y="0"/>
                </a:lnTo>
                <a:lnTo>
                  <a:pt x="897225" y="1063521"/>
                </a:lnTo>
                <a:lnTo>
                  <a:pt x="0" y="1063521"/>
                </a:lnTo>
                <a:lnTo>
                  <a:pt x="0" y="0"/>
                </a:lnTo>
                <a:close/>
              </a:path>
            </a:pathLst>
          </a:custGeom>
          <a:blipFill>
            <a:blip>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8" name="Freeform 18"/>
          <p:cNvSpPr/>
          <p:nvPr/>
        </p:nvSpPr>
        <p:spPr>
          <a:xfrm>
            <a:off x="12072256" y="7847662"/>
            <a:ext cx="1284473" cy="686609"/>
          </a:xfrm>
          <a:custGeom>
            <a:avLst/>
            <a:gdLst/>
            <a:ahLst/>
            <a:cxnLst/>
            <a:rect l="l" t="t" r="r" b="b"/>
            <a:pathLst>
              <a:path w="1284473" h="686609">
                <a:moveTo>
                  <a:pt x="0" y="0"/>
                </a:moveTo>
                <a:lnTo>
                  <a:pt x="1284473" y="0"/>
                </a:lnTo>
                <a:lnTo>
                  <a:pt x="1284473" y="686609"/>
                </a:lnTo>
                <a:lnTo>
                  <a:pt x="0" y="686609"/>
                </a:lnTo>
                <a:lnTo>
                  <a:pt x="0" y="0"/>
                </a:lnTo>
                <a:close/>
              </a:path>
            </a:pathLst>
          </a:custGeom>
          <a:blipFill>
            <a:blip>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19" name="Freeform 19"/>
          <p:cNvSpPr/>
          <p:nvPr/>
        </p:nvSpPr>
        <p:spPr>
          <a:xfrm>
            <a:off x="15732652" y="7629883"/>
            <a:ext cx="1205073" cy="955295"/>
          </a:xfrm>
          <a:custGeom>
            <a:avLst/>
            <a:gdLst/>
            <a:ahLst/>
            <a:cxnLst/>
            <a:rect l="l" t="t" r="r" b="b"/>
            <a:pathLst>
              <a:path w="1205073" h="955295">
                <a:moveTo>
                  <a:pt x="0" y="0"/>
                </a:moveTo>
                <a:lnTo>
                  <a:pt x="1205073" y="0"/>
                </a:lnTo>
                <a:lnTo>
                  <a:pt x="1205073" y="955295"/>
                </a:lnTo>
                <a:lnTo>
                  <a:pt x="0" y="955295"/>
                </a:lnTo>
                <a:lnTo>
                  <a:pt x="0" y="0"/>
                </a:lnTo>
                <a:close/>
              </a:path>
            </a:pathLst>
          </a:custGeom>
          <a:blipFill>
            <a:blip>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20" name="Freeform 20"/>
          <p:cNvSpPr/>
          <p:nvPr/>
        </p:nvSpPr>
        <p:spPr>
          <a:xfrm>
            <a:off x="10355732" y="1644502"/>
            <a:ext cx="924530" cy="1420367"/>
          </a:xfrm>
          <a:custGeom>
            <a:avLst/>
            <a:gdLst/>
            <a:ahLst/>
            <a:cxnLst/>
            <a:rect l="l" t="t" r="r" b="b"/>
            <a:pathLst>
              <a:path w="924530" h="1420367">
                <a:moveTo>
                  <a:pt x="0" y="0"/>
                </a:moveTo>
                <a:lnTo>
                  <a:pt x="924529" y="0"/>
                </a:lnTo>
                <a:lnTo>
                  <a:pt x="924529" y="1420367"/>
                </a:lnTo>
                <a:lnTo>
                  <a:pt x="0" y="1420367"/>
                </a:lnTo>
                <a:lnTo>
                  <a:pt x="0" y="0"/>
                </a:lnTo>
                <a:close/>
              </a:path>
            </a:pathLst>
          </a:custGeom>
          <a:blipFill>
            <a:blip>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21" name="Freeform 21"/>
          <p:cNvSpPr/>
          <p:nvPr/>
        </p:nvSpPr>
        <p:spPr>
          <a:xfrm>
            <a:off x="13960789" y="7541099"/>
            <a:ext cx="1044079" cy="1044079"/>
          </a:xfrm>
          <a:custGeom>
            <a:avLst/>
            <a:gdLst/>
            <a:ahLst/>
            <a:cxnLst/>
            <a:rect l="l" t="t" r="r" b="b"/>
            <a:pathLst>
              <a:path w="1044079" h="1044079">
                <a:moveTo>
                  <a:pt x="0" y="0"/>
                </a:moveTo>
                <a:lnTo>
                  <a:pt x="1044079" y="0"/>
                </a:lnTo>
                <a:lnTo>
                  <a:pt x="1044079" y="1044079"/>
                </a:lnTo>
                <a:lnTo>
                  <a:pt x="0" y="1044079"/>
                </a:lnTo>
                <a:lnTo>
                  <a:pt x="0" y="0"/>
                </a:lnTo>
                <a:close/>
              </a:path>
            </a:pathLst>
          </a:custGeom>
          <a:blipFill>
            <a:blip>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22" name="TextBox 11">
            <a:extLst>
              <a:ext uri="{FF2B5EF4-FFF2-40B4-BE49-F238E27FC236}">
                <a16:creationId xmlns:a16="http://schemas.microsoft.com/office/drawing/2014/main" id="{E9B2BC9E-AF53-C3D9-86A8-A00636B41BA9}"/>
              </a:ext>
            </a:extLst>
          </p:cNvPr>
          <p:cNvSpPr txBox="1"/>
          <p:nvPr/>
        </p:nvSpPr>
        <p:spPr>
          <a:xfrm>
            <a:off x="1028700" y="1461010"/>
            <a:ext cx="4813254" cy="832023"/>
          </a:xfrm>
          <a:prstGeom prst="rect">
            <a:avLst/>
          </a:prstGeom>
        </p:spPr>
        <p:txBody>
          <a:bodyPr wrap="square" lIns="0" tIns="0" rIns="0" bIns="0" rtlCol="0" anchor="t">
            <a:spAutoFit/>
          </a:bodyPr>
          <a:lstStyle/>
          <a:p>
            <a:pPr algn="ctr">
              <a:lnSpc>
                <a:spcPts val="7000"/>
              </a:lnSpc>
            </a:pPr>
            <a:r>
              <a:rPr lang="en-US" sz="5000" b="1" dirty="0">
                <a:solidFill>
                  <a:srgbClr val="000000"/>
                </a:solidFill>
                <a:latin typeface="Outfit Bold"/>
                <a:ea typeface="Outfit Bold"/>
                <a:cs typeface="Outfit Bold"/>
                <a:sym typeface="Outfit Bold"/>
              </a:rPr>
              <a:t>Additional Icons</a:t>
            </a:r>
          </a:p>
        </p:txBody>
      </p:sp>
      <p:sp>
        <p:nvSpPr>
          <p:cNvPr id="23" name="TextBox 9">
            <a:extLst>
              <a:ext uri="{FF2B5EF4-FFF2-40B4-BE49-F238E27FC236}">
                <a16:creationId xmlns:a16="http://schemas.microsoft.com/office/drawing/2014/main" id="{BE885298-8FA5-19AC-CB3C-9CCC23B18821}"/>
              </a:ext>
            </a:extLst>
          </p:cNvPr>
          <p:cNvSpPr txBox="1"/>
          <p:nvPr/>
        </p:nvSpPr>
        <p:spPr>
          <a:xfrm>
            <a:off x="1104305" y="9397048"/>
            <a:ext cx="876895" cy="403252"/>
          </a:xfrm>
          <a:prstGeom prst="rect">
            <a:avLst/>
          </a:prstGeom>
        </p:spPr>
        <p:txBody>
          <a:bodyPr wrap="square" lIns="0" tIns="0" rIns="0" bIns="0" rtlCol="0" anchor="t">
            <a:spAutoFit/>
          </a:bodyPr>
          <a:lstStyle/>
          <a:p>
            <a:pPr algn="ctr">
              <a:lnSpc>
                <a:spcPts val="3359"/>
              </a:lnSpc>
            </a:pPr>
            <a:r>
              <a:rPr lang="en-US" sz="2400" dirty="0">
                <a:solidFill>
                  <a:srgbClr val="FFFFFF"/>
                </a:solidFill>
                <a:latin typeface="Outfit"/>
                <a:ea typeface="Outfit"/>
                <a:cs typeface="Outfit"/>
                <a:sym typeface="Outfit"/>
              </a:rPr>
              <a:t>Pg: </a:t>
            </a:r>
            <a:fld id="{25AB3E07-4AFB-4B8C-B754-F0560D9F8FA9}" type="slidenum">
              <a:rPr lang="en-US" sz="2400" smtClean="0">
                <a:solidFill>
                  <a:srgbClr val="FFFFFF"/>
                </a:solidFill>
                <a:latin typeface="Outfit"/>
                <a:ea typeface="Outfit"/>
                <a:cs typeface="Outfit"/>
                <a:sym typeface="Outfit"/>
              </a:rPr>
              <a:t>105</a:t>
            </a:fld>
            <a:endParaRPr lang="en-US" sz="2400" dirty="0">
              <a:solidFill>
                <a:srgbClr val="FFFFFF"/>
              </a:solidFill>
              <a:latin typeface="Outfit"/>
              <a:ea typeface="Outfit"/>
              <a:cs typeface="Outfit"/>
              <a:sym typeface="Outfi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16092</TotalTime>
  <Words>10650</Words>
  <Application>Microsoft Office PowerPoint</Application>
  <PresentationFormat>Custom</PresentationFormat>
  <Paragraphs>1648</Paragraphs>
  <Slides>105</Slides>
  <Notes>4</Notes>
  <HiddenSlides>28</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105</vt:i4>
      </vt:variant>
    </vt:vector>
  </HeadingPairs>
  <TitlesOfParts>
    <vt:vector size="114" baseType="lpstr">
      <vt:lpstr>Outfit Semi-Bold</vt:lpstr>
      <vt:lpstr>Lexend Deca</vt:lpstr>
      <vt:lpstr>Outfit Bold</vt:lpstr>
      <vt:lpstr>Outfit</vt:lpstr>
      <vt:lpstr>Calibri</vt:lpstr>
      <vt:lpstr>Aptos Display</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gdeck</dc:creator>
  <cp:lastModifiedBy>Greg Deckler</cp:lastModifiedBy>
  <cp:revision>9</cp:revision>
  <dcterms:created xsi:type="dcterms:W3CDTF">2006-08-16T00:00:00Z</dcterms:created>
  <dcterms:modified xsi:type="dcterms:W3CDTF">2026-04-16T21:56:07Z</dcterms:modified>
  <dc:identifier>DAGmMKGe-eA</dc:identifier>
</cp:coreProperties>
</file>